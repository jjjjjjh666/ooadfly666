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60" r:id="rId3"/>
    <p:sldId id="290" r:id="rId4"/>
    <p:sldId id="363" r:id="rId5"/>
    <p:sldId id="388" r:id="rId6"/>
    <p:sldId id="375" r:id="rId7"/>
    <p:sldId id="378" r:id="rId8"/>
    <p:sldId id="379" r:id="rId9"/>
    <p:sldId id="389" r:id="rId10"/>
    <p:sldId id="391" r:id="rId11"/>
    <p:sldId id="392" r:id="rId12"/>
    <p:sldId id="393" r:id="rId13"/>
    <p:sldId id="353" r:id="rId14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61" userDrawn="1">
          <p15:clr>
            <a:srgbClr val="F26B43"/>
          </p15:clr>
        </p15:guide>
        <p15:guide id="3" pos="7219" userDrawn="1">
          <p15:clr>
            <a:srgbClr val="F26B43"/>
          </p15:clr>
        </p15:guide>
        <p15:guide id="4" orient="horz" pos="21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F54"/>
    <a:srgbClr val="2B2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92" autoAdjust="0"/>
    <p:restoredTop sz="94004" autoAdjust="0"/>
  </p:normalViewPr>
  <p:slideViewPr>
    <p:cSldViewPr snapToGrid="0" showGuides="1">
      <p:cViewPr varScale="1">
        <p:scale>
          <a:sx n="89" d="100"/>
          <a:sy n="89" d="100"/>
        </p:scale>
        <p:origin x="221" y="67"/>
      </p:cViewPr>
      <p:guideLst>
        <p:guide pos="461"/>
        <p:guide pos="7219"/>
        <p:guide orient="horz" pos="21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3909" y="2775"/>
            <a:ext cx="12199818" cy="6852450"/>
            <a:chOff x="-7818" y="2775"/>
            <a:chExt cx="12199818" cy="6852450"/>
          </a:xfrm>
          <a:noFill/>
        </p:grpSpPr>
        <p:grpSp>
          <p:nvGrpSpPr>
            <p:cNvPr id="3" name="Group 2"/>
            <p:cNvGrpSpPr/>
            <p:nvPr userDrawn="1"/>
          </p:nvGrpSpPr>
          <p:grpSpPr>
            <a:xfrm flipH="1">
              <a:off x="-7818" y="2775"/>
              <a:ext cx="12199818" cy="6852450"/>
              <a:chOff x="0" y="2775"/>
              <a:chExt cx="12199818" cy="6852450"/>
            </a:xfrm>
            <a:grpFill/>
          </p:grpSpPr>
          <p:sp>
            <p:nvSpPr>
              <p:cNvPr id="6" name="Isosceles Triangle 5"/>
              <p:cNvSpPr/>
              <p:nvPr/>
            </p:nvSpPr>
            <p:spPr>
              <a:xfrm rot="16200000">
                <a:off x="8908454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" name="Isosceles Triangle 6"/>
              <p:cNvSpPr/>
              <p:nvPr/>
            </p:nvSpPr>
            <p:spPr>
              <a:xfrm rot="5400000">
                <a:off x="6461167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 rot="16200000" flipH="1">
                <a:off x="6461168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" name="Isosceles Triangle 8"/>
              <p:cNvSpPr/>
              <p:nvPr/>
            </p:nvSpPr>
            <p:spPr>
              <a:xfrm rot="5400000">
                <a:off x="6461167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" name="Isosceles Triangle 9"/>
              <p:cNvSpPr/>
              <p:nvPr/>
            </p:nvSpPr>
            <p:spPr>
              <a:xfrm rot="16200000" flipH="1">
                <a:off x="6461168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 rot="5400000">
                <a:off x="6461167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" name="Isosceles Triangle 11"/>
              <p:cNvSpPr/>
              <p:nvPr/>
            </p:nvSpPr>
            <p:spPr>
              <a:xfrm rot="16200000" flipH="1">
                <a:off x="6461168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" name="Isosceles Triangle 12"/>
              <p:cNvSpPr/>
              <p:nvPr/>
            </p:nvSpPr>
            <p:spPr>
              <a:xfrm rot="5400000">
                <a:off x="6461167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" name="Isosceles Triangle 13"/>
              <p:cNvSpPr/>
              <p:nvPr/>
            </p:nvSpPr>
            <p:spPr>
              <a:xfrm rot="16200000" flipH="1">
                <a:off x="6461168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" name="Isosceles Triangle 14"/>
              <p:cNvSpPr/>
              <p:nvPr/>
            </p:nvSpPr>
            <p:spPr>
              <a:xfrm rot="16200000">
                <a:off x="7276337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" name="Isosceles Triangle 15"/>
              <p:cNvSpPr/>
              <p:nvPr/>
            </p:nvSpPr>
            <p:spPr>
              <a:xfrm rot="5400000">
                <a:off x="8091507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" name="Isosceles Triangle 16"/>
              <p:cNvSpPr/>
              <p:nvPr/>
            </p:nvSpPr>
            <p:spPr>
              <a:xfrm rot="16200000" flipH="1">
                <a:off x="8091509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" name="Isosceles Triangle 17"/>
              <p:cNvSpPr/>
              <p:nvPr/>
            </p:nvSpPr>
            <p:spPr>
              <a:xfrm rot="5400000" flipH="1">
                <a:off x="7276337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" name="Isosceles Triangle 18"/>
              <p:cNvSpPr/>
              <p:nvPr/>
            </p:nvSpPr>
            <p:spPr>
              <a:xfrm rot="16200000">
                <a:off x="7276337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" name="Isosceles Triangle 19"/>
              <p:cNvSpPr/>
              <p:nvPr/>
            </p:nvSpPr>
            <p:spPr>
              <a:xfrm rot="5400000">
                <a:off x="8091507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" name="Isosceles Triangle 20"/>
              <p:cNvSpPr/>
              <p:nvPr/>
            </p:nvSpPr>
            <p:spPr>
              <a:xfrm rot="16200000" flipH="1">
                <a:off x="8091509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2" name="Isosceles Triangle 21"/>
              <p:cNvSpPr/>
              <p:nvPr/>
            </p:nvSpPr>
            <p:spPr>
              <a:xfrm rot="5400000" flipH="1">
                <a:off x="7276337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3" name="Isosceles Triangle 22"/>
              <p:cNvSpPr/>
              <p:nvPr/>
            </p:nvSpPr>
            <p:spPr>
              <a:xfrm rot="16200000">
                <a:off x="7276337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 rot="5400000">
                <a:off x="8091507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5" name="Isosceles Triangle 24"/>
              <p:cNvSpPr/>
              <p:nvPr/>
            </p:nvSpPr>
            <p:spPr>
              <a:xfrm rot="16200000" flipH="1">
                <a:off x="8091509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6" name="Isosceles Triangle 25"/>
              <p:cNvSpPr/>
              <p:nvPr/>
            </p:nvSpPr>
            <p:spPr>
              <a:xfrm rot="5400000" flipH="1">
                <a:off x="7276337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7" name="Isosceles Triangle 26"/>
              <p:cNvSpPr/>
              <p:nvPr/>
            </p:nvSpPr>
            <p:spPr>
              <a:xfrm rot="16200000">
                <a:off x="7276337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8" name="Isosceles Triangle 27"/>
              <p:cNvSpPr/>
              <p:nvPr/>
            </p:nvSpPr>
            <p:spPr>
              <a:xfrm rot="5400000">
                <a:off x="8091507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9" name="Isosceles Triangle 28"/>
              <p:cNvSpPr/>
              <p:nvPr/>
            </p:nvSpPr>
            <p:spPr>
              <a:xfrm rot="16200000" flipH="1">
                <a:off x="8091509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0" name="Isosceles Triangle 29"/>
              <p:cNvSpPr/>
              <p:nvPr/>
            </p:nvSpPr>
            <p:spPr>
              <a:xfrm rot="5400000" flipH="1">
                <a:off x="7276337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1" name="Isosceles Triangle 30"/>
              <p:cNvSpPr/>
              <p:nvPr/>
            </p:nvSpPr>
            <p:spPr>
              <a:xfrm rot="16200000">
                <a:off x="8908454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 rot="5400000">
                <a:off x="9723623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3" name="Isosceles Triangle 32"/>
              <p:cNvSpPr/>
              <p:nvPr/>
            </p:nvSpPr>
            <p:spPr>
              <a:xfrm rot="16200000" flipH="1">
                <a:off x="9723625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4" name="Isosceles Triangle 33"/>
              <p:cNvSpPr/>
              <p:nvPr/>
            </p:nvSpPr>
            <p:spPr>
              <a:xfrm rot="5400000" flipH="1">
                <a:off x="8908454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5" name="Isosceles Triangle 34"/>
              <p:cNvSpPr/>
              <p:nvPr/>
            </p:nvSpPr>
            <p:spPr>
              <a:xfrm rot="16200000">
                <a:off x="8908454" y="1074415"/>
                <a:ext cx="906601" cy="78155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6" name="Isosceles Triangle 35"/>
              <p:cNvSpPr/>
              <p:nvPr/>
            </p:nvSpPr>
            <p:spPr>
              <a:xfrm rot="5400000">
                <a:off x="9723623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7" name="Isosceles Triangle 36"/>
              <p:cNvSpPr/>
              <p:nvPr/>
            </p:nvSpPr>
            <p:spPr>
              <a:xfrm rot="16200000" flipH="1">
                <a:off x="9723625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8" name="Isosceles Triangle 37"/>
              <p:cNvSpPr/>
              <p:nvPr/>
            </p:nvSpPr>
            <p:spPr>
              <a:xfrm rot="5400000" flipH="1">
                <a:off x="8908454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9" name="Isosceles Triangle 38"/>
              <p:cNvSpPr/>
              <p:nvPr/>
            </p:nvSpPr>
            <p:spPr>
              <a:xfrm rot="5400000">
                <a:off x="9723623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0" name="Isosceles Triangle 39"/>
              <p:cNvSpPr/>
              <p:nvPr/>
            </p:nvSpPr>
            <p:spPr>
              <a:xfrm rot="16200000" flipH="1">
                <a:off x="9723625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Isosceles Triangle 40"/>
              <p:cNvSpPr/>
              <p:nvPr/>
            </p:nvSpPr>
            <p:spPr>
              <a:xfrm rot="5400000" flipH="1">
                <a:off x="8908454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2" name="Isosceles Triangle 41"/>
              <p:cNvSpPr/>
              <p:nvPr/>
            </p:nvSpPr>
            <p:spPr>
              <a:xfrm rot="16200000">
                <a:off x="8908454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3" name="Isosceles Triangle 42"/>
              <p:cNvSpPr/>
              <p:nvPr/>
            </p:nvSpPr>
            <p:spPr>
              <a:xfrm rot="5400000">
                <a:off x="9723623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4" name="Isosceles Triangle 43"/>
              <p:cNvSpPr/>
              <p:nvPr/>
            </p:nvSpPr>
            <p:spPr>
              <a:xfrm rot="16200000" flipH="1">
                <a:off x="9723625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5" name="Isosceles Triangle 44"/>
              <p:cNvSpPr/>
              <p:nvPr/>
            </p:nvSpPr>
            <p:spPr>
              <a:xfrm rot="5400000" flipH="1">
                <a:off x="8908454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6" name="Isosceles Triangle 45"/>
              <p:cNvSpPr/>
              <p:nvPr/>
            </p:nvSpPr>
            <p:spPr>
              <a:xfrm rot="16200000">
                <a:off x="10540570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7" name="Isosceles Triangle 46"/>
              <p:cNvSpPr/>
              <p:nvPr/>
            </p:nvSpPr>
            <p:spPr>
              <a:xfrm rot="5400000">
                <a:off x="11355740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8" name="Isosceles Triangle 47"/>
              <p:cNvSpPr/>
              <p:nvPr/>
            </p:nvSpPr>
            <p:spPr>
              <a:xfrm rot="16200000" flipH="1">
                <a:off x="11355741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9" name="Isosceles Triangle 48"/>
              <p:cNvSpPr/>
              <p:nvPr/>
            </p:nvSpPr>
            <p:spPr>
              <a:xfrm rot="5400000" flipH="1">
                <a:off x="10540570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0" name="Isosceles Triangle 49"/>
              <p:cNvSpPr/>
              <p:nvPr/>
            </p:nvSpPr>
            <p:spPr>
              <a:xfrm rot="16200000">
                <a:off x="10540570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1" name="Isosceles Triangle 50"/>
              <p:cNvSpPr/>
              <p:nvPr/>
            </p:nvSpPr>
            <p:spPr>
              <a:xfrm rot="5400000">
                <a:off x="11355740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2" name="Isosceles Triangle 51"/>
              <p:cNvSpPr/>
              <p:nvPr/>
            </p:nvSpPr>
            <p:spPr>
              <a:xfrm rot="16200000" flipH="1">
                <a:off x="11355741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3" name="Isosceles Triangle 52"/>
              <p:cNvSpPr/>
              <p:nvPr/>
            </p:nvSpPr>
            <p:spPr>
              <a:xfrm rot="5400000" flipH="1">
                <a:off x="10540570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4" name="Isosceles Triangle 53"/>
              <p:cNvSpPr/>
              <p:nvPr/>
            </p:nvSpPr>
            <p:spPr>
              <a:xfrm rot="16200000">
                <a:off x="10540570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5" name="Isosceles Triangle 54"/>
              <p:cNvSpPr/>
              <p:nvPr/>
            </p:nvSpPr>
            <p:spPr>
              <a:xfrm rot="5400000">
                <a:off x="11355740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6" name="Isosceles Triangle 55"/>
              <p:cNvSpPr/>
              <p:nvPr/>
            </p:nvSpPr>
            <p:spPr>
              <a:xfrm rot="16200000" flipH="1">
                <a:off x="11355741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7" name="Isosceles Triangle 56"/>
              <p:cNvSpPr/>
              <p:nvPr/>
            </p:nvSpPr>
            <p:spPr>
              <a:xfrm rot="5400000" flipH="1">
                <a:off x="10540570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8" name="Isosceles Triangle 57"/>
              <p:cNvSpPr/>
              <p:nvPr/>
            </p:nvSpPr>
            <p:spPr>
              <a:xfrm rot="16200000">
                <a:off x="10540570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9" name="Isosceles Triangle 58"/>
              <p:cNvSpPr/>
              <p:nvPr/>
            </p:nvSpPr>
            <p:spPr>
              <a:xfrm rot="5400000">
                <a:off x="11355740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0" name="Isosceles Triangle 59"/>
              <p:cNvSpPr/>
              <p:nvPr/>
            </p:nvSpPr>
            <p:spPr>
              <a:xfrm rot="16200000" flipH="1">
                <a:off x="11355741" y="3533460"/>
                <a:ext cx="906601" cy="781553"/>
              </a:xfrm>
              <a:prstGeom prst="triangl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1" name="Isosceles Triangle 60"/>
              <p:cNvSpPr/>
              <p:nvPr/>
            </p:nvSpPr>
            <p:spPr>
              <a:xfrm rot="5400000" flipH="1">
                <a:off x="10540570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2" name="Isosceles Triangle 61"/>
              <p:cNvSpPr/>
              <p:nvPr/>
            </p:nvSpPr>
            <p:spPr>
              <a:xfrm rot="5400000">
                <a:off x="6461167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 rot="16200000" flipH="1">
                <a:off x="6461168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4" name="Isosceles Triangle 63"/>
              <p:cNvSpPr/>
              <p:nvPr/>
            </p:nvSpPr>
            <p:spPr>
              <a:xfrm rot="5400000">
                <a:off x="6461167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5" name="Isosceles Triangle 64"/>
              <p:cNvSpPr/>
              <p:nvPr/>
            </p:nvSpPr>
            <p:spPr>
              <a:xfrm rot="16200000" flipH="1">
                <a:off x="6461168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6" name="Isosceles Triangle 65"/>
              <p:cNvSpPr/>
              <p:nvPr/>
            </p:nvSpPr>
            <p:spPr>
              <a:xfrm rot="5400000">
                <a:off x="6461167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7" name="Isosceles Triangle 66"/>
              <p:cNvSpPr/>
              <p:nvPr/>
            </p:nvSpPr>
            <p:spPr>
              <a:xfrm rot="16200000">
                <a:off x="7276337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 rot="5400000">
                <a:off x="8091507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9" name="Isosceles Triangle 68"/>
              <p:cNvSpPr/>
              <p:nvPr/>
            </p:nvSpPr>
            <p:spPr>
              <a:xfrm rot="16200000" flipH="1">
                <a:off x="8091509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0" name="Isosceles Triangle 69"/>
              <p:cNvSpPr/>
              <p:nvPr/>
            </p:nvSpPr>
            <p:spPr>
              <a:xfrm rot="5400000" flipH="1">
                <a:off x="7276337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1" name="Isosceles Triangle 70"/>
              <p:cNvSpPr/>
              <p:nvPr/>
            </p:nvSpPr>
            <p:spPr>
              <a:xfrm rot="16200000">
                <a:off x="7276337" y="5009063"/>
                <a:ext cx="906601" cy="78155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2" name="Isosceles Triangle 71"/>
              <p:cNvSpPr/>
              <p:nvPr/>
            </p:nvSpPr>
            <p:spPr>
              <a:xfrm rot="5400000">
                <a:off x="8091507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3" name="Isosceles Triangle 72"/>
              <p:cNvSpPr/>
              <p:nvPr/>
            </p:nvSpPr>
            <p:spPr>
              <a:xfrm rot="16200000" flipH="1">
                <a:off x="8091509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4" name="Isosceles Triangle 73"/>
              <p:cNvSpPr/>
              <p:nvPr/>
            </p:nvSpPr>
            <p:spPr>
              <a:xfrm rot="5400000" flipH="1">
                <a:off x="7276337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5" name="Isosceles Triangle 74"/>
              <p:cNvSpPr/>
              <p:nvPr/>
            </p:nvSpPr>
            <p:spPr>
              <a:xfrm rot="16200000">
                <a:off x="7276337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6" name="Isosceles Triangle 75"/>
              <p:cNvSpPr/>
              <p:nvPr/>
            </p:nvSpPr>
            <p:spPr>
              <a:xfrm rot="5400000">
                <a:off x="8091507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7" name="Isosceles Triangle 76"/>
              <p:cNvSpPr/>
              <p:nvPr/>
            </p:nvSpPr>
            <p:spPr>
              <a:xfrm rot="16200000">
                <a:off x="8908454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8" name="Isosceles Triangle 77"/>
              <p:cNvSpPr/>
              <p:nvPr/>
            </p:nvSpPr>
            <p:spPr>
              <a:xfrm rot="5400000">
                <a:off x="9723623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9" name="Isosceles Triangle 78"/>
              <p:cNvSpPr/>
              <p:nvPr/>
            </p:nvSpPr>
            <p:spPr>
              <a:xfrm rot="16200000" flipH="1">
                <a:off x="9723625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0" name="Isosceles Triangle 79"/>
              <p:cNvSpPr/>
              <p:nvPr/>
            </p:nvSpPr>
            <p:spPr>
              <a:xfrm rot="5400000" flipH="1">
                <a:off x="8908454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1" name="Isosceles Triangle 80"/>
              <p:cNvSpPr/>
              <p:nvPr/>
            </p:nvSpPr>
            <p:spPr>
              <a:xfrm rot="16200000">
                <a:off x="8908454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2" name="Isosceles Triangle 81"/>
              <p:cNvSpPr/>
              <p:nvPr/>
            </p:nvSpPr>
            <p:spPr>
              <a:xfrm rot="5400000">
                <a:off x="9723623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3" name="Isosceles Triangle 82"/>
              <p:cNvSpPr/>
              <p:nvPr/>
            </p:nvSpPr>
            <p:spPr>
              <a:xfrm rot="16200000" flipH="1">
                <a:off x="9723625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4" name="Isosceles Triangle 83"/>
              <p:cNvSpPr/>
              <p:nvPr/>
            </p:nvSpPr>
            <p:spPr>
              <a:xfrm rot="5400000" flipH="1">
                <a:off x="8908454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5" name="Isosceles Triangle 84"/>
              <p:cNvSpPr/>
              <p:nvPr/>
            </p:nvSpPr>
            <p:spPr>
              <a:xfrm rot="16200000">
                <a:off x="8908454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6" name="Isosceles Triangle 85"/>
              <p:cNvSpPr/>
              <p:nvPr/>
            </p:nvSpPr>
            <p:spPr>
              <a:xfrm rot="5400000">
                <a:off x="9723623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7" name="Isosceles Triangle 86"/>
              <p:cNvSpPr/>
              <p:nvPr/>
            </p:nvSpPr>
            <p:spPr>
              <a:xfrm rot="16200000">
                <a:off x="10540570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8" name="Isosceles Triangle 87"/>
              <p:cNvSpPr/>
              <p:nvPr/>
            </p:nvSpPr>
            <p:spPr>
              <a:xfrm rot="5400000">
                <a:off x="11355740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9" name="Isosceles Triangle 88"/>
              <p:cNvSpPr/>
              <p:nvPr/>
            </p:nvSpPr>
            <p:spPr>
              <a:xfrm rot="16200000" flipH="1">
                <a:off x="11355741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0" name="Isosceles Triangle 89"/>
              <p:cNvSpPr/>
              <p:nvPr/>
            </p:nvSpPr>
            <p:spPr>
              <a:xfrm rot="5400000" flipH="1">
                <a:off x="10540570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1" name="Isosceles Triangle 90"/>
              <p:cNvSpPr/>
              <p:nvPr/>
            </p:nvSpPr>
            <p:spPr>
              <a:xfrm rot="16200000">
                <a:off x="10540570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2" name="Isosceles Triangle 91"/>
              <p:cNvSpPr/>
              <p:nvPr/>
            </p:nvSpPr>
            <p:spPr>
              <a:xfrm rot="5400000">
                <a:off x="11355740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3" name="Isosceles Triangle 92"/>
              <p:cNvSpPr/>
              <p:nvPr/>
            </p:nvSpPr>
            <p:spPr>
              <a:xfrm rot="16200000" flipH="1">
                <a:off x="11355741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4" name="Isosceles Triangle 93"/>
              <p:cNvSpPr/>
              <p:nvPr/>
            </p:nvSpPr>
            <p:spPr>
              <a:xfrm rot="5400000" flipH="1">
                <a:off x="10540570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5" name="Isosceles Triangle 94"/>
              <p:cNvSpPr/>
              <p:nvPr/>
            </p:nvSpPr>
            <p:spPr>
              <a:xfrm rot="16200000">
                <a:off x="10540570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6" name="Isosceles Triangle 95"/>
              <p:cNvSpPr/>
              <p:nvPr/>
            </p:nvSpPr>
            <p:spPr>
              <a:xfrm rot="5400000">
                <a:off x="11355740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7" name="Isosceles Triangle 96"/>
              <p:cNvSpPr/>
              <p:nvPr userDrawn="1"/>
            </p:nvSpPr>
            <p:spPr>
              <a:xfrm flipV="1">
                <a:off x="6544455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Isosceles Triangle 97"/>
              <p:cNvSpPr/>
              <p:nvPr userDrawn="1"/>
            </p:nvSpPr>
            <p:spPr>
              <a:xfrm flipV="1">
                <a:off x="8175683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Isosceles Triangle 98"/>
              <p:cNvSpPr/>
              <p:nvPr userDrawn="1"/>
            </p:nvSpPr>
            <p:spPr>
              <a:xfrm flipV="1">
                <a:off x="9806912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Isosceles Triangle 99"/>
              <p:cNvSpPr/>
              <p:nvPr/>
            </p:nvSpPr>
            <p:spPr>
              <a:xfrm rot="5400000">
                <a:off x="3198710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1" name="Isosceles Triangle 100"/>
              <p:cNvSpPr/>
              <p:nvPr/>
            </p:nvSpPr>
            <p:spPr>
              <a:xfrm rot="16200000" flipH="1">
                <a:off x="3198712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2" name="Isosceles Triangle 101"/>
              <p:cNvSpPr/>
              <p:nvPr/>
            </p:nvSpPr>
            <p:spPr>
              <a:xfrm rot="5400000">
                <a:off x="3198710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3" name="Isosceles Triangle 102"/>
              <p:cNvSpPr/>
              <p:nvPr/>
            </p:nvSpPr>
            <p:spPr>
              <a:xfrm rot="16200000" flipH="1">
                <a:off x="3198712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4" name="Isosceles Triangle 103"/>
              <p:cNvSpPr/>
              <p:nvPr/>
            </p:nvSpPr>
            <p:spPr>
              <a:xfrm rot="5400000">
                <a:off x="3198710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5" name="Isosceles Triangle 104"/>
              <p:cNvSpPr/>
              <p:nvPr/>
            </p:nvSpPr>
            <p:spPr>
              <a:xfrm rot="16200000" flipH="1">
                <a:off x="3198712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6" name="Isosceles Triangle 105"/>
              <p:cNvSpPr/>
              <p:nvPr/>
            </p:nvSpPr>
            <p:spPr>
              <a:xfrm rot="5400000">
                <a:off x="3198710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7" name="Isosceles Triangle 106"/>
              <p:cNvSpPr/>
              <p:nvPr/>
            </p:nvSpPr>
            <p:spPr>
              <a:xfrm rot="16200000" flipH="1">
                <a:off x="3198712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8" name="Isosceles Triangle 107"/>
              <p:cNvSpPr/>
              <p:nvPr/>
            </p:nvSpPr>
            <p:spPr>
              <a:xfrm rot="16200000">
                <a:off x="4013881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9" name="Isosceles Triangle 108"/>
              <p:cNvSpPr/>
              <p:nvPr/>
            </p:nvSpPr>
            <p:spPr>
              <a:xfrm rot="5400000">
                <a:off x="4829051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0" name="Isosceles Triangle 109"/>
              <p:cNvSpPr/>
              <p:nvPr/>
            </p:nvSpPr>
            <p:spPr>
              <a:xfrm rot="16200000" flipH="1">
                <a:off x="4829052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1" name="Isosceles Triangle 110"/>
              <p:cNvSpPr/>
              <p:nvPr/>
            </p:nvSpPr>
            <p:spPr>
              <a:xfrm rot="5400000" flipH="1">
                <a:off x="4013881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2" name="Isosceles Triangle 111"/>
              <p:cNvSpPr/>
              <p:nvPr/>
            </p:nvSpPr>
            <p:spPr>
              <a:xfrm rot="16200000">
                <a:off x="4013881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3" name="Isosceles Triangle 112"/>
              <p:cNvSpPr/>
              <p:nvPr/>
            </p:nvSpPr>
            <p:spPr>
              <a:xfrm rot="5400000">
                <a:off x="4829051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4" name="Isosceles Triangle 113"/>
              <p:cNvSpPr/>
              <p:nvPr/>
            </p:nvSpPr>
            <p:spPr>
              <a:xfrm rot="16200000" flipH="1">
                <a:off x="4829052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5" name="Isosceles Triangle 114"/>
              <p:cNvSpPr/>
              <p:nvPr/>
            </p:nvSpPr>
            <p:spPr>
              <a:xfrm rot="5400000" flipH="1">
                <a:off x="4013881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6" name="Isosceles Triangle 115"/>
              <p:cNvSpPr/>
              <p:nvPr/>
            </p:nvSpPr>
            <p:spPr>
              <a:xfrm rot="16200000">
                <a:off x="4013881" y="2055270"/>
                <a:ext cx="906601" cy="781552"/>
              </a:xfrm>
              <a:prstGeom prst="triangle">
                <a:avLst/>
              </a:prstGeom>
              <a:solidFill>
                <a:schemeClr val="accent4">
                  <a:lumMod val="20000"/>
                  <a:lumOff val="80000"/>
                  <a:alpha val="30000"/>
                </a:schemeClr>
              </a:solidFill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7" name="Isosceles Triangle 116"/>
              <p:cNvSpPr/>
              <p:nvPr/>
            </p:nvSpPr>
            <p:spPr>
              <a:xfrm rot="5400000">
                <a:off x="4829051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8" name="Isosceles Triangle 117"/>
              <p:cNvSpPr/>
              <p:nvPr/>
            </p:nvSpPr>
            <p:spPr>
              <a:xfrm rot="16200000" flipH="1">
                <a:off x="4829052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9" name="Isosceles Triangle 118"/>
              <p:cNvSpPr/>
              <p:nvPr/>
            </p:nvSpPr>
            <p:spPr>
              <a:xfrm rot="5400000" flipH="1">
                <a:off x="4013881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0" name="Isosceles Triangle 119"/>
              <p:cNvSpPr/>
              <p:nvPr/>
            </p:nvSpPr>
            <p:spPr>
              <a:xfrm rot="16200000">
                <a:off x="4013881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1" name="Isosceles Triangle 120"/>
              <p:cNvSpPr/>
              <p:nvPr/>
            </p:nvSpPr>
            <p:spPr>
              <a:xfrm rot="5400000">
                <a:off x="4829051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2" name="Isosceles Triangle 121"/>
              <p:cNvSpPr/>
              <p:nvPr/>
            </p:nvSpPr>
            <p:spPr>
              <a:xfrm rot="16200000" flipH="1">
                <a:off x="4829052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3" name="Isosceles Triangle 122"/>
              <p:cNvSpPr/>
              <p:nvPr/>
            </p:nvSpPr>
            <p:spPr>
              <a:xfrm rot="5400000" flipH="1">
                <a:off x="4013881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4" name="Isosceles Triangle 123"/>
              <p:cNvSpPr/>
              <p:nvPr/>
            </p:nvSpPr>
            <p:spPr>
              <a:xfrm rot="16200000">
                <a:off x="5645997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5" name="Isosceles Triangle 124"/>
              <p:cNvSpPr/>
              <p:nvPr/>
            </p:nvSpPr>
            <p:spPr>
              <a:xfrm rot="5400000" flipH="1">
                <a:off x="5645997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6" name="Isosceles Triangle 125"/>
              <p:cNvSpPr/>
              <p:nvPr/>
            </p:nvSpPr>
            <p:spPr>
              <a:xfrm rot="16200000">
                <a:off x="5645997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7" name="Isosceles Triangle 126"/>
              <p:cNvSpPr/>
              <p:nvPr/>
            </p:nvSpPr>
            <p:spPr>
              <a:xfrm rot="5400000" flipH="1">
                <a:off x="5645997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8" name="Isosceles Triangle 127"/>
              <p:cNvSpPr/>
              <p:nvPr/>
            </p:nvSpPr>
            <p:spPr>
              <a:xfrm rot="16200000">
                <a:off x="5645997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9" name="Isosceles Triangle 128"/>
              <p:cNvSpPr/>
              <p:nvPr/>
            </p:nvSpPr>
            <p:spPr>
              <a:xfrm rot="5400000" flipH="1">
                <a:off x="5645997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0" name="Isosceles Triangle 129"/>
              <p:cNvSpPr/>
              <p:nvPr/>
            </p:nvSpPr>
            <p:spPr>
              <a:xfrm rot="16200000">
                <a:off x="5645997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1" name="Isosceles Triangle 130"/>
              <p:cNvSpPr/>
              <p:nvPr/>
            </p:nvSpPr>
            <p:spPr>
              <a:xfrm rot="5400000" flipH="1">
                <a:off x="5645997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2" name="Isosceles Triangle 131"/>
              <p:cNvSpPr/>
              <p:nvPr/>
            </p:nvSpPr>
            <p:spPr>
              <a:xfrm rot="5400000">
                <a:off x="3198710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3" name="Isosceles Triangle 132"/>
              <p:cNvSpPr/>
              <p:nvPr/>
            </p:nvSpPr>
            <p:spPr>
              <a:xfrm rot="16200000" flipH="1">
                <a:off x="3198712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4" name="Isosceles Triangle 133"/>
              <p:cNvSpPr/>
              <p:nvPr/>
            </p:nvSpPr>
            <p:spPr>
              <a:xfrm rot="5400000">
                <a:off x="3198710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5" name="Isosceles Triangle 134"/>
              <p:cNvSpPr/>
              <p:nvPr/>
            </p:nvSpPr>
            <p:spPr>
              <a:xfrm rot="16200000" flipH="1">
                <a:off x="3198712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6" name="Isosceles Triangle 135"/>
              <p:cNvSpPr/>
              <p:nvPr/>
            </p:nvSpPr>
            <p:spPr>
              <a:xfrm rot="5400000">
                <a:off x="3198710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7" name="Isosceles Triangle 136"/>
              <p:cNvSpPr/>
              <p:nvPr/>
            </p:nvSpPr>
            <p:spPr>
              <a:xfrm rot="16200000">
                <a:off x="4013881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8" name="Isosceles Triangle 137"/>
              <p:cNvSpPr/>
              <p:nvPr/>
            </p:nvSpPr>
            <p:spPr>
              <a:xfrm rot="5400000">
                <a:off x="4829051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9" name="Isosceles Triangle 138"/>
              <p:cNvSpPr/>
              <p:nvPr/>
            </p:nvSpPr>
            <p:spPr>
              <a:xfrm rot="16200000" flipH="1">
                <a:off x="4829052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0" name="Isosceles Triangle 139"/>
              <p:cNvSpPr/>
              <p:nvPr/>
            </p:nvSpPr>
            <p:spPr>
              <a:xfrm rot="5400000" flipH="1">
                <a:off x="4013881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1" name="Isosceles Triangle 140"/>
              <p:cNvSpPr/>
              <p:nvPr/>
            </p:nvSpPr>
            <p:spPr>
              <a:xfrm rot="16200000">
                <a:off x="4013881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2" name="Isosceles Triangle 141"/>
              <p:cNvSpPr/>
              <p:nvPr/>
            </p:nvSpPr>
            <p:spPr>
              <a:xfrm rot="5400000">
                <a:off x="4829051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3" name="Isosceles Triangle 142"/>
              <p:cNvSpPr/>
              <p:nvPr/>
            </p:nvSpPr>
            <p:spPr>
              <a:xfrm rot="16200000" flipH="1">
                <a:off x="4829052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4" name="Isosceles Triangle 143"/>
              <p:cNvSpPr/>
              <p:nvPr/>
            </p:nvSpPr>
            <p:spPr>
              <a:xfrm rot="5400000" flipH="1">
                <a:off x="4013881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5" name="Isosceles Triangle 144"/>
              <p:cNvSpPr/>
              <p:nvPr/>
            </p:nvSpPr>
            <p:spPr>
              <a:xfrm rot="16200000">
                <a:off x="4013881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6" name="Isosceles Triangle 145"/>
              <p:cNvSpPr/>
              <p:nvPr/>
            </p:nvSpPr>
            <p:spPr>
              <a:xfrm rot="5400000">
                <a:off x="4829051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7" name="Isosceles Triangle 146"/>
              <p:cNvSpPr/>
              <p:nvPr/>
            </p:nvSpPr>
            <p:spPr>
              <a:xfrm rot="16200000">
                <a:off x="5645997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8" name="Isosceles Triangle 147"/>
              <p:cNvSpPr/>
              <p:nvPr/>
            </p:nvSpPr>
            <p:spPr>
              <a:xfrm rot="5400000" flipH="1">
                <a:off x="5645997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9" name="Isosceles Triangle 148"/>
              <p:cNvSpPr/>
              <p:nvPr/>
            </p:nvSpPr>
            <p:spPr>
              <a:xfrm rot="16200000">
                <a:off x="5645997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 rot="5400000" flipH="1">
                <a:off x="5645997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1" name="Isosceles Triangle 150"/>
              <p:cNvSpPr/>
              <p:nvPr/>
            </p:nvSpPr>
            <p:spPr>
              <a:xfrm rot="16200000">
                <a:off x="5645997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2" name="Isosceles Triangle 151"/>
              <p:cNvSpPr/>
              <p:nvPr userDrawn="1"/>
            </p:nvSpPr>
            <p:spPr>
              <a:xfrm flipV="1">
                <a:off x="3281555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Isosceles Triangle 152"/>
              <p:cNvSpPr/>
              <p:nvPr userDrawn="1"/>
            </p:nvSpPr>
            <p:spPr>
              <a:xfrm flipV="1">
                <a:off x="4912784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Isosceles Triangle 153"/>
              <p:cNvSpPr/>
              <p:nvPr userDrawn="1"/>
            </p:nvSpPr>
            <p:spPr>
              <a:xfrm>
                <a:off x="3281555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Isosceles Triangle 154"/>
              <p:cNvSpPr/>
              <p:nvPr userDrawn="1"/>
            </p:nvSpPr>
            <p:spPr>
              <a:xfrm>
                <a:off x="4912784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Isosceles Triangle 155"/>
              <p:cNvSpPr/>
              <p:nvPr userDrawn="1"/>
            </p:nvSpPr>
            <p:spPr>
              <a:xfrm>
                <a:off x="6544455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Isosceles Triangle 156"/>
              <p:cNvSpPr/>
              <p:nvPr userDrawn="1"/>
            </p:nvSpPr>
            <p:spPr>
              <a:xfrm>
                <a:off x="8175683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Isosceles Triangle 157"/>
              <p:cNvSpPr/>
              <p:nvPr userDrawn="1"/>
            </p:nvSpPr>
            <p:spPr>
              <a:xfrm>
                <a:off x="9806912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Isosceles Triangle 158"/>
              <p:cNvSpPr/>
              <p:nvPr/>
            </p:nvSpPr>
            <p:spPr>
              <a:xfrm rot="5400000">
                <a:off x="-62525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0" name="Isosceles Triangle 159"/>
              <p:cNvSpPr/>
              <p:nvPr/>
            </p:nvSpPr>
            <p:spPr>
              <a:xfrm rot="16200000" flipH="1">
                <a:off x="-62523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1" name="Isosceles Triangle 160"/>
              <p:cNvSpPr/>
              <p:nvPr/>
            </p:nvSpPr>
            <p:spPr>
              <a:xfrm rot="5400000">
                <a:off x="-62525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2" name="Isosceles Triangle 161"/>
              <p:cNvSpPr/>
              <p:nvPr/>
            </p:nvSpPr>
            <p:spPr>
              <a:xfrm rot="16200000" flipH="1">
                <a:off x="-62523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3" name="Isosceles Triangle 162"/>
              <p:cNvSpPr/>
              <p:nvPr/>
            </p:nvSpPr>
            <p:spPr>
              <a:xfrm rot="5400000">
                <a:off x="-62525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4" name="Isosceles Triangle 163"/>
              <p:cNvSpPr/>
              <p:nvPr/>
            </p:nvSpPr>
            <p:spPr>
              <a:xfrm rot="16200000" flipH="1">
                <a:off x="-62523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5" name="Isosceles Triangle 164"/>
              <p:cNvSpPr/>
              <p:nvPr/>
            </p:nvSpPr>
            <p:spPr>
              <a:xfrm rot="5400000">
                <a:off x="-62525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6" name="Isosceles Triangle 165"/>
              <p:cNvSpPr/>
              <p:nvPr/>
            </p:nvSpPr>
            <p:spPr>
              <a:xfrm rot="16200000" flipH="1">
                <a:off x="-62523" y="3533460"/>
                <a:ext cx="906601" cy="781553"/>
              </a:xfrm>
              <a:prstGeom prst="triangl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7" name="Isosceles Triangle 166"/>
              <p:cNvSpPr/>
              <p:nvPr/>
            </p:nvSpPr>
            <p:spPr>
              <a:xfrm rot="16200000">
                <a:off x="752646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8" name="Isosceles Triangle 167"/>
              <p:cNvSpPr/>
              <p:nvPr/>
            </p:nvSpPr>
            <p:spPr>
              <a:xfrm rot="5400000">
                <a:off x="1567816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9" name="Isosceles Triangle 168"/>
              <p:cNvSpPr/>
              <p:nvPr/>
            </p:nvSpPr>
            <p:spPr>
              <a:xfrm rot="16200000" flipH="1">
                <a:off x="1567817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0" name="Isosceles Triangle 169"/>
              <p:cNvSpPr/>
              <p:nvPr/>
            </p:nvSpPr>
            <p:spPr>
              <a:xfrm rot="5400000" flipH="1">
                <a:off x="752646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1" name="Isosceles Triangle 170"/>
              <p:cNvSpPr/>
              <p:nvPr/>
            </p:nvSpPr>
            <p:spPr>
              <a:xfrm rot="16200000">
                <a:off x="752646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2" name="Isosceles Triangle 171"/>
              <p:cNvSpPr/>
              <p:nvPr/>
            </p:nvSpPr>
            <p:spPr>
              <a:xfrm rot="5400000">
                <a:off x="1567816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3" name="Isosceles Triangle 172"/>
              <p:cNvSpPr/>
              <p:nvPr/>
            </p:nvSpPr>
            <p:spPr>
              <a:xfrm rot="16200000" flipH="1">
                <a:off x="1567817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4" name="Isosceles Triangle 173"/>
              <p:cNvSpPr/>
              <p:nvPr/>
            </p:nvSpPr>
            <p:spPr>
              <a:xfrm rot="5400000" flipH="1">
                <a:off x="752646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5" name="Isosceles Triangle 174"/>
              <p:cNvSpPr/>
              <p:nvPr/>
            </p:nvSpPr>
            <p:spPr>
              <a:xfrm rot="16200000">
                <a:off x="752646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6" name="Isosceles Triangle 175"/>
              <p:cNvSpPr/>
              <p:nvPr/>
            </p:nvSpPr>
            <p:spPr>
              <a:xfrm rot="5400000">
                <a:off x="1567816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7" name="Isosceles Triangle 176"/>
              <p:cNvSpPr/>
              <p:nvPr/>
            </p:nvSpPr>
            <p:spPr>
              <a:xfrm rot="16200000" flipH="1">
                <a:off x="1567817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8" name="Isosceles Triangle 177"/>
              <p:cNvSpPr/>
              <p:nvPr/>
            </p:nvSpPr>
            <p:spPr>
              <a:xfrm rot="5400000" flipH="1">
                <a:off x="752646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9" name="Isosceles Triangle 178"/>
              <p:cNvSpPr/>
              <p:nvPr/>
            </p:nvSpPr>
            <p:spPr>
              <a:xfrm rot="16200000">
                <a:off x="752646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0" name="Isosceles Triangle 179"/>
              <p:cNvSpPr/>
              <p:nvPr/>
            </p:nvSpPr>
            <p:spPr>
              <a:xfrm rot="5400000">
                <a:off x="1567816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1" name="Isosceles Triangle 180"/>
              <p:cNvSpPr/>
              <p:nvPr/>
            </p:nvSpPr>
            <p:spPr>
              <a:xfrm rot="16200000" flipH="1">
                <a:off x="1567817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2" name="Isosceles Triangle 181"/>
              <p:cNvSpPr/>
              <p:nvPr/>
            </p:nvSpPr>
            <p:spPr>
              <a:xfrm rot="5400000" flipH="1">
                <a:off x="752646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3" name="Isosceles Triangle 182"/>
              <p:cNvSpPr/>
              <p:nvPr/>
            </p:nvSpPr>
            <p:spPr>
              <a:xfrm rot="16200000">
                <a:off x="2384762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4" name="Isosceles Triangle 183"/>
              <p:cNvSpPr/>
              <p:nvPr/>
            </p:nvSpPr>
            <p:spPr>
              <a:xfrm rot="5400000" flipH="1">
                <a:off x="2384762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5" name="Isosceles Triangle 184"/>
              <p:cNvSpPr/>
              <p:nvPr/>
            </p:nvSpPr>
            <p:spPr>
              <a:xfrm rot="16200000">
                <a:off x="2384762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6" name="Isosceles Triangle 185"/>
              <p:cNvSpPr/>
              <p:nvPr/>
            </p:nvSpPr>
            <p:spPr>
              <a:xfrm rot="5400000" flipH="1">
                <a:off x="2384762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7" name="Isosceles Triangle 186"/>
              <p:cNvSpPr/>
              <p:nvPr/>
            </p:nvSpPr>
            <p:spPr>
              <a:xfrm rot="16200000">
                <a:off x="2384762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8" name="Isosceles Triangle 187"/>
              <p:cNvSpPr/>
              <p:nvPr/>
            </p:nvSpPr>
            <p:spPr>
              <a:xfrm rot="5400000" flipH="1">
                <a:off x="2384762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9" name="Isosceles Triangle 188"/>
              <p:cNvSpPr/>
              <p:nvPr/>
            </p:nvSpPr>
            <p:spPr>
              <a:xfrm rot="16200000">
                <a:off x="2384762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0" name="Isosceles Triangle 189"/>
              <p:cNvSpPr/>
              <p:nvPr/>
            </p:nvSpPr>
            <p:spPr>
              <a:xfrm rot="5400000" flipH="1">
                <a:off x="2384762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1" name="Isosceles Triangle 190"/>
              <p:cNvSpPr/>
              <p:nvPr/>
            </p:nvSpPr>
            <p:spPr>
              <a:xfrm rot="5400000">
                <a:off x="-62525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2" name="Isosceles Triangle 191"/>
              <p:cNvSpPr/>
              <p:nvPr/>
            </p:nvSpPr>
            <p:spPr>
              <a:xfrm rot="16200000" flipH="1">
                <a:off x="-62523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3" name="Isosceles Triangle 192"/>
              <p:cNvSpPr/>
              <p:nvPr/>
            </p:nvSpPr>
            <p:spPr>
              <a:xfrm rot="5400000">
                <a:off x="-62525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4" name="Isosceles Triangle 193"/>
              <p:cNvSpPr/>
              <p:nvPr/>
            </p:nvSpPr>
            <p:spPr>
              <a:xfrm rot="16200000" flipH="1">
                <a:off x="-62523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5" name="Isosceles Triangle 194"/>
              <p:cNvSpPr/>
              <p:nvPr/>
            </p:nvSpPr>
            <p:spPr>
              <a:xfrm rot="5400000">
                <a:off x="-62525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6" name="Isosceles Triangle 195"/>
              <p:cNvSpPr/>
              <p:nvPr/>
            </p:nvSpPr>
            <p:spPr>
              <a:xfrm rot="16200000">
                <a:off x="752646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7" name="Isosceles Triangle 196"/>
              <p:cNvSpPr/>
              <p:nvPr/>
            </p:nvSpPr>
            <p:spPr>
              <a:xfrm rot="5400000">
                <a:off x="1567816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8" name="Isosceles Triangle 197"/>
              <p:cNvSpPr/>
              <p:nvPr/>
            </p:nvSpPr>
            <p:spPr>
              <a:xfrm rot="16200000" flipH="1">
                <a:off x="1567817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9" name="Isosceles Triangle 198"/>
              <p:cNvSpPr/>
              <p:nvPr/>
            </p:nvSpPr>
            <p:spPr>
              <a:xfrm rot="5400000" flipH="1">
                <a:off x="752646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0" name="Isosceles Triangle 199"/>
              <p:cNvSpPr/>
              <p:nvPr/>
            </p:nvSpPr>
            <p:spPr>
              <a:xfrm rot="16200000">
                <a:off x="752646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1" name="Isosceles Triangle 200"/>
              <p:cNvSpPr/>
              <p:nvPr/>
            </p:nvSpPr>
            <p:spPr>
              <a:xfrm rot="5400000">
                <a:off x="1567816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2" name="Isosceles Triangle 201"/>
              <p:cNvSpPr/>
              <p:nvPr/>
            </p:nvSpPr>
            <p:spPr>
              <a:xfrm rot="16200000" flipH="1">
                <a:off x="1567817" y="5503810"/>
                <a:ext cx="906601" cy="7815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3" name="Isosceles Triangle 202"/>
              <p:cNvSpPr/>
              <p:nvPr/>
            </p:nvSpPr>
            <p:spPr>
              <a:xfrm rot="5400000" flipH="1">
                <a:off x="752646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4" name="Isosceles Triangle 203"/>
              <p:cNvSpPr/>
              <p:nvPr/>
            </p:nvSpPr>
            <p:spPr>
              <a:xfrm rot="16200000">
                <a:off x="752646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5" name="Isosceles Triangle 204"/>
              <p:cNvSpPr/>
              <p:nvPr/>
            </p:nvSpPr>
            <p:spPr>
              <a:xfrm rot="5400000">
                <a:off x="1567816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6" name="Isosceles Triangle 205"/>
              <p:cNvSpPr/>
              <p:nvPr/>
            </p:nvSpPr>
            <p:spPr>
              <a:xfrm rot="16200000">
                <a:off x="2384762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7" name="Isosceles Triangle 206"/>
              <p:cNvSpPr/>
              <p:nvPr/>
            </p:nvSpPr>
            <p:spPr>
              <a:xfrm rot="5400000" flipH="1">
                <a:off x="2384762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8" name="Isosceles Triangle 207"/>
              <p:cNvSpPr/>
              <p:nvPr/>
            </p:nvSpPr>
            <p:spPr>
              <a:xfrm rot="16200000">
                <a:off x="2384762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9" name="Isosceles Triangle 208"/>
              <p:cNvSpPr/>
              <p:nvPr/>
            </p:nvSpPr>
            <p:spPr>
              <a:xfrm rot="5400000" flipH="1">
                <a:off x="2384762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0" name="Isosceles Triangle 209"/>
              <p:cNvSpPr/>
              <p:nvPr/>
            </p:nvSpPr>
            <p:spPr>
              <a:xfrm rot="16200000">
                <a:off x="2384762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1" name="Isosceles Triangle 210"/>
              <p:cNvSpPr/>
              <p:nvPr userDrawn="1"/>
            </p:nvSpPr>
            <p:spPr>
              <a:xfrm flipV="1">
                <a:off x="20320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Isosceles Triangle 211"/>
              <p:cNvSpPr/>
              <p:nvPr userDrawn="1"/>
            </p:nvSpPr>
            <p:spPr>
              <a:xfrm flipV="1">
                <a:off x="1651549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Isosceles Triangle 212"/>
              <p:cNvSpPr/>
              <p:nvPr userDrawn="1"/>
            </p:nvSpPr>
            <p:spPr>
              <a:xfrm>
                <a:off x="20320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Isosceles Triangle 213"/>
              <p:cNvSpPr/>
              <p:nvPr userDrawn="1"/>
            </p:nvSpPr>
            <p:spPr>
              <a:xfrm>
                <a:off x="1651549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Freeform: Shape 3"/>
            <p:cNvSpPr/>
            <p:nvPr userDrawn="1"/>
          </p:nvSpPr>
          <p:spPr>
            <a:xfrm flipH="1" flipV="1">
              <a:off x="0" y="2775"/>
              <a:ext cx="753860" cy="432248"/>
            </a:xfrm>
            <a:custGeom>
              <a:avLst/>
              <a:gdLst>
                <a:gd name="connsiteX0" fmla="*/ 753860 w 753860"/>
                <a:gd name="connsiteY0" fmla="*/ 432248 h 432248"/>
                <a:gd name="connsiteX1" fmla="*/ 0 w 753860"/>
                <a:gd name="connsiteY1" fmla="*/ 432248 h 432248"/>
                <a:gd name="connsiteX2" fmla="*/ 753860 w 753860"/>
                <a:gd name="connsiteY2" fmla="*/ 0 h 43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860" h="432248">
                  <a:moveTo>
                    <a:pt x="753860" y="432248"/>
                  </a:moveTo>
                  <a:lnTo>
                    <a:pt x="0" y="432248"/>
                  </a:lnTo>
                  <a:lnTo>
                    <a:pt x="75386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40000"/>
              </a:schemeClr>
            </a:solidFill>
            <a:ln w="1270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/>
            <p:cNvSpPr/>
            <p:nvPr userDrawn="1"/>
          </p:nvSpPr>
          <p:spPr>
            <a:xfrm flipH="1">
              <a:off x="0" y="6422977"/>
              <a:ext cx="753860" cy="432248"/>
            </a:xfrm>
            <a:custGeom>
              <a:avLst/>
              <a:gdLst>
                <a:gd name="connsiteX0" fmla="*/ 753860 w 753860"/>
                <a:gd name="connsiteY0" fmla="*/ 0 h 432248"/>
                <a:gd name="connsiteX1" fmla="*/ 0 w 753860"/>
                <a:gd name="connsiteY1" fmla="*/ 432248 h 432248"/>
                <a:gd name="connsiteX2" fmla="*/ 753860 w 753860"/>
                <a:gd name="connsiteY2" fmla="*/ 432248 h 43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860" h="432248">
                  <a:moveTo>
                    <a:pt x="753860" y="0"/>
                  </a:moveTo>
                  <a:lnTo>
                    <a:pt x="0" y="432248"/>
                  </a:lnTo>
                  <a:lnTo>
                    <a:pt x="753860" y="432248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85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4_Title Slide">
    <p:bg>
      <p:bgPr>
        <a:solidFill>
          <a:srgbClr val="2B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/>
          <p:cNvGrpSpPr/>
          <p:nvPr userDrawn="1"/>
        </p:nvGrpSpPr>
        <p:grpSpPr>
          <a:xfrm>
            <a:off x="-3909" y="2775"/>
            <a:ext cx="12199818" cy="6852450"/>
            <a:chOff x="-3909" y="2775"/>
            <a:chExt cx="12199818" cy="6852450"/>
          </a:xfrm>
        </p:grpSpPr>
        <p:grpSp>
          <p:nvGrpSpPr>
            <p:cNvPr id="215" name="Group 214"/>
            <p:cNvGrpSpPr/>
            <p:nvPr userDrawn="1"/>
          </p:nvGrpSpPr>
          <p:grpSpPr>
            <a:xfrm>
              <a:off x="-3909" y="2775"/>
              <a:ext cx="12199818" cy="6852450"/>
              <a:chOff x="-3909" y="2775"/>
              <a:chExt cx="12199818" cy="6852450"/>
            </a:xfrm>
          </p:grpSpPr>
          <p:sp>
            <p:nvSpPr>
              <p:cNvPr id="6" name="Isosceles Triangle 5"/>
              <p:cNvSpPr/>
              <p:nvPr/>
            </p:nvSpPr>
            <p:spPr>
              <a:xfrm rot="5400000" flipH="1">
                <a:off x="2380854" y="205527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" name="Isosceles Triangle 6"/>
              <p:cNvSpPr/>
              <p:nvPr/>
            </p:nvSpPr>
            <p:spPr>
              <a:xfrm rot="16200000" flipH="1">
                <a:off x="4828140" y="90972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" name="Isosceles Triangle 7"/>
              <p:cNvSpPr/>
              <p:nvPr/>
            </p:nvSpPr>
            <p:spPr>
              <a:xfrm rot="5400000">
                <a:off x="4828140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" name="Isosceles Triangle 8"/>
              <p:cNvSpPr/>
              <p:nvPr/>
            </p:nvSpPr>
            <p:spPr>
              <a:xfrm rot="16200000" flipH="1">
                <a:off x="4828140" y="1074415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" name="Isosceles Triangle 9"/>
              <p:cNvSpPr/>
              <p:nvPr/>
            </p:nvSpPr>
            <p:spPr>
              <a:xfrm rot="5400000">
                <a:off x="4828140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 rot="16200000" flipH="1">
                <a:off x="4828140" y="205527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" name="Isosceles Triangle 11"/>
              <p:cNvSpPr/>
              <p:nvPr/>
            </p:nvSpPr>
            <p:spPr>
              <a:xfrm rot="5400000">
                <a:off x="4828140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" name="Isosceles Triangle 12"/>
              <p:cNvSpPr/>
              <p:nvPr/>
            </p:nvSpPr>
            <p:spPr>
              <a:xfrm rot="16200000" flipH="1">
                <a:off x="4828140" y="303871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" name="Isosceles Triangle 13"/>
              <p:cNvSpPr/>
              <p:nvPr/>
            </p:nvSpPr>
            <p:spPr>
              <a:xfrm rot="5400000">
                <a:off x="4828140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" name="Isosceles Triangle 14"/>
              <p:cNvSpPr/>
              <p:nvPr/>
            </p:nvSpPr>
            <p:spPr>
              <a:xfrm rot="5400000" flipH="1">
                <a:off x="4012971" y="90972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" name="Isosceles Triangle 15"/>
              <p:cNvSpPr/>
              <p:nvPr/>
            </p:nvSpPr>
            <p:spPr>
              <a:xfrm rot="16200000" flipH="1">
                <a:off x="3197800" y="90972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" name="Isosceles Triangle 16"/>
              <p:cNvSpPr/>
              <p:nvPr/>
            </p:nvSpPr>
            <p:spPr>
              <a:xfrm rot="5400000">
                <a:off x="3197799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" name="Isosceles Triangle 17"/>
              <p:cNvSpPr/>
              <p:nvPr/>
            </p:nvSpPr>
            <p:spPr>
              <a:xfrm rot="16200000">
                <a:off x="4012971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" name="Isosceles Triangle 18"/>
              <p:cNvSpPr/>
              <p:nvPr/>
            </p:nvSpPr>
            <p:spPr>
              <a:xfrm rot="5400000" flipH="1">
                <a:off x="4012971" y="1074415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" name="Isosceles Triangle 19"/>
              <p:cNvSpPr/>
              <p:nvPr/>
            </p:nvSpPr>
            <p:spPr>
              <a:xfrm rot="16200000" flipH="1">
                <a:off x="3197800" y="1074415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" name="Isosceles Triangle 20"/>
              <p:cNvSpPr/>
              <p:nvPr/>
            </p:nvSpPr>
            <p:spPr>
              <a:xfrm rot="5400000">
                <a:off x="3197799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2" name="Isosceles Triangle 21"/>
              <p:cNvSpPr/>
              <p:nvPr/>
            </p:nvSpPr>
            <p:spPr>
              <a:xfrm rot="16200000">
                <a:off x="4012971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3" name="Isosceles Triangle 22"/>
              <p:cNvSpPr/>
              <p:nvPr/>
            </p:nvSpPr>
            <p:spPr>
              <a:xfrm rot="5400000" flipH="1">
                <a:off x="4012971" y="205527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4" name="Isosceles Triangle 23"/>
              <p:cNvSpPr/>
              <p:nvPr/>
            </p:nvSpPr>
            <p:spPr>
              <a:xfrm rot="16200000" flipH="1">
                <a:off x="3197800" y="205527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5" name="Isosceles Triangle 24"/>
              <p:cNvSpPr/>
              <p:nvPr/>
            </p:nvSpPr>
            <p:spPr>
              <a:xfrm rot="5400000">
                <a:off x="3197799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6" name="Isosceles Triangle 25"/>
              <p:cNvSpPr/>
              <p:nvPr/>
            </p:nvSpPr>
            <p:spPr>
              <a:xfrm rot="16200000">
                <a:off x="4012971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7" name="Isosceles Triangle 26"/>
              <p:cNvSpPr/>
              <p:nvPr/>
            </p:nvSpPr>
            <p:spPr>
              <a:xfrm rot="5400000" flipH="1">
                <a:off x="4012971" y="303871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8" name="Isosceles Triangle 27"/>
              <p:cNvSpPr/>
              <p:nvPr/>
            </p:nvSpPr>
            <p:spPr>
              <a:xfrm rot="16200000" flipH="1">
                <a:off x="3197800" y="303871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9" name="Isosceles Triangle 28"/>
              <p:cNvSpPr/>
              <p:nvPr/>
            </p:nvSpPr>
            <p:spPr>
              <a:xfrm rot="5400000">
                <a:off x="3197799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0" name="Isosceles Triangle 29"/>
              <p:cNvSpPr/>
              <p:nvPr/>
            </p:nvSpPr>
            <p:spPr>
              <a:xfrm rot="16200000">
                <a:off x="4012971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1" name="Isosceles Triangle 30"/>
              <p:cNvSpPr/>
              <p:nvPr/>
            </p:nvSpPr>
            <p:spPr>
              <a:xfrm rot="5400000" flipH="1">
                <a:off x="2380854" y="90972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2" name="Isosceles Triangle 31"/>
              <p:cNvSpPr/>
              <p:nvPr/>
            </p:nvSpPr>
            <p:spPr>
              <a:xfrm rot="16200000" flipH="1">
                <a:off x="1565684" y="90972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3" name="Isosceles Triangle 32"/>
              <p:cNvSpPr/>
              <p:nvPr/>
            </p:nvSpPr>
            <p:spPr>
              <a:xfrm rot="5400000">
                <a:off x="1565683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4" name="Isosceles Triangle 33"/>
              <p:cNvSpPr/>
              <p:nvPr/>
            </p:nvSpPr>
            <p:spPr>
              <a:xfrm rot="16200000">
                <a:off x="2380854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6" name="Isosceles Triangle 35"/>
              <p:cNvSpPr/>
              <p:nvPr/>
            </p:nvSpPr>
            <p:spPr>
              <a:xfrm rot="16200000" flipH="1">
                <a:off x="1565684" y="1074415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7" name="Isosceles Triangle 36"/>
              <p:cNvSpPr/>
              <p:nvPr/>
            </p:nvSpPr>
            <p:spPr>
              <a:xfrm rot="5400000">
                <a:off x="1565683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8" name="Isosceles Triangle 37"/>
              <p:cNvSpPr/>
              <p:nvPr/>
            </p:nvSpPr>
            <p:spPr>
              <a:xfrm rot="16200000">
                <a:off x="2380854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9" name="Isosceles Triangle 38"/>
              <p:cNvSpPr/>
              <p:nvPr/>
            </p:nvSpPr>
            <p:spPr>
              <a:xfrm rot="16200000" flipH="1">
                <a:off x="1565684" y="205527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0" name="Isosceles Triangle 39"/>
              <p:cNvSpPr/>
              <p:nvPr/>
            </p:nvSpPr>
            <p:spPr>
              <a:xfrm rot="5400000">
                <a:off x="1565683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1" name="Isosceles Triangle 40"/>
              <p:cNvSpPr/>
              <p:nvPr/>
            </p:nvSpPr>
            <p:spPr>
              <a:xfrm rot="16200000">
                <a:off x="2380854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2" name="Isosceles Triangle 41"/>
              <p:cNvSpPr/>
              <p:nvPr/>
            </p:nvSpPr>
            <p:spPr>
              <a:xfrm rot="5400000" flipH="1">
                <a:off x="2380854" y="303871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3" name="Isosceles Triangle 42"/>
              <p:cNvSpPr/>
              <p:nvPr/>
            </p:nvSpPr>
            <p:spPr>
              <a:xfrm rot="16200000" flipH="1">
                <a:off x="1565684" y="303871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4" name="Isosceles Triangle 43"/>
              <p:cNvSpPr/>
              <p:nvPr/>
            </p:nvSpPr>
            <p:spPr>
              <a:xfrm rot="5400000">
                <a:off x="1565683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5" name="Isosceles Triangle 44"/>
              <p:cNvSpPr/>
              <p:nvPr/>
            </p:nvSpPr>
            <p:spPr>
              <a:xfrm rot="16200000">
                <a:off x="2380854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6" name="Isosceles Triangle 45"/>
              <p:cNvSpPr/>
              <p:nvPr/>
            </p:nvSpPr>
            <p:spPr>
              <a:xfrm rot="5400000" flipH="1">
                <a:off x="748738" y="90972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7" name="Isosceles Triangle 46"/>
              <p:cNvSpPr/>
              <p:nvPr/>
            </p:nvSpPr>
            <p:spPr>
              <a:xfrm rot="16200000" flipH="1">
                <a:off x="-66433" y="90972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8" name="Isosceles Triangle 47"/>
              <p:cNvSpPr/>
              <p:nvPr/>
            </p:nvSpPr>
            <p:spPr>
              <a:xfrm rot="5400000">
                <a:off x="-66433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49" name="Isosceles Triangle 48"/>
              <p:cNvSpPr/>
              <p:nvPr/>
            </p:nvSpPr>
            <p:spPr>
              <a:xfrm rot="16200000">
                <a:off x="748738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0" name="Isosceles Triangle 49"/>
              <p:cNvSpPr/>
              <p:nvPr/>
            </p:nvSpPr>
            <p:spPr>
              <a:xfrm rot="5400000" flipH="1">
                <a:off x="748738" y="1074415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1" name="Isosceles Triangle 50"/>
              <p:cNvSpPr/>
              <p:nvPr/>
            </p:nvSpPr>
            <p:spPr>
              <a:xfrm rot="16200000" flipH="1">
                <a:off x="-66433" y="1074415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2" name="Isosceles Triangle 51"/>
              <p:cNvSpPr/>
              <p:nvPr/>
            </p:nvSpPr>
            <p:spPr>
              <a:xfrm rot="5400000">
                <a:off x="-66433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3" name="Isosceles Triangle 52"/>
              <p:cNvSpPr/>
              <p:nvPr/>
            </p:nvSpPr>
            <p:spPr>
              <a:xfrm rot="16200000">
                <a:off x="748738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4" name="Isosceles Triangle 53"/>
              <p:cNvSpPr/>
              <p:nvPr/>
            </p:nvSpPr>
            <p:spPr>
              <a:xfrm rot="5400000" flipH="1">
                <a:off x="748738" y="205527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5" name="Isosceles Triangle 54"/>
              <p:cNvSpPr/>
              <p:nvPr/>
            </p:nvSpPr>
            <p:spPr>
              <a:xfrm rot="16200000" flipH="1">
                <a:off x="-66433" y="205527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6" name="Isosceles Triangle 55"/>
              <p:cNvSpPr/>
              <p:nvPr/>
            </p:nvSpPr>
            <p:spPr>
              <a:xfrm rot="5400000">
                <a:off x="-66433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7" name="Isosceles Triangle 56"/>
              <p:cNvSpPr/>
              <p:nvPr/>
            </p:nvSpPr>
            <p:spPr>
              <a:xfrm rot="16200000">
                <a:off x="748738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8" name="Isosceles Triangle 57"/>
              <p:cNvSpPr/>
              <p:nvPr/>
            </p:nvSpPr>
            <p:spPr>
              <a:xfrm rot="5400000" flipH="1">
                <a:off x="748738" y="303871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59" name="Isosceles Triangle 58"/>
              <p:cNvSpPr/>
              <p:nvPr/>
            </p:nvSpPr>
            <p:spPr>
              <a:xfrm rot="16200000" flipH="1">
                <a:off x="-66433" y="303871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1" name="Isosceles Triangle 60"/>
              <p:cNvSpPr/>
              <p:nvPr/>
            </p:nvSpPr>
            <p:spPr>
              <a:xfrm rot="16200000">
                <a:off x="748738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2" name="Isosceles Triangle 61"/>
              <p:cNvSpPr/>
              <p:nvPr/>
            </p:nvSpPr>
            <p:spPr>
              <a:xfrm rot="16200000" flipH="1">
                <a:off x="4828140" y="402562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3" name="Isosceles Triangle 62"/>
              <p:cNvSpPr/>
              <p:nvPr/>
            </p:nvSpPr>
            <p:spPr>
              <a:xfrm rot="5400000">
                <a:off x="4828140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4" name="Isosceles Triangle 63"/>
              <p:cNvSpPr/>
              <p:nvPr/>
            </p:nvSpPr>
            <p:spPr>
              <a:xfrm rot="16200000" flipH="1">
                <a:off x="4828140" y="500906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5" name="Isosceles Triangle 64"/>
              <p:cNvSpPr/>
              <p:nvPr/>
            </p:nvSpPr>
            <p:spPr>
              <a:xfrm rot="5400000">
                <a:off x="4828140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6" name="Isosceles Triangle 65"/>
              <p:cNvSpPr/>
              <p:nvPr/>
            </p:nvSpPr>
            <p:spPr>
              <a:xfrm rot="16200000" flipH="1">
                <a:off x="4828140" y="5989918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7" name="Isosceles Triangle 66"/>
              <p:cNvSpPr/>
              <p:nvPr/>
            </p:nvSpPr>
            <p:spPr>
              <a:xfrm rot="5400000" flipH="1">
                <a:off x="4012971" y="402562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8" name="Isosceles Triangle 67"/>
              <p:cNvSpPr/>
              <p:nvPr/>
            </p:nvSpPr>
            <p:spPr>
              <a:xfrm rot="16200000" flipH="1">
                <a:off x="3197800" y="402562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69" name="Isosceles Triangle 68"/>
              <p:cNvSpPr/>
              <p:nvPr/>
            </p:nvSpPr>
            <p:spPr>
              <a:xfrm rot="5400000">
                <a:off x="3197799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0" name="Isosceles Triangle 69"/>
              <p:cNvSpPr/>
              <p:nvPr/>
            </p:nvSpPr>
            <p:spPr>
              <a:xfrm rot="16200000">
                <a:off x="4012971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2" name="Isosceles Triangle 71"/>
              <p:cNvSpPr/>
              <p:nvPr/>
            </p:nvSpPr>
            <p:spPr>
              <a:xfrm rot="16200000" flipH="1">
                <a:off x="3197800" y="500906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3" name="Isosceles Triangle 72"/>
              <p:cNvSpPr/>
              <p:nvPr/>
            </p:nvSpPr>
            <p:spPr>
              <a:xfrm rot="5400000">
                <a:off x="3197799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4" name="Isosceles Triangle 73"/>
              <p:cNvSpPr/>
              <p:nvPr/>
            </p:nvSpPr>
            <p:spPr>
              <a:xfrm rot="16200000">
                <a:off x="4012971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5" name="Isosceles Triangle 74"/>
              <p:cNvSpPr/>
              <p:nvPr/>
            </p:nvSpPr>
            <p:spPr>
              <a:xfrm rot="5400000" flipH="1">
                <a:off x="4012971" y="5989918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6" name="Isosceles Triangle 75"/>
              <p:cNvSpPr/>
              <p:nvPr/>
            </p:nvSpPr>
            <p:spPr>
              <a:xfrm rot="16200000" flipH="1">
                <a:off x="3197800" y="5989918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7" name="Isosceles Triangle 76"/>
              <p:cNvSpPr/>
              <p:nvPr/>
            </p:nvSpPr>
            <p:spPr>
              <a:xfrm rot="5400000" flipH="1">
                <a:off x="2380854" y="402562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8" name="Isosceles Triangle 77"/>
              <p:cNvSpPr/>
              <p:nvPr/>
            </p:nvSpPr>
            <p:spPr>
              <a:xfrm rot="16200000" flipH="1">
                <a:off x="1565684" y="402562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9" name="Isosceles Triangle 78"/>
              <p:cNvSpPr/>
              <p:nvPr/>
            </p:nvSpPr>
            <p:spPr>
              <a:xfrm rot="5400000">
                <a:off x="1565683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0" name="Isosceles Triangle 79"/>
              <p:cNvSpPr/>
              <p:nvPr/>
            </p:nvSpPr>
            <p:spPr>
              <a:xfrm rot="16200000">
                <a:off x="2380854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1" name="Isosceles Triangle 80"/>
              <p:cNvSpPr/>
              <p:nvPr/>
            </p:nvSpPr>
            <p:spPr>
              <a:xfrm rot="5400000" flipH="1">
                <a:off x="2380854" y="500906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2" name="Isosceles Triangle 81"/>
              <p:cNvSpPr/>
              <p:nvPr/>
            </p:nvSpPr>
            <p:spPr>
              <a:xfrm rot="16200000" flipH="1">
                <a:off x="1565684" y="500906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3" name="Isosceles Triangle 82"/>
              <p:cNvSpPr/>
              <p:nvPr/>
            </p:nvSpPr>
            <p:spPr>
              <a:xfrm rot="5400000">
                <a:off x="1565683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4" name="Isosceles Triangle 83"/>
              <p:cNvSpPr/>
              <p:nvPr/>
            </p:nvSpPr>
            <p:spPr>
              <a:xfrm rot="16200000">
                <a:off x="2380854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5" name="Isosceles Triangle 84"/>
              <p:cNvSpPr/>
              <p:nvPr/>
            </p:nvSpPr>
            <p:spPr>
              <a:xfrm rot="5400000" flipH="1">
                <a:off x="2380854" y="5989918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6" name="Isosceles Triangle 85"/>
              <p:cNvSpPr/>
              <p:nvPr/>
            </p:nvSpPr>
            <p:spPr>
              <a:xfrm rot="16200000" flipH="1">
                <a:off x="1565684" y="5989918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7" name="Isosceles Triangle 86"/>
              <p:cNvSpPr/>
              <p:nvPr/>
            </p:nvSpPr>
            <p:spPr>
              <a:xfrm rot="5400000" flipH="1">
                <a:off x="748738" y="402562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8" name="Isosceles Triangle 87"/>
              <p:cNvSpPr/>
              <p:nvPr/>
            </p:nvSpPr>
            <p:spPr>
              <a:xfrm rot="16200000" flipH="1">
                <a:off x="-66433" y="402562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89" name="Isosceles Triangle 88"/>
              <p:cNvSpPr/>
              <p:nvPr/>
            </p:nvSpPr>
            <p:spPr>
              <a:xfrm rot="5400000">
                <a:off x="-66433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0" name="Isosceles Triangle 89"/>
              <p:cNvSpPr/>
              <p:nvPr/>
            </p:nvSpPr>
            <p:spPr>
              <a:xfrm rot="16200000">
                <a:off x="748738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1" name="Isosceles Triangle 90"/>
              <p:cNvSpPr/>
              <p:nvPr/>
            </p:nvSpPr>
            <p:spPr>
              <a:xfrm rot="5400000" flipH="1">
                <a:off x="748738" y="500906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2" name="Isosceles Triangle 91"/>
              <p:cNvSpPr/>
              <p:nvPr/>
            </p:nvSpPr>
            <p:spPr>
              <a:xfrm rot="16200000" flipH="1">
                <a:off x="-66433" y="500906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3" name="Isosceles Triangle 92"/>
              <p:cNvSpPr/>
              <p:nvPr/>
            </p:nvSpPr>
            <p:spPr>
              <a:xfrm rot="5400000">
                <a:off x="-66433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4" name="Isosceles Triangle 93"/>
              <p:cNvSpPr/>
              <p:nvPr/>
            </p:nvSpPr>
            <p:spPr>
              <a:xfrm rot="16200000">
                <a:off x="748738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5" name="Isosceles Triangle 94"/>
              <p:cNvSpPr/>
              <p:nvPr/>
            </p:nvSpPr>
            <p:spPr>
              <a:xfrm rot="5400000" flipH="1">
                <a:off x="748738" y="5989918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6" name="Isosceles Triangle 95"/>
              <p:cNvSpPr/>
              <p:nvPr/>
            </p:nvSpPr>
            <p:spPr>
              <a:xfrm rot="16200000" flipH="1">
                <a:off x="-66433" y="5989918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97" name="Isosceles Triangle 96"/>
              <p:cNvSpPr/>
              <p:nvPr userDrawn="1"/>
            </p:nvSpPr>
            <p:spPr>
              <a:xfrm flipH="1" flipV="1">
                <a:off x="4097148" y="2775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Isosceles Triangle 97"/>
              <p:cNvSpPr/>
              <p:nvPr userDrawn="1"/>
            </p:nvSpPr>
            <p:spPr>
              <a:xfrm flipH="1" flipV="1">
                <a:off x="2465920" y="2775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Isosceles Triangle 98"/>
              <p:cNvSpPr/>
              <p:nvPr userDrawn="1"/>
            </p:nvSpPr>
            <p:spPr>
              <a:xfrm flipH="1" flipV="1">
                <a:off x="834691" y="2775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Isosceles Triangle 99"/>
              <p:cNvSpPr/>
              <p:nvPr/>
            </p:nvSpPr>
            <p:spPr>
              <a:xfrm rot="16200000" flipH="1">
                <a:off x="8090597" y="90972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1" name="Isosceles Triangle 100"/>
              <p:cNvSpPr/>
              <p:nvPr/>
            </p:nvSpPr>
            <p:spPr>
              <a:xfrm rot="5400000">
                <a:off x="8090596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2" name="Isosceles Triangle 101"/>
              <p:cNvSpPr/>
              <p:nvPr/>
            </p:nvSpPr>
            <p:spPr>
              <a:xfrm rot="16200000" flipH="1">
                <a:off x="8090597" y="1074415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3" name="Isosceles Triangle 102"/>
              <p:cNvSpPr/>
              <p:nvPr/>
            </p:nvSpPr>
            <p:spPr>
              <a:xfrm rot="5400000">
                <a:off x="8090596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4" name="Isosceles Triangle 103"/>
              <p:cNvSpPr/>
              <p:nvPr/>
            </p:nvSpPr>
            <p:spPr>
              <a:xfrm rot="16200000" flipH="1">
                <a:off x="8090597" y="205527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5" name="Isosceles Triangle 104"/>
              <p:cNvSpPr/>
              <p:nvPr/>
            </p:nvSpPr>
            <p:spPr>
              <a:xfrm rot="5400000">
                <a:off x="8090596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6" name="Isosceles Triangle 105"/>
              <p:cNvSpPr/>
              <p:nvPr/>
            </p:nvSpPr>
            <p:spPr>
              <a:xfrm rot="16200000" flipH="1">
                <a:off x="8090597" y="303871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7" name="Isosceles Triangle 106"/>
              <p:cNvSpPr/>
              <p:nvPr/>
            </p:nvSpPr>
            <p:spPr>
              <a:xfrm rot="5400000">
                <a:off x="8090596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8" name="Isosceles Triangle 107"/>
              <p:cNvSpPr/>
              <p:nvPr/>
            </p:nvSpPr>
            <p:spPr>
              <a:xfrm rot="5400000" flipH="1">
                <a:off x="7275427" y="90972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09" name="Isosceles Triangle 108"/>
              <p:cNvSpPr/>
              <p:nvPr/>
            </p:nvSpPr>
            <p:spPr>
              <a:xfrm rot="16200000" flipH="1">
                <a:off x="6460256" y="90972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0" name="Isosceles Triangle 109"/>
              <p:cNvSpPr/>
              <p:nvPr/>
            </p:nvSpPr>
            <p:spPr>
              <a:xfrm rot="5400000">
                <a:off x="6460256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1" name="Isosceles Triangle 110"/>
              <p:cNvSpPr/>
              <p:nvPr/>
            </p:nvSpPr>
            <p:spPr>
              <a:xfrm rot="16200000">
                <a:off x="7275427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2" name="Isosceles Triangle 111"/>
              <p:cNvSpPr/>
              <p:nvPr/>
            </p:nvSpPr>
            <p:spPr>
              <a:xfrm rot="5400000" flipH="1">
                <a:off x="7275427" y="1074415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3" name="Isosceles Triangle 112"/>
              <p:cNvSpPr/>
              <p:nvPr/>
            </p:nvSpPr>
            <p:spPr>
              <a:xfrm rot="16200000" flipH="1">
                <a:off x="6460256" y="1074415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4" name="Isosceles Triangle 113"/>
              <p:cNvSpPr/>
              <p:nvPr/>
            </p:nvSpPr>
            <p:spPr>
              <a:xfrm rot="5400000">
                <a:off x="6460256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5" name="Isosceles Triangle 114"/>
              <p:cNvSpPr/>
              <p:nvPr/>
            </p:nvSpPr>
            <p:spPr>
              <a:xfrm rot="16200000">
                <a:off x="7275427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7" name="Isosceles Triangle 116"/>
              <p:cNvSpPr/>
              <p:nvPr/>
            </p:nvSpPr>
            <p:spPr>
              <a:xfrm rot="16200000" flipH="1">
                <a:off x="6460256" y="205527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8" name="Isosceles Triangle 117"/>
              <p:cNvSpPr/>
              <p:nvPr/>
            </p:nvSpPr>
            <p:spPr>
              <a:xfrm rot="5400000">
                <a:off x="6460256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19" name="Isosceles Triangle 118"/>
              <p:cNvSpPr/>
              <p:nvPr/>
            </p:nvSpPr>
            <p:spPr>
              <a:xfrm rot="16200000">
                <a:off x="7275427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0" name="Isosceles Triangle 119"/>
              <p:cNvSpPr/>
              <p:nvPr/>
            </p:nvSpPr>
            <p:spPr>
              <a:xfrm rot="5400000" flipH="1">
                <a:off x="7275427" y="303871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1" name="Isosceles Triangle 120"/>
              <p:cNvSpPr/>
              <p:nvPr/>
            </p:nvSpPr>
            <p:spPr>
              <a:xfrm rot="16200000" flipH="1">
                <a:off x="6460256" y="303871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2" name="Isosceles Triangle 121"/>
              <p:cNvSpPr/>
              <p:nvPr/>
            </p:nvSpPr>
            <p:spPr>
              <a:xfrm rot="5400000">
                <a:off x="6460256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3" name="Isosceles Triangle 122"/>
              <p:cNvSpPr/>
              <p:nvPr/>
            </p:nvSpPr>
            <p:spPr>
              <a:xfrm rot="16200000">
                <a:off x="7275427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4" name="Isosceles Triangle 123"/>
              <p:cNvSpPr/>
              <p:nvPr/>
            </p:nvSpPr>
            <p:spPr>
              <a:xfrm rot="5400000" flipH="1">
                <a:off x="5643311" y="90972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5" name="Isosceles Triangle 124"/>
              <p:cNvSpPr/>
              <p:nvPr/>
            </p:nvSpPr>
            <p:spPr>
              <a:xfrm rot="16200000">
                <a:off x="5643311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6" name="Isosceles Triangle 125"/>
              <p:cNvSpPr/>
              <p:nvPr/>
            </p:nvSpPr>
            <p:spPr>
              <a:xfrm rot="5400000" flipH="1">
                <a:off x="5643311" y="1074415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7" name="Isosceles Triangle 126"/>
              <p:cNvSpPr/>
              <p:nvPr/>
            </p:nvSpPr>
            <p:spPr>
              <a:xfrm rot="16200000">
                <a:off x="5643311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8" name="Isosceles Triangle 127"/>
              <p:cNvSpPr/>
              <p:nvPr/>
            </p:nvSpPr>
            <p:spPr>
              <a:xfrm rot="5400000" flipH="1">
                <a:off x="5643311" y="205527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29" name="Isosceles Triangle 128"/>
              <p:cNvSpPr/>
              <p:nvPr/>
            </p:nvSpPr>
            <p:spPr>
              <a:xfrm rot="16200000">
                <a:off x="5643311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0" name="Isosceles Triangle 129"/>
              <p:cNvSpPr/>
              <p:nvPr/>
            </p:nvSpPr>
            <p:spPr>
              <a:xfrm rot="5400000" flipH="1">
                <a:off x="5643311" y="303871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1" name="Isosceles Triangle 130"/>
              <p:cNvSpPr/>
              <p:nvPr/>
            </p:nvSpPr>
            <p:spPr>
              <a:xfrm rot="16200000">
                <a:off x="5643311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2" name="Isosceles Triangle 131"/>
              <p:cNvSpPr/>
              <p:nvPr/>
            </p:nvSpPr>
            <p:spPr>
              <a:xfrm rot="16200000" flipH="1">
                <a:off x="8090597" y="402562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3" name="Isosceles Triangle 132"/>
              <p:cNvSpPr/>
              <p:nvPr/>
            </p:nvSpPr>
            <p:spPr>
              <a:xfrm rot="5400000">
                <a:off x="8090596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4" name="Isosceles Triangle 133"/>
              <p:cNvSpPr/>
              <p:nvPr/>
            </p:nvSpPr>
            <p:spPr>
              <a:xfrm rot="16200000" flipH="1">
                <a:off x="8090597" y="500906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5" name="Isosceles Triangle 134"/>
              <p:cNvSpPr/>
              <p:nvPr/>
            </p:nvSpPr>
            <p:spPr>
              <a:xfrm rot="5400000">
                <a:off x="8090596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6" name="Isosceles Triangle 135"/>
              <p:cNvSpPr/>
              <p:nvPr/>
            </p:nvSpPr>
            <p:spPr>
              <a:xfrm rot="16200000" flipH="1">
                <a:off x="8090597" y="5989918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7" name="Isosceles Triangle 136"/>
              <p:cNvSpPr/>
              <p:nvPr/>
            </p:nvSpPr>
            <p:spPr>
              <a:xfrm rot="5400000" flipH="1">
                <a:off x="7275427" y="402562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8" name="Isosceles Triangle 137"/>
              <p:cNvSpPr/>
              <p:nvPr/>
            </p:nvSpPr>
            <p:spPr>
              <a:xfrm rot="16200000" flipH="1">
                <a:off x="6460256" y="402562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39" name="Isosceles Triangle 138"/>
              <p:cNvSpPr/>
              <p:nvPr/>
            </p:nvSpPr>
            <p:spPr>
              <a:xfrm rot="5400000">
                <a:off x="6460256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0" name="Isosceles Triangle 139"/>
              <p:cNvSpPr/>
              <p:nvPr/>
            </p:nvSpPr>
            <p:spPr>
              <a:xfrm rot="16200000">
                <a:off x="7275427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1" name="Isosceles Triangle 140"/>
              <p:cNvSpPr/>
              <p:nvPr/>
            </p:nvSpPr>
            <p:spPr>
              <a:xfrm rot="5400000" flipH="1">
                <a:off x="7275427" y="500906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2" name="Isosceles Triangle 141"/>
              <p:cNvSpPr/>
              <p:nvPr/>
            </p:nvSpPr>
            <p:spPr>
              <a:xfrm rot="16200000" flipH="1">
                <a:off x="6460256" y="500906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3" name="Isosceles Triangle 142"/>
              <p:cNvSpPr/>
              <p:nvPr/>
            </p:nvSpPr>
            <p:spPr>
              <a:xfrm rot="5400000">
                <a:off x="6460256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4" name="Isosceles Triangle 143"/>
              <p:cNvSpPr/>
              <p:nvPr/>
            </p:nvSpPr>
            <p:spPr>
              <a:xfrm rot="16200000">
                <a:off x="7275427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5" name="Isosceles Triangle 144"/>
              <p:cNvSpPr/>
              <p:nvPr/>
            </p:nvSpPr>
            <p:spPr>
              <a:xfrm rot="5400000" flipH="1">
                <a:off x="7275427" y="5989918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6" name="Isosceles Triangle 145"/>
              <p:cNvSpPr/>
              <p:nvPr/>
            </p:nvSpPr>
            <p:spPr>
              <a:xfrm rot="16200000" flipH="1">
                <a:off x="6460256" y="5989918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7" name="Isosceles Triangle 146"/>
              <p:cNvSpPr/>
              <p:nvPr/>
            </p:nvSpPr>
            <p:spPr>
              <a:xfrm rot="5400000" flipH="1">
                <a:off x="5643311" y="402562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8" name="Isosceles Triangle 147"/>
              <p:cNvSpPr/>
              <p:nvPr/>
            </p:nvSpPr>
            <p:spPr>
              <a:xfrm rot="16200000">
                <a:off x="5643311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49" name="Isosceles Triangle 148"/>
              <p:cNvSpPr/>
              <p:nvPr/>
            </p:nvSpPr>
            <p:spPr>
              <a:xfrm rot="5400000" flipH="1">
                <a:off x="5643311" y="500906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0" name="Isosceles Triangle 149"/>
              <p:cNvSpPr/>
              <p:nvPr/>
            </p:nvSpPr>
            <p:spPr>
              <a:xfrm rot="16200000">
                <a:off x="5643311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1" name="Isosceles Triangle 150"/>
              <p:cNvSpPr/>
              <p:nvPr/>
            </p:nvSpPr>
            <p:spPr>
              <a:xfrm rot="5400000" flipH="1">
                <a:off x="5643311" y="5989918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2" name="Isosceles Triangle 151"/>
              <p:cNvSpPr/>
              <p:nvPr userDrawn="1"/>
            </p:nvSpPr>
            <p:spPr>
              <a:xfrm flipH="1" flipV="1">
                <a:off x="7360048" y="2775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Isosceles Triangle 152"/>
              <p:cNvSpPr/>
              <p:nvPr userDrawn="1"/>
            </p:nvSpPr>
            <p:spPr>
              <a:xfrm flipH="1" flipV="1">
                <a:off x="5728819" y="2775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Isosceles Triangle 153"/>
              <p:cNvSpPr/>
              <p:nvPr userDrawn="1"/>
            </p:nvSpPr>
            <p:spPr>
              <a:xfrm flipH="1">
                <a:off x="7360048" y="6409621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Isosceles Triangle 154"/>
              <p:cNvSpPr/>
              <p:nvPr userDrawn="1"/>
            </p:nvSpPr>
            <p:spPr>
              <a:xfrm flipH="1">
                <a:off x="5728819" y="6409621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Isosceles Triangle 155"/>
              <p:cNvSpPr/>
              <p:nvPr userDrawn="1"/>
            </p:nvSpPr>
            <p:spPr>
              <a:xfrm flipH="1">
                <a:off x="4097148" y="6409621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Isosceles Triangle 156"/>
              <p:cNvSpPr/>
              <p:nvPr userDrawn="1"/>
            </p:nvSpPr>
            <p:spPr>
              <a:xfrm flipH="1">
                <a:off x="2465920" y="6409621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Isosceles Triangle 157"/>
              <p:cNvSpPr/>
              <p:nvPr userDrawn="1"/>
            </p:nvSpPr>
            <p:spPr>
              <a:xfrm flipH="1">
                <a:off x="834691" y="6409621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Isosceles Triangle 158"/>
              <p:cNvSpPr/>
              <p:nvPr/>
            </p:nvSpPr>
            <p:spPr>
              <a:xfrm rot="16200000" flipH="1">
                <a:off x="11351832" y="90972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0" name="Isosceles Triangle 159"/>
              <p:cNvSpPr/>
              <p:nvPr/>
            </p:nvSpPr>
            <p:spPr>
              <a:xfrm rot="5400000">
                <a:off x="11351831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1" name="Isosceles Triangle 160"/>
              <p:cNvSpPr/>
              <p:nvPr/>
            </p:nvSpPr>
            <p:spPr>
              <a:xfrm rot="16200000" flipH="1">
                <a:off x="11351832" y="1074415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2" name="Isosceles Triangle 161"/>
              <p:cNvSpPr/>
              <p:nvPr/>
            </p:nvSpPr>
            <p:spPr>
              <a:xfrm rot="5400000">
                <a:off x="11351831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3" name="Isosceles Triangle 162"/>
              <p:cNvSpPr/>
              <p:nvPr/>
            </p:nvSpPr>
            <p:spPr>
              <a:xfrm rot="16200000" flipH="1">
                <a:off x="11351832" y="205527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4" name="Isosceles Triangle 163"/>
              <p:cNvSpPr/>
              <p:nvPr/>
            </p:nvSpPr>
            <p:spPr>
              <a:xfrm rot="5400000">
                <a:off x="11351831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5" name="Isosceles Triangle 164"/>
              <p:cNvSpPr/>
              <p:nvPr/>
            </p:nvSpPr>
            <p:spPr>
              <a:xfrm rot="16200000" flipH="1">
                <a:off x="11351832" y="303871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7" name="Isosceles Triangle 166"/>
              <p:cNvSpPr/>
              <p:nvPr/>
            </p:nvSpPr>
            <p:spPr>
              <a:xfrm rot="5400000" flipH="1">
                <a:off x="10536662" y="90972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8" name="Isosceles Triangle 167"/>
              <p:cNvSpPr/>
              <p:nvPr/>
            </p:nvSpPr>
            <p:spPr>
              <a:xfrm rot="16200000" flipH="1">
                <a:off x="9721491" y="90972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69" name="Isosceles Triangle 168"/>
              <p:cNvSpPr/>
              <p:nvPr/>
            </p:nvSpPr>
            <p:spPr>
              <a:xfrm rot="5400000">
                <a:off x="9721491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0" name="Isosceles Triangle 169"/>
              <p:cNvSpPr/>
              <p:nvPr/>
            </p:nvSpPr>
            <p:spPr>
              <a:xfrm rot="16200000">
                <a:off x="10536662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1" name="Isosceles Triangle 170"/>
              <p:cNvSpPr/>
              <p:nvPr/>
            </p:nvSpPr>
            <p:spPr>
              <a:xfrm rot="5400000" flipH="1">
                <a:off x="10536662" y="1074415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2" name="Isosceles Triangle 171"/>
              <p:cNvSpPr/>
              <p:nvPr/>
            </p:nvSpPr>
            <p:spPr>
              <a:xfrm rot="16200000" flipH="1">
                <a:off x="9721491" y="1074415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3" name="Isosceles Triangle 172"/>
              <p:cNvSpPr/>
              <p:nvPr/>
            </p:nvSpPr>
            <p:spPr>
              <a:xfrm rot="5400000">
                <a:off x="9721491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4" name="Isosceles Triangle 173"/>
              <p:cNvSpPr/>
              <p:nvPr/>
            </p:nvSpPr>
            <p:spPr>
              <a:xfrm rot="16200000">
                <a:off x="10536662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5" name="Isosceles Triangle 174"/>
              <p:cNvSpPr/>
              <p:nvPr/>
            </p:nvSpPr>
            <p:spPr>
              <a:xfrm rot="5400000" flipH="1">
                <a:off x="10536662" y="205527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6" name="Isosceles Triangle 175"/>
              <p:cNvSpPr/>
              <p:nvPr/>
            </p:nvSpPr>
            <p:spPr>
              <a:xfrm rot="16200000" flipH="1">
                <a:off x="9721491" y="205527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7" name="Isosceles Triangle 176"/>
              <p:cNvSpPr/>
              <p:nvPr/>
            </p:nvSpPr>
            <p:spPr>
              <a:xfrm rot="5400000">
                <a:off x="9721491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8" name="Isosceles Triangle 177"/>
              <p:cNvSpPr/>
              <p:nvPr/>
            </p:nvSpPr>
            <p:spPr>
              <a:xfrm rot="16200000">
                <a:off x="10536662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79" name="Isosceles Triangle 178"/>
              <p:cNvSpPr/>
              <p:nvPr/>
            </p:nvSpPr>
            <p:spPr>
              <a:xfrm rot="5400000" flipH="1">
                <a:off x="10536662" y="303871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0" name="Isosceles Triangle 179"/>
              <p:cNvSpPr/>
              <p:nvPr/>
            </p:nvSpPr>
            <p:spPr>
              <a:xfrm rot="16200000" flipH="1">
                <a:off x="9721491" y="303871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1" name="Isosceles Triangle 180"/>
              <p:cNvSpPr/>
              <p:nvPr/>
            </p:nvSpPr>
            <p:spPr>
              <a:xfrm rot="5400000">
                <a:off x="9721491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2" name="Isosceles Triangle 181"/>
              <p:cNvSpPr/>
              <p:nvPr/>
            </p:nvSpPr>
            <p:spPr>
              <a:xfrm rot="16200000">
                <a:off x="10536662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3" name="Isosceles Triangle 182"/>
              <p:cNvSpPr/>
              <p:nvPr/>
            </p:nvSpPr>
            <p:spPr>
              <a:xfrm rot="5400000" flipH="1">
                <a:off x="8904546" y="90972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4" name="Isosceles Triangle 183"/>
              <p:cNvSpPr/>
              <p:nvPr/>
            </p:nvSpPr>
            <p:spPr>
              <a:xfrm rot="16200000">
                <a:off x="8904546" y="585719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5" name="Isosceles Triangle 184"/>
              <p:cNvSpPr/>
              <p:nvPr/>
            </p:nvSpPr>
            <p:spPr>
              <a:xfrm rot="5400000" flipH="1">
                <a:off x="8904546" y="1074415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6" name="Isosceles Triangle 185"/>
              <p:cNvSpPr/>
              <p:nvPr/>
            </p:nvSpPr>
            <p:spPr>
              <a:xfrm rot="16200000">
                <a:off x="8904546" y="1569162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7" name="Isosceles Triangle 186"/>
              <p:cNvSpPr/>
              <p:nvPr/>
            </p:nvSpPr>
            <p:spPr>
              <a:xfrm rot="5400000" flipH="1">
                <a:off x="8904546" y="205527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8" name="Isosceles Triangle 187"/>
              <p:cNvSpPr/>
              <p:nvPr/>
            </p:nvSpPr>
            <p:spPr>
              <a:xfrm rot="16200000">
                <a:off x="8904546" y="255001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89" name="Isosceles Triangle 188"/>
              <p:cNvSpPr/>
              <p:nvPr/>
            </p:nvSpPr>
            <p:spPr>
              <a:xfrm rot="5400000" flipH="1">
                <a:off x="8904546" y="303871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0" name="Isosceles Triangle 189"/>
              <p:cNvSpPr/>
              <p:nvPr/>
            </p:nvSpPr>
            <p:spPr>
              <a:xfrm rot="16200000">
                <a:off x="8904546" y="353346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1" name="Isosceles Triangle 190"/>
              <p:cNvSpPr/>
              <p:nvPr/>
            </p:nvSpPr>
            <p:spPr>
              <a:xfrm rot="16200000" flipH="1">
                <a:off x="11351832" y="402562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2" name="Isosceles Triangle 191"/>
              <p:cNvSpPr/>
              <p:nvPr/>
            </p:nvSpPr>
            <p:spPr>
              <a:xfrm rot="5400000">
                <a:off x="11351831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3" name="Isosceles Triangle 192"/>
              <p:cNvSpPr/>
              <p:nvPr/>
            </p:nvSpPr>
            <p:spPr>
              <a:xfrm rot="16200000" flipH="1">
                <a:off x="11351832" y="500906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4" name="Isosceles Triangle 193"/>
              <p:cNvSpPr/>
              <p:nvPr/>
            </p:nvSpPr>
            <p:spPr>
              <a:xfrm rot="5400000">
                <a:off x="11351831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5" name="Isosceles Triangle 194"/>
              <p:cNvSpPr/>
              <p:nvPr/>
            </p:nvSpPr>
            <p:spPr>
              <a:xfrm rot="16200000" flipH="1">
                <a:off x="11351832" y="5989918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6" name="Isosceles Triangle 195"/>
              <p:cNvSpPr/>
              <p:nvPr/>
            </p:nvSpPr>
            <p:spPr>
              <a:xfrm rot="5400000" flipH="1">
                <a:off x="10536662" y="402562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7" name="Isosceles Triangle 196"/>
              <p:cNvSpPr/>
              <p:nvPr/>
            </p:nvSpPr>
            <p:spPr>
              <a:xfrm rot="16200000" flipH="1">
                <a:off x="9721491" y="4025620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8" name="Isosceles Triangle 197"/>
              <p:cNvSpPr/>
              <p:nvPr/>
            </p:nvSpPr>
            <p:spPr>
              <a:xfrm rot="5400000">
                <a:off x="9721491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99" name="Isosceles Triangle 198"/>
              <p:cNvSpPr/>
              <p:nvPr/>
            </p:nvSpPr>
            <p:spPr>
              <a:xfrm rot="16200000">
                <a:off x="10536662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0" name="Isosceles Triangle 199"/>
              <p:cNvSpPr/>
              <p:nvPr/>
            </p:nvSpPr>
            <p:spPr>
              <a:xfrm rot="5400000" flipH="1">
                <a:off x="10536662" y="500906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1" name="Isosceles Triangle 200"/>
              <p:cNvSpPr/>
              <p:nvPr/>
            </p:nvSpPr>
            <p:spPr>
              <a:xfrm rot="16200000" flipH="1">
                <a:off x="9721491" y="5009063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3" name="Isosceles Triangle 202"/>
              <p:cNvSpPr/>
              <p:nvPr/>
            </p:nvSpPr>
            <p:spPr>
              <a:xfrm rot="16200000">
                <a:off x="10536662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4" name="Isosceles Triangle 203"/>
              <p:cNvSpPr/>
              <p:nvPr/>
            </p:nvSpPr>
            <p:spPr>
              <a:xfrm rot="5400000" flipH="1">
                <a:off x="10536662" y="5989918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5" name="Isosceles Triangle 204"/>
              <p:cNvSpPr/>
              <p:nvPr/>
            </p:nvSpPr>
            <p:spPr>
              <a:xfrm rot="16200000" flipH="1">
                <a:off x="9721491" y="5989918"/>
                <a:ext cx="906602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6" name="Isosceles Triangle 205"/>
              <p:cNvSpPr/>
              <p:nvPr/>
            </p:nvSpPr>
            <p:spPr>
              <a:xfrm rot="5400000" flipH="1">
                <a:off x="8904546" y="4025620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7" name="Isosceles Triangle 206"/>
              <p:cNvSpPr/>
              <p:nvPr/>
            </p:nvSpPr>
            <p:spPr>
              <a:xfrm rot="16200000">
                <a:off x="8904546" y="4520367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8" name="Isosceles Triangle 207"/>
              <p:cNvSpPr/>
              <p:nvPr/>
            </p:nvSpPr>
            <p:spPr>
              <a:xfrm rot="5400000" flipH="1">
                <a:off x="8904546" y="5009063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09" name="Isosceles Triangle 208"/>
              <p:cNvSpPr/>
              <p:nvPr/>
            </p:nvSpPr>
            <p:spPr>
              <a:xfrm rot="16200000">
                <a:off x="8904546" y="5503810"/>
                <a:ext cx="906601" cy="781553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0" name="Isosceles Triangle 209"/>
              <p:cNvSpPr/>
              <p:nvPr/>
            </p:nvSpPr>
            <p:spPr>
              <a:xfrm rot="5400000" flipH="1">
                <a:off x="8904546" y="5989918"/>
                <a:ext cx="906601" cy="781552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211" name="Isosceles Triangle 210"/>
              <p:cNvSpPr/>
              <p:nvPr userDrawn="1"/>
            </p:nvSpPr>
            <p:spPr>
              <a:xfrm flipH="1" flipV="1">
                <a:off x="10621283" y="2775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Isosceles Triangle 211"/>
              <p:cNvSpPr/>
              <p:nvPr userDrawn="1"/>
            </p:nvSpPr>
            <p:spPr>
              <a:xfrm flipH="1" flipV="1">
                <a:off x="8990054" y="2775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Isosceles Triangle 212"/>
              <p:cNvSpPr/>
              <p:nvPr userDrawn="1"/>
            </p:nvSpPr>
            <p:spPr>
              <a:xfrm flipH="1">
                <a:off x="10621283" y="6409621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Isosceles Triangle 213"/>
              <p:cNvSpPr/>
              <p:nvPr userDrawn="1"/>
            </p:nvSpPr>
            <p:spPr>
              <a:xfrm flipH="1">
                <a:off x="8990054" y="6409621"/>
                <a:ext cx="1554306" cy="445604"/>
              </a:xfrm>
              <a:prstGeom prst="triangle">
                <a:avLst/>
              </a:pr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reeform: Shape 4"/>
              <p:cNvSpPr/>
              <p:nvPr userDrawn="1"/>
            </p:nvSpPr>
            <p:spPr>
              <a:xfrm flipH="1">
                <a:off x="3909" y="6422977"/>
                <a:ext cx="753860" cy="432248"/>
              </a:xfrm>
              <a:custGeom>
                <a:avLst/>
                <a:gdLst>
                  <a:gd name="connsiteX0" fmla="*/ 753860 w 753860"/>
                  <a:gd name="connsiteY0" fmla="*/ 0 h 432248"/>
                  <a:gd name="connsiteX1" fmla="*/ 0 w 753860"/>
                  <a:gd name="connsiteY1" fmla="*/ 432248 h 432248"/>
                  <a:gd name="connsiteX2" fmla="*/ 753860 w 753860"/>
                  <a:gd name="connsiteY2" fmla="*/ 432248 h 432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3860" h="432248">
                    <a:moveTo>
                      <a:pt x="753860" y="0"/>
                    </a:moveTo>
                    <a:lnTo>
                      <a:pt x="0" y="432248"/>
                    </a:lnTo>
                    <a:lnTo>
                      <a:pt x="753860" y="432248"/>
                    </a:lnTo>
                    <a:close/>
                  </a:path>
                </a:pathLst>
              </a:custGeom>
              <a:noFill/>
              <a:ln w="12700">
                <a:solidFill>
                  <a:schemeClr val="bg1">
                    <a:lumMod val="85000"/>
                    <a:alpha val="6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5" name="Isosceles Triangle 34"/>
            <p:cNvSpPr/>
            <p:nvPr/>
          </p:nvSpPr>
          <p:spPr>
            <a:xfrm rot="5400000" flipH="1">
              <a:off x="2380854" y="1074415"/>
              <a:ext cx="906601" cy="78155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10000"/>
              </a:schemeClr>
            </a:solidFill>
            <a:ln w="12700">
              <a:solidFill>
                <a:schemeClr val="bg1">
                  <a:lumMod val="85000"/>
                  <a:alpha val="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0" name="Isosceles Triangle 59"/>
            <p:cNvSpPr/>
            <p:nvPr/>
          </p:nvSpPr>
          <p:spPr>
            <a:xfrm rot="5400000">
              <a:off x="-66433" y="3533460"/>
              <a:ext cx="906601" cy="781553"/>
            </a:xfrm>
            <a:prstGeom prst="triangle">
              <a:avLst/>
            </a:prstGeom>
            <a:solidFill>
              <a:schemeClr val="accent5">
                <a:lumMod val="20000"/>
                <a:lumOff val="80000"/>
                <a:alpha val="10000"/>
              </a:schemeClr>
            </a:solidFill>
            <a:ln w="12700">
              <a:solidFill>
                <a:schemeClr val="bg1">
                  <a:lumMod val="85000"/>
                  <a:alpha val="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1" name="Isosceles Triangle 70"/>
            <p:cNvSpPr/>
            <p:nvPr/>
          </p:nvSpPr>
          <p:spPr>
            <a:xfrm rot="5400000" flipH="1">
              <a:off x="4012971" y="5009063"/>
              <a:ext cx="906601" cy="78155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10000"/>
              </a:schemeClr>
            </a:solidFill>
            <a:ln w="12700">
              <a:solidFill>
                <a:schemeClr val="bg1">
                  <a:lumMod val="85000"/>
                  <a:alpha val="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6" name="Isosceles Triangle 115"/>
            <p:cNvSpPr/>
            <p:nvPr/>
          </p:nvSpPr>
          <p:spPr>
            <a:xfrm rot="5400000" flipH="1">
              <a:off x="7275427" y="2055270"/>
              <a:ext cx="906601" cy="78155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  <a:alpha val="10000"/>
              </a:schemeClr>
            </a:solidFill>
            <a:ln w="12700">
              <a:solidFill>
                <a:schemeClr val="bg1">
                  <a:lumMod val="85000"/>
                  <a:alpha val="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66" name="Isosceles Triangle 165"/>
            <p:cNvSpPr/>
            <p:nvPr/>
          </p:nvSpPr>
          <p:spPr>
            <a:xfrm rot="5400000">
              <a:off x="11351831" y="3533460"/>
              <a:ext cx="906601" cy="781553"/>
            </a:xfrm>
            <a:prstGeom prst="triangle">
              <a:avLst/>
            </a:prstGeom>
            <a:solidFill>
              <a:schemeClr val="accent3">
                <a:lumMod val="20000"/>
                <a:lumOff val="80000"/>
                <a:alpha val="10000"/>
              </a:schemeClr>
            </a:solidFill>
            <a:ln w="12700">
              <a:solidFill>
                <a:schemeClr val="bg1">
                  <a:lumMod val="85000"/>
                  <a:alpha val="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02" name="Isosceles Triangle 201"/>
            <p:cNvSpPr/>
            <p:nvPr/>
          </p:nvSpPr>
          <p:spPr>
            <a:xfrm rot="5400000">
              <a:off x="9721491" y="5503810"/>
              <a:ext cx="906601" cy="781553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  <a:alpha val="10000"/>
              </a:schemeClr>
            </a:solidFill>
            <a:ln w="12700">
              <a:solidFill>
                <a:schemeClr val="bg1">
                  <a:lumMod val="85000"/>
                  <a:alpha val="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" name="Freeform: Shape 3"/>
            <p:cNvSpPr/>
            <p:nvPr userDrawn="1"/>
          </p:nvSpPr>
          <p:spPr>
            <a:xfrm flipH="1" flipV="1">
              <a:off x="3909" y="2775"/>
              <a:ext cx="753860" cy="432248"/>
            </a:xfrm>
            <a:custGeom>
              <a:avLst/>
              <a:gdLst>
                <a:gd name="connsiteX0" fmla="*/ 753860 w 753860"/>
                <a:gd name="connsiteY0" fmla="*/ 432248 h 432248"/>
                <a:gd name="connsiteX1" fmla="*/ 0 w 753860"/>
                <a:gd name="connsiteY1" fmla="*/ 432248 h 432248"/>
                <a:gd name="connsiteX2" fmla="*/ 753860 w 753860"/>
                <a:gd name="connsiteY2" fmla="*/ 0 h 43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860" h="432248">
                  <a:moveTo>
                    <a:pt x="753860" y="432248"/>
                  </a:moveTo>
                  <a:lnTo>
                    <a:pt x="0" y="432248"/>
                  </a:lnTo>
                  <a:lnTo>
                    <a:pt x="75386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10000"/>
              </a:schemeClr>
            </a:solidFill>
            <a:ln w="12700">
              <a:solidFill>
                <a:schemeClr val="bg1">
                  <a:lumMod val="85000"/>
                  <a:alpha val="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3_Title Slide">
    <p:bg>
      <p:bgPr>
        <a:solidFill>
          <a:srgbClr val="2B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Freeform: Shape 214"/>
          <p:cNvSpPr/>
          <p:nvPr userDrawn="1"/>
        </p:nvSpPr>
        <p:spPr>
          <a:xfrm flipH="1">
            <a:off x="-7799" y="2775"/>
            <a:ext cx="12199799" cy="6855225"/>
          </a:xfrm>
          <a:custGeom>
            <a:avLst/>
            <a:gdLst>
              <a:gd name="connsiteX0" fmla="*/ 12191972 w 12199799"/>
              <a:gd name="connsiteY0" fmla="*/ 6422977 h 6855225"/>
              <a:gd name="connsiteX1" fmla="*/ 11438115 w 12199799"/>
              <a:gd name="connsiteY1" fmla="*/ 6855225 h 6855225"/>
              <a:gd name="connsiteX2" fmla="*/ 12191972 w 12199799"/>
              <a:gd name="connsiteY2" fmla="*/ 6855225 h 6855225"/>
              <a:gd name="connsiteX3" fmla="*/ 797473 w 12199799"/>
              <a:gd name="connsiteY3" fmla="*/ 6406846 h 6855225"/>
              <a:gd name="connsiteX4" fmla="*/ 20320 w 12199799"/>
              <a:gd name="connsiteY4" fmla="*/ 6852450 h 6855225"/>
              <a:gd name="connsiteX5" fmla="*/ 1574626 w 12199799"/>
              <a:gd name="connsiteY5" fmla="*/ 6852450 h 6855225"/>
              <a:gd name="connsiteX6" fmla="*/ 2428702 w 12199799"/>
              <a:gd name="connsiteY6" fmla="*/ 6406846 h 6855225"/>
              <a:gd name="connsiteX7" fmla="*/ 1651549 w 12199799"/>
              <a:gd name="connsiteY7" fmla="*/ 6852450 h 6855225"/>
              <a:gd name="connsiteX8" fmla="*/ 3205855 w 12199799"/>
              <a:gd name="connsiteY8" fmla="*/ 6852450 h 6855225"/>
              <a:gd name="connsiteX9" fmla="*/ 4058708 w 12199799"/>
              <a:gd name="connsiteY9" fmla="*/ 6406846 h 6855225"/>
              <a:gd name="connsiteX10" fmla="*/ 3281555 w 12199799"/>
              <a:gd name="connsiteY10" fmla="*/ 6852450 h 6855225"/>
              <a:gd name="connsiteX11" fmla="*/ 4835861 w 12199799"/>
              <a:gd name="connsiteY11" fmla="*/ 6852450 h 6855225"/>
              <a:gd name="connsiteX12" fmla="*/ 5689937 w 12199799"/>
              <a:gd name="connsiteY12" fmla="*/ 6406846 h 6855225"/>
              <a:gd name="connsiteX13" fmla="*/ 4912784 w 12199799"/>
              <a:gd name="connsiteY13" fmla="*/ 6852450 h 6855225"/>
              <a:gd name="connsiteX14" fmla="*/ 6467087 w 12199799"/>
              <a:gd name="connsiteY14" fmla="*/ 6852450 h 6855225"/>
              <a:gd name="connsiteX15" fmla="*/ 7321607 w 12199799"/>
              <a:gd name="connsiteY15" fmla="*/ 6406846 h 6855225"/>
              <a:gd name="connsiteX16" fmla="*/ 6544450 w 12199799"/>
              <a:gd name="connsiteY16" fmla="*/ 6852450 h 6855225"/>
              <a:gd name="connsiteX17" fmla="*/ 8098751 w 12199799"/>
              <a:gd name="connsiteY17" fmla="*/ 6852450 h 6855225"/>
              <a:gd name="connsiteX18" fmla="*/ 8952824 w 12199799"/>
              <a:gd name="connsiteY18" fmla="*/ 6406846 h 6855225"/>
              <a:gd name="connsiteX19" fmla="*/ 8175673 w 12199799"/>
              <a:gd name="connsiteY19" fmla="*/ 6852450 h 6855225"/>
              <a:gd name="connsiteX20" fmla="*/ 9729977 w 12199799"/>
              <a:gd name="connsiteY20" fmla="*/ 6852450 h 6855225"/>
              <a:gd name="connsiteX21" fmla="*/ 10584056 w 12199799"/>
              <a:gd name="connsiteY21" fmla="*/ 6406846 h 6855225"/>
              <a:gd name="connsiteX22" fmla="*/ 9806900 w 12199799"/>
              <a:gd name="connsiteY22" fmla="*/ 6852450 h 6855225"/>
              <a:gd name="connsiteX23" fmla="*/ 11361208 w 12199799"/>
              <a:gd name="connsiteY23" fmla="*/ 6852450 h 6855225"/>
              <a:gd name="connsiteX24" fmla="*/ 1596722 w 12199799"/>
              <a:gd name="connsiteY24" fmla="*/ 5924618 h 6855225"/>
              <a:gd name="connsiteX25" fmla="*/ 815170 w 12199799"/>
              <a:gd name="connsiteY25" fmla="*/ 6377918 h 6855225"/>
              <a:gd name="connsiteX26" fmla="*/ 1596722 w 12199799"/>
              <a:gd name="connsiteY26" fmla="*/ 6831220 h 6855225"/>
              <a:gd name="connsiteX27" fmla="*/ 3228838 w 12199799"/>
              <a:gd name="connsiteY27" fmla="*/ 5924618 h 6855225"/>
              <a:gd name="connsiteX28" fmla="*/ 2447286 w 12199799"/>
              <a:gd name="connsiteY28" fmla="*/ 6377918 h 6855225"/>
              <a:gd name="connsiteX29" fmla="*/ 3228838 w 12199799"/>
              <a:gd name="connsiteY29" fmla="*/ 6831220 h 6855225"/>
              <a:gd name="connsiteX30" fmla="*/ 4857957 w 12199799"/>
              <a:gd name="connsiteY30" fmla="*/ 5924618 h 6855225"/>
              <a:gd name="connsiteX31" fmla="*/ 4076405 w 12199799"/>
              <a:gd name="connsiteY31" fmla="*/ 6377918 h 6855225"/>
              <a:gd name="connsiteX32" fmla="*/ 4857957 w 12199799"/>
              <a:gd name="connsiteY32" fmla="*/ 6831220 h 6855225"/>
              <a:gd name="connsiteX33" fmla="*/ 6490069 w 12199799"/>
              <a:gd name="connsiteY33" fmla="*/ 5924618 h 6855225"/>
              <a:gd name="connsiteX34" fmla="*/ 5708521 w 12199799"/>
              <a:gd name="connsiteY34" fmla="*/ 6377918 h 6855225"/>
              <a:gd name="connsiteX35" fmla="*/ 6490069 w 12199799"/>
              <a:gd name="connsiteY35" fmla="*/ 6831220 h 6855225"/>
              <a:gd name="connsiteX36" fmla="*/ 8120394 w 12199799"/>
              <a:gd name="connsiteY36" fmla="*/ 5924618 h 6855225"/>
              <a:gd name="connsiteX37" fmla="*/ 7338859 w 12199799"/>
              <a:gd name="connsiteY37" fmla="*/ 6377918 h 6855225"/>
              <a:gd name="connsiteX38" fmla="*/ 8120394 w 12199799"/>
              <a:gd name="connsiteY38" fmla="*/ 6831220 h 6855225"/>
              <a:gd name="connsiteX39" fmla="*/ 9752510 w 12199799"/>
              <a:gd name="connsiteY39" fmla="*/ 5924618 h 6855225"/>
              <a:gd name="connsiteX40" fmla="*/ 8970960 w 12199799"/>
              <a:gd name="connsiteY40" fmla="*/ 6377918 h 6855225"/>
              <a:gd name="connsiteX41" fmla="*/ 9752510 w 12199799"/>
              <a:gd name="connsiteY41" fmla="*/ 6831220 h 6855225"/>
              <a:gd name="connsiteX42" fmla="*/ 11384629 w 12199799"/>
              <a:gd name="connsiteY42" fmla="*/ 5924618 h 6855225"/>
              <a:gd name="connsiteX43" fmla="*/ 10603077 w 12199799"/>
              <a:gd name="connsiteY43" fmla="*/ 6377918 h 6855225"/>
              <a:gd name="connsiteX44" fmla="*/ 11384629 w 12199799"/>
              <a:gd name="connsiteY44" fmla="*/ 6831220 h 6855225"/>
              <a:gd name="connsiteX45" fmla="*/ 0 w 12199799"/>
              <a:gd name="connsiteY45" fmla="*/ 5924618 h 6855225"/>
              <a:gd name="connsiteX46" fmla="*/ 0 w 12199799"/>
              <a:gd name="connsiteY46" fmla="*/ 6831220 h 6855225"/>
              <a:gd name="connsiteX47" fmla="*/ 781552 w 12199799"/>
              <a:gd name="connsiteY47" fmla="*/ 6377919 h 6855225"/>
              <a:gd name="connsiteX48" fmla="*/ 1630341 w 12199799"/>
              <a:gd name="connsiteY48" fmla="*/ 5924618 h 6855225"/>
              <a:gd name="connsiteX49" fmla="*/ 1630341 w 12199799"/>
              <a:gd name="connsiteY49" fmla="*/ 6831220 h 6855225"/>
              <a:gd name="connsiteX50" fmla="*/ 2411893 w 12199799"/>
              <a:gd name="connsiteY50" fmla="*/ 6377919 h 6855225"/>
              <a:gd name="connsiteX51" fmla="*/ 3261235 w 12199799"/>
              <a:gd name="connsiteY51" fmla="*/ 5924618 h 6855225"/>
              <a:gd name="connsiteX52" fmla="*/ 3261235 w 12199799"/>
              <a:gd name="connsiteY52" fmla="*/ 6831220 h 6855225"/>
              <a:gd name="connsiteX53" fmla="*/ 4042787 w 12199799"/>
              <a:gd name="connsiteY53" fmla="*/ 6377919 h 6855225"/>
              <a:gd name="connsiteX54" fmla="*/ 4891576 w 12199799"/>
              <a:gd name="connsiteY54" fmla="*/ 5924618 h 6855225"/>
              <a:gd name="connsiteX55" fmla="*/ 4891576 w 12199799"/>
              <a:gd name="connsiteY55" fmla="*/ 6831220 h 6855225"/>
              <a:gd name="connsiteX56" fmla="*/ 5673128 w 12199799"/>
              <a:gd name="connsiteY56" fmla="*/ 6377919 h 6855225"/>
              <a:gd name="connsiteX57" fmla="*/ 6523688 w 12199799"/>
              <a:gd name="connsiteY57" fmla="*/ 5924618 h 6855225"/>
              <a:gd name="connsiteX58" fmla="*/ 6523688 w 12199799"/>
              <a:gd name="connsiteY58" fmla="*/ 6831220 h 6855225"/>
              <a:gd name="connsiteX59" fmla="*/ 7305243 w 12199799"/>
              <a:gd name="connsiteY59" fmla="*/ 6377919 h 6855225"/>
              <a:gd name="connsiteX60" fmla="*/ 8154013 w 12199799"/>
              <a:gd name="connsiteY60" fmla="*/ 5924618 h 6855225"/>
              <a:gd name="connsiteX61" fmla="*/ 8154013 w 12199799"/>
              <a:gd name="connsiteY61" fmla="*/ 6831220 h 6855225"/>
              <a:gd name="connsiteX62" fmla="*/ 8935564 w 12199799"/>
              <a:gd name="connsiteY62" fmla="*/ 6377919 h 6855225"/>
              <a:gd name="connsiteX63" fmla="*/ 9786128 w 12199799"/>
              <a:gd name="connsiteY63" fmla="*/ 5924618 h 6855225"/>
              <a:gd name="connsiteX64" fmla="*/ 9786128 w 12199799"/>
              <a:gd name="connsiteY64" fmla="*/ 6831220 h 6855225"/>
              <a:gd name="connsiteX65" fmla="*/ 10567682 w 12199799"/>
              <a:gd name="connsiteY65" fmla="*/ 6377919 h 6855225"/>
              <a:gd name="connsiteX66" fmla="*/ 11418248 w 12199799"/>
              <a:gd name="connsiteY66" fmla="*/ 5924618 h 6855225"/>
              <a:gd name="connsiteX67" fmla="*/ 11418248 w 12199799"/>
              <a:gd name="connsiteY67" fmla="*/ 6831220 h 6855225"/>
              <a:gd name="connsiteX68" fmla="*/ 12199798 w 12199799"/>
              <a:gd name="connsiteY68" fmla="*/ 6377919 h 6855225"/>
              <a:gd name="connsiteX69" fmla="*/ 781554 w 12199799"/>
              <a:gd name="connsiteY69" fmla="*/ 5438511 h 6855225"/>
              <a:gd name="connsiteX70" fmla="*/ 1 w 12199799"/>
              <a:gd name="connsiteY70" fmla="*/ 5891812 h 6855225"/>
              <a:gd name="connsiteX71" fmla="*/ 781554 w 12199799"/>
              <a:gd name="connsiteY71" fmla="*/ 6345112 h 6855225"/>
              <a:gd name="connsiteX72" fmla="*/ 815170 w 12199799"/>
              <a:gd name="connsiteY72" fmla="*/ 5438511 h 6855225"/>
              <a:gd name="connsiteX73" fmla="*/ 815170 w 12199799"/>
              <a:gd name="connsiteY73" fmla="*/ 6345112 h 6855225"/>
              <a:gd name="connsiteX74" fmla="*/ 1596723 w 12199799"/>
              <a:gd name="connsiteY74" fmla="*/ 5891811 h 6855225"/>
              <a:gd name="connsiteX75" fmla="*/ 2411894 w 12199799"/>
              <a:gd name="connsiteY75" fmla="*/ 5438511 h 6855225"/>
              <a:gd name="connsiteX76" fmla="*/ 1630341 w 12199799"/>
              <a:gd name="connsiteY76" fmla="*/ 5891812 h 6855225"/>
              <a:gd name="connsiteX77" fmla="*/ 2411894 w 12199799"/>
              <a:gd name="connsiteY77" fmla="*/ 6345112 h 6855225"/>
              <a:gd name="connsiteX78" fmla="*/ 2447286 w 12199799"/>
              <a:gd name="connsiteY78" fmla="*/ 5438511 h 6855225"/>
              <a:gd name="connsiteX79" fmla="*/ 2447286 w 12199799"/>
              <a:gd name="connsiteY79" fmla="*/ 6345112 h 6855225"/>
              <a:gd name="connsiteX80" fmla="*/ 3228839 w 12199799"/>
              <a:gd name="connsiteY80" fmla="*/ 5891811 h 6855225"/>
              <a:gd name="connsiteX81" fmla="*/ 4042789 w 12199799"/>
              <a:gd name="connsiteY81" fmla="*/ 5438511 h 6855225"/>
              <a:gd name="connsiteX82" fmla="*/ 3261236 w 12199799"/>
              <a:gd name="connsiteY82" fmla="*/ 5891812 h 6855225"/>
              <a:gd name="connsiteX83" fmla="*/ 4042789 w 12199799"/>
              <a:gd name="connsiteY83" fmla="*/ 6345112 h 6855225"/>
              <a:gd name="connsiteX84" fmla="*/ 4076405 w 12199799"/>
              <a:gd name="connsiteY84" fmla="*/ 5438511 h 6855225"/>
              <a:gd name="connsiteX85" fmla="*/ 4076405 w 12199799"/>
              <a:gd name="connsiteY85" fmla="*/ 6345112 h 6855225"/>
              <a:gd name="connsiteX86" fmla="*/ 4857958 w 12199799"/>
              <a:gd name="connsiteY86" fmla="*/ 5891811 h 6855225"/>
              <a:gd name="connsiteX87" fmla="*/ 5673129 w 12199799"/>
              <a:gd name="connsiteY87" fmla="*/ 5438511 h 6855225"/>
              <a:gd name="connsiteX88" fmla="*/ 4891576 w 12199799"/>
              <a:gd name="connsiteY88" fmla="*/ 5891812 h 6855225"/>
              <a:gd name="connsiteX89" fmla="*/ 5673129 w 12199799"/>
              <a:gd name="connsiteY89" fmla="*/ 6345112 h 6855225"/>
              <a:gd name="connsiteX90" fmla="*/ 5708521 w 12199799"/>
              <a:gd name="connsiteY90" fmla="*/ 5438511 h 6855225"/>
              <a:gd name="connsiteX91" fmla="*/ 5708521 w 12199799"/>
              <a:gd name="connsiteY91" fmla="*/ 6345112 h 6855225"/>
              <a:gd name="connsiteX92" fmla="*/ 6490069 w 12199799"/>
              <a:gd name="connsiteY92" fmla="*/ 5891811 h 6855225"/>
              <a:gd name="connsiteX93" fmla="*/ 7305243 w 12199799"/>
              <a:gd name="connsiteY93" fmla="*/ 5438511 h 6855225"/>
              <a:gd name="connsiteX94" fmla="*/ 6523688 w 12199799"/>
              <a:gd name="connsiteY94" fmla="*/ 5891812 h 6855225"/>
              <a:gd name="connsiteX95" fmla="*/ 7305243 w 12199799"/>
              <a:gd name="connsiteY95" fmla="*/ 6345112 h 6855225"/>
              <a:gd name="connsiteX96" fmla="*/ 7338859 w 12199799"/>
              <a:gd name="connsiteY96" fmla="*/ 5438511 h 6855225"/>
              <a:gd name="connsiteX97" fmla="*/ 7338859 w 12199799"/>
              <a:gd name="connsiteY97" fmla="*/ 6345112 h 6855225"/>
              <a:gd name="connsiteX98" fmla="*/ 8120395 w 12199799"/>
              <a:gd name="connsiteY98" fmla="*/ 5891811 h 6855225"/>
              <a:gd name="connsiteX99" fmla="*/ 8935566 w 12199799"/>
              <a:gd name="connsiteY99" fmla="*/ 5438511 h 6855225"/>
              <a:gd name="connsiteX100" fmla="*/ 8154014 w 12199799"/>
              <a:gd name="connsiteY100" fmla="*/ 5891812 h 6855225"/>
              <a:gd name="connsiteX101" fmla="*/ 8935566 w 12199799"/>
              <a:gd name="connsiteY101" fmla="*/ 6345112 h 6855225"/>
              <a:gd name="connsiteX102" fmla="*/ 8970959 w 12199799"/>
              <a:gd name="connsiteY102" fmla="*/ 5438511 h 6855225"/>
              <a:gd name="connsiteX103" fmla="*/ 8970959 w 12199799"/>
              <a:gd name="connsiteY103" fmla="*/ 6345112 h 6855225"/>
              <a:gd name="connsiteX104" fmla="*/ 9752511 w 12199799"/>
              <a:gd name="connsiteY104" fmla="*/ 5891811 h 6855225"/>
              <a:gd name="connsiteX105" fmla="*/ 10567683 w 12199799"/>
              <a:gd name="connsiteY105" fmla="*/ 5438511 h 6855225"/>
              <a:gd name="connsiteX106" fmla="*/ 9786128 w 12199799"/>
              <a:gd name="connsiteY106" fmla="*/ 5891812 h 6855225"/>
              <a:gd name="connsiteX107" fmla="*/ 10567683 w 12199799"/>
              <a:gd name="connsiteY107" fmla="*/ 6345112 h 6855225"/>
              <a:gd name="connsiteX108" fmla="*/ 10603076 w 12199799"/>
              <a:gd name="connsiteY108" fmla="*/ 5438511 h 6855225"/>
              <a:gd name="connsiteX109" fmla="*/ 10603076 w 12199799"/>
              <a:gd name="connsiteY109" fmla="*/ 6345112 h 6855225"/>
              <a:gd name="connsiteX110" fmla="*/ 11384630 w 12199799"/>
              <a:gd name="connsiteY110" fmla="*/ 5891811 h 6855225"/>
              <a:gd name="connsiteX111" fmla="*/ 12199799 w 12199799"/>
              <a:gd name="connsiteY111" fmla="*/ 5438511 h 6855225"/>
              <a:gd name="connsiteX112" fmla="*/ 11418248 w 12199799"/>
              <a:gd name="connsiteY112" fmla="*/ 5891812 h 6855225"/>
              <a:gd name="connsiteX113" fmla="*/ 12199799 w 12199799"/>
              <a:gd name="connsiteY113" fmla="*/ 6345112 h 6855225"/>
              <a:gd name="connsiteX114" fmla="*/ 1596722 w 12199799"/>
              <a:gd name="connsiteY114" fmla="*/ 4943763 h 6855225"/>
              <a:gd name="connsiteX115" fmla="*/ 815170 w 12199799"/>
              <a:gd name="connsiteY115" fmla="*/ 5397063 h 6855225"/>
              <a:gd name="connsiteX116" fmla="*/ 1596722 w 12199799"/>
              <a:gd name="connsiteY116" fmla="*/ 5850364 h 6855225"/>
              <a:gd name="connsiteX117" fmla="*/ 3228838 w 12199799"/>
              <a:gd name="connsiteY117" fmla="*/ 4943763 h 6855225"/>
              <a:gd name="connsiteX118" fmla="*/ 2447286 w 12199799"/>
              <a:gd name="connsiteY118" fmla="*/ 5397063 h 6855225"/>
              <a:gd name="connsiteX119" fmla="*/ 3228838 w 12199799"/>
              <a:gd name="connsiteY119" fmla="*/ 5850364 h 6855225"/>
              <a:gd name="connsiteX120" fmla="*/ 4857957 w 12199799"/>
              <a:gd name="connsiteY120" fmla="*/ 4943763 h 6855225"/>
              <a:gd name="connsiteX121" fmla="*/ 4076405 w 12199799"/>
              <a:gd name="connsiteY121" fmla="*/ 5397063 h 6855225"/>
              <a:gd name="connsiteX122" fmla="*/ 4857957 w 12199799"/>
              <a:gd name="connsiteY122" fmla="*/ 5850364 h 6855225"/>
              <a:gd name="connsiteX123" fmla="*/ 6490069 w 12199799"/>
              <a:gd name="connsiteY123" fmla="*/ 4943763 h 6855225"/>
              <a:gd name="connsiteX124" fmla="*/ 5708521 w 12199799"/>
              <a:gd name="connsiteY124" fmla="*/ 5397063 h 6855225"/>
              <a:gd name="connsiteX125" fmla="*/ 6490069 w 12199799"/>
              <a:gd name="connsiteY125" fmla="*/ 5850364 h 6855225"/>
              <a:gd name="connsiteX126" fmla="*/ 8120394 w 12199799"/>
              <a:gd name="connsiteY126" fmla="*/ 4943763 h 6855225"/>
              <a:gd name="connsiteX127" fmla="*/ 7338859 w 12199799"/>
              <a:gd name="connsiteY127" fmla="*/ 5397063 h 6855225"/>
              <a:gd name="connsiteX128" fmla="*/ 8120394 w 12199799"/>
              <a:gd name="connsiteY128" fmla="*/ 5850364 h 6855225"/>
              <a:gd name="connsiteX129" fmla="*/ 9752510 w 12199799"/>
              <a:gd name="connsiteY129" fmla="*/ 4943763 h 6855225"/>
              <a:gd name="connsiteX130" fmla="*/ 8970960 w 12199799"/>
              <a:gd name="connsiteY130" fmla="*/ 5397063 h 6855225"/>
              <a:gd name="connsiteX131" fmla="*/ 9752510 w 12199799"/>
              <a:gd name="connsiteY131" fmla="*/ 5850364 h 6855225"/>
              <a:gd name="connsiteX132" fmla="*/ 11384629 w 12199799"/>
              <a:gd name="connsiteY132" fmla="*/ 4943763 h 6855225"/>
              <a:gd name="connsiteX133" fmla="*/ 10603076 w 12199799"/>
              <a:gd name="connsiteY133" fmla="*/ 5397063 h 6855225"/>
              <a:gd name="connsiteX134" fmla="*/ 11384629 w 12199799"/>
              <a:gd name="connsiteY134" fmla="*/ 5850364 h 6855225"/>
              <a:gd name="connsiteX135" fmla="*/ 0 w 12199799"/>
              <a:gd name="connsiteY135" fmla="*/ 4943763 h 6855225"/>
              <a:gd name="connsiteX136" fmla="*/ 0 w 12199799"/>
              <a:gd name="connsiteY136" fmla="*/ 5850365 h 6855225"/>
              <a:gd name="connsiteX137" fmla="*/ 781552 w 12199799"/>
              <a:gd name="connsiteY137" fmla="*/ 5397064 h 6855225"/>
              <a:gd name="connsiteX138" fmla="*/ 1630341 w 12199799"/>
              <a:gd name="connsiteY138" fmla="*/ 4943763 h 6855225"/>
              <a:gd name="connsiteX139" fmla="*/ 1630341 w 12199799"/>
              <a:gd name="connsiteY139" fmla="*/ 5850365 h 6855225"/>
              <a:gd name="connsiteX140" fmla="*/ 2411893 w 12199799"/>
              <a:gd name="connsiteY140" fmla="*/ 5397064 h 6855225"/>
              <a:gd name="connsiteX141" fmla="*/ 3261235 w 12199799"/>
              <a:gd name="connsiteY141" fmla="*/ 4943763 h 6855225"/>
              <a:gd name="connsiteX142" fmla="*/ 3261235 w 12199799"/>
              <a:gd name="connsiteY142" fmla="*/ 5850365 h 6855225"/>
              <a:gd name="connsiteX143" fmla="*/ 4042787 w 12199799"/>
              <a:gd name="connsiteY143" fmla="*/ 5397064 h 6855225"/>
              <a:gd name="connsiteX144" fmla="*/ 4891576 w 12199799"/>
              <a:gd name="connsiteY144" fmla="*/ 4943763 h 6855225"/>
              <a:gd name="connsiteX145" fmla="*/ 4891576 w 12199799"/>
              <a:gd name="connsiteY145" fmla="*/ 5850365 h 6855225"/>
              <a:gd name="connsiteX146" fmla="*/ 5673128 w 12199799"/>
              <a:gd name="connsiteY146" fmla="*/ 5397064 h 6855225"/>
              <a:gd name="connsiteX147" fmla="*/ 6523688 w 12199799"/>
              <a:gd name="connsiteY147" fmla="*/ 4943763 h 6855225"/>
              <a:gd name="connsiteX148" fmla="*/ 6523688 w 12199799"/>
              <a:gd name="connsiteY148" fmla="*/ 5850365 h 6855225"/>
              <a:gd name="connsiteX149" fmla="*/ 7305243 w 12199799"/>
              <a:gd name="connsiteY149" fmla="*/ 5397064 h 6855225"/>
              <a:gd name="connsiteX150" fmla="*/ 8154013 w 12199799"/>
              <a:gd name="connsiteY150" fmla="*/ 4943763 h 6855225"/>
              <a:gd name="connsiteX151" fmla="*/ 8154013 w 12199799"/>
              <a:gd name="connsiteY151" fmla="*/ 5850365 h 6855225"/>
              <a:gd name="connsiteX152" fmla="*/ 8935564 w 12199799"/>
              <a:gd name="connsiteY152" fmla="*/ 5397064 h 6855225"/>
              <a:gd name="connsiteX153" fmla="*/ 9786128 w 12199799"/>
              <a:gd name="connsiteY153" fmla="*/ 4943763 h 6855225"/>
              <a:gd name="connsiteX154" fmla="*/ 9786128 w 12199799"/>
              <a:gd name="connsiteY154" fmla="*/ 5850365 h 6855225"/>
              <a:gd name="connsiteX155" fmla="*/ 10567681 w 12199799"/>
              <a:gd name="connsiteY155" fmla="*/ 5397064 h 6855225"/>
              <a:gd name="connsiteX156" fmla="*/ 11418247 w 12199799"/>
              <a:gd name="connsiteY156" fmla="*/ 4943763 h 6855225"/>
              <a:gd name="connsiteX157" fmla="*/ 11418247 w 12199799"/>
              <a:gd name="connsiteY157" fmla="*/ 5850365 h 6855225"/>
              <a:gd name="connsiteX158" fmla="*/ 12199798 w 12199799"/>
              <a:gd name="connsiteY158" fmla="*/ 5397064 h 6855225"/>
              <a:gd name="connsiteX159" fmla="*/ 781554 w 12199799"/>
              <a:gd name="connsiteY159" fmla="*/ 4455068 h 6855225"/>
              <a:gd name="connsiteX160" fmla="*/ 1 w 12199799"/>
              <a:gd name="connsiteY160" fmla="*/ 4908369 h 6855225"/>
              <a:gd name="connsiteX161" fmla="*/ 781554 w 12199799"/>
              <a:gd name="connsiteY161" fmla="*/ 5361669 h 6855225"/>
              <a:gd name="connsiteX162" fmla="*/ 815170 w 12199799"/>
              <a:gd name="connsiteY162" fmla="*/ 4455068 h 6855225"/>
              <a:gd name="connsiteX163" fmla="*/ 815170 w 12199799"/>
              <a:gd name="connsiteY163" fmla="*/ 5361669 h 6855225"/>
              <a:gd name="connsiteX164" fmla="*/ 1596723 w 12199799"/>
              <a:gd name="connsiteY164" fmla="*/ 4908368 h 6855225"/>
              <a:gd name="connsiteX165" fmla="*/ 2411894 w 12199799"/>
              <a:gd name="connsiteY165" fmla="*/ 4455068 h 6855225"/>
              <a:gd name="connsiteX166" fmla="*/ 1630341 w 12199799"/>
              <a:gd name="connsiteY166" fmla="*/ 4908369 h 6855225"/>
              <a:gd name="connsiteX167" fmla="*/ 2411894 w 12199799"/>
              <a:gd name="connsiteY167" fmla="*/ 5361669 h 6855225"/>
              <a:gd name="connsiteX168" fmla="*/ 2447286 w 12199799"/>
              <a:gd name="connsiteY168" fmla="*/ 4455068 h 6855225"/>
              <a:gd name="connsiteX169" fmla="*/ 2447286 w 12199799"/>
              <a:gd name="connsiteY169" fmla="*/ 5361669 h 6855225"/>
              <a:gd name="connsiteX170" fmla="*/ 3228839 w 12199799"/>
              <a:gd name="connsiteY170" fmla="*/ 4908368 h 6855225"/>
              <a:gd name="connsiteX171" fmla="*/ 4042789 w 12199799"/>
              <a:gd name="connsiteY171" fmla="*/ 4455068 h 6855225"/>
              <a:gd name="connsiteX172" fmla="*/ 3261236 w 12199799"/>
              <a:gd name="connsiteY172" fmla="*/ 4908369 h 6855225"/>
              <a:gd name="connsiteX173" fmla="*/ 4042789 w 12199799"/>
              <a:gd name="connsiteY173" fmla="*/ 5361669 h 6855225"/>
              <a:gd name="connsiteX174" fmla="*/ 4076405 w 12199799"/>
              <a:gd name="connsiteY174" fmla="*/ 4455068 h 6855225"/>
              <a:gd name="connsiteX175" fmla="*/ 4076405 w 12199799"/>
              <a:gd name="connsiteY175" fmla="*/ 5361669 h 6855225"/>
              <a:gd name="connsiteX176" fmla="*/ 4857958 w 12199799"/>
              <a:gd name="connsiteY176" fmla="*/ 4908368 h 6855225"/>
              <a:gd name="connsiteX177" fmla="*/ 5673129 w 12199799"/>
              <a:gd name="connsiteY177" fmla="*/ 4455068 h 6855225"/>
              <a:gd name="connsiteX178" fmla="*/ 4891576 w 12199799"/>
              <a:gd name="connsiteY178" fmla="*/ 4908369 h 6855225"/>
              <a:gd name="connsiteX179" fmla="*/ 5673129 w 12199799"/>
              <a:gd name="connsiteY179" fmla="*/ 5361669 h 6855225"/>
              <a:gd name="connsiteX180" fmla="*/ 5708521 w 12199799"/>
              <a:gd name="connsiteY180" fmla="*/ 4455068 h 6855225"/>
              <a:gd name="connsiteX181" fmla="*/ 5708521 w 12199799"/>
              <a:gd name="connsiteY181" fmla="*/ 5361669 h 6855225"/>
              <a:gd name="connsiteX182" fmla="*/ 6490069 w 12199799"/>
              <a:gd name="connsiteY182" fmla="*/ 4908368 h 6855225"/>
              <a:gd name="connsiteX183" fmla="*/ 7305243 w 12199799"/>
              <a:gd name="connsiteY183" fmla="*/ 4455068 h 6855225"/>
              <a:gd name="connsiteX184" fmla="*/ 6523688 w 12199799"/>
              <a:gd name="connsiteY184" fmla="*/ 4908369 h 6855225"/>
              <a:gd name="connsiteX185" fmla="*/ 7305243 w 12199799"/>
              <a:gd name="connsiteY185" fmla="*/ 5361669 h 6855225"/>
              <a:gd name="connsiteX186" fmla="*/ 7338859 w 12199799"/>
              <a:gd name="connsiteY186" fmla="*/ 4455068 h 6855225"/>
              <a:gd name="connsiteX187" fmla="*/ 7338859 w 12199799"/>
              <a:gd name="connsiteY187" fmla="*/ 5361669 h 6855225"/>
              <a:gd name="connsiteX188" fmla="*/ 8120395 w 12199799"/>
              <a:gd name="connsiteY188" fmla="*/ 4908368 h 6855225"/>
              <a:gd name="connsiteX189" fmla="*/ 8935566 w 12199799"/>
              <a:gd name="connsiteY189" fmla="*/ 4455068 h 6855225"/>
              <a:gd name="connsiteX190" fmla="*/ 8154014 w 12199799"/>
              <a:gd name="connsiteY190" fmla="*/ 4908369 h 6855225"/>
              <a:gd name="connsiteX191" fmla="*/ 8935566 w 12199799"/>
              <a:gd name="connsiteY191" fmla="*/ 5361669 h 6855225"/>
              <a:gd name="connsiteX192" fmla="*/ 8970959 w 12199799"/>
              <a:gd name="connsiteY192" fmla="*/ 4455068 h 6855225"/>
              <a:gd name="connsiteX193" fmla="*/ 8970959 w 12199799"/>
              <a:gd name="connsiteY193" fmla="*/ 5361669 h 6855225"/>
              <a:gd name="connsiteX194" fmla="*/ 9752511 w 12199799"/>
              <a:gd name="connsiteY194" fmla="*/ 4908368 h 6855225"/>
              <a:gd name="connsiteX195" fmla="*/ 10567683 w 12199799"/>
              <a:gd name="connsiteY195" fmla="*/ 4455068 h 6855225"/>
              <a:gd name="connsiteX196" fmla="*/ 9786128 w 12199799"/>
              <a:gd name="connsiteY196" fmla="*/ 4908369 h 6855225"/>
              <a:gd name="connsiteX197" fmla="*/ 10567683 w 12199799"/>
              <a:gd name="connsiteY197" fmla="*/ 5361669 h 6855225"/>
              <a:gd name="connsiteX198" fmla="*/ 10603076 w 12199799"/>
              <a:gd name="connsiteY198" fmla="*/ 4455068 h 6855225"/>
              <a:gd name="connsiteX199" fmla="*/ 10603076 w 12199799"/>
              <a:gd name="connsiteY199" fmla="*/ 5361669 h 6855225"/>
              <a:gd name="connsiteX200" fmla="*/ 11384629 w 12199799"/>
              <a:gd name="connsiteY200" fmla="*/ 4908368 h 6855225"/>
              <a:gd name="connsiteX201" fmla="*/ 12199799 w 12199799"/>
              <a:gd name="connsiteY201" fmla="*/ 4455068 h 6855225"/>
              <a:gd name="connsiteX202" fmla="*/ 11418247 w 12199799"/>
              <a:gd name="connsiteY202" fmla="*/ 4908369 h 6855225"/>
              <a:gd name="connsiteX203" fmla="*/ 12199799 w 12199799"/>
              <a:gd name="connsiteY203" fmla="*/ 5361669 h 6855225"/>
              <a:gd name="connsiteX204" fmla="*/ 1596722 w 12199799"/>
              <a:gd name="connsiteY204" fmla="*/ 3960320 h 6855225"/>
              <a:gd name="connsiteX205" fmla="*/ 815170 w 12199799"/>
              <a:gd name="connsiteY205" fmla="*/ 4413620 h 6855225"/>
              <a:gd name="connsiteX206" fmla="*/ 1596722 w 12199799"/>
              <a:gd name="connsiteY206" fmla="*/ 4866921 h 6855225"/>
              <a:gd name="connsiteX207" fmla="*/ 3228838 w 12199799"/>
              <a:gd name="connsiteY207" fmla="*/ 3960320 h 6855225"/>
              <a:gd name="connsiteX208" fmla="*/ 2447286 w 12199799"/>
              <a:gd name="connsiteY208" fmla="*/ 4413620 h 6855225"/>
              <a:gd name="connsiteX209" fmla="*/ 3228838 w 12199799"/>
              <a:gd name="connsiteY209" fmla="*/ 4866921 h 6855225"/>
              <a:gd name="connsiteX210" fmla="*/ 4857957 w 12199799"/>
              <a:gd name="connsiteY210" fmla="*/ 3960320 h 6855225"/>
              <a:gd name="connsiteX211" fmla="*/ 4076405 w 12199799"/>
              <a:gd name="connsiteY211" fmla="*/ 4413620 h 6855225"/>
              <a:gd name="connsiteX212" fmla="*/ 4857957 w 12199799"/>
              <a:gd name="connsiteY212" fmla="*/ 4866921 h 6855225"/>
              <a:gd name="connsiteX213" fmla="*/ 6490069 w 12199799"/>
              <a:gd name="connsiteY213" fmla="*/ 3960320 h 6855225"/>
              <a:gd name="connsiteX214" fmla="*/ 5708521 w 12199799"/>
              <a:gd name="connsiteY214" fmla="*/ 4413620 h 6855225"/>
              <a:gd name="connsiteX215" fmla="*/ 6490069 w 12199799"/>
              <a:gd name="connsiteY215" fmla="*/ 4866921 h 6855225"/>
              <a:gd name="connsiteX216" fmla="*/ 8120394 w 12199799"/>
              <a:gd name="connsiteY216" fmla="*/ 3960320 h 6855225"/>
              <a:gd name="connsiteX217" fmla="*/ 7338859 w 12199799"/>
              <a:gd name="connsiteY217" fmla="*/ 4413620 h 6855225"/>
              <a:gd name="connsiteX218" fmla="*/ 8120394 w 12199799"/>
              <a:gd name="connsiteY218" fmla="*/ 4866921 h 6855225"/>
              <a:gd name="connsiteX219" fmla="*/ 9752510 w 12199799"/>
              <a:gd name="connsiteY219" fmla="*/ 3960320 h 6855225"/>
              <a:gd name="connsiteX220" fmla="*/ 8970960 w 12199799"/>
              <a:gd name="connsiteY220" fmla="*/ 4413620 h 6855225"/>
              <a:gd name="connsiteX221" fmla="*/ 9752510 w 12199799"/>
              <a:gd name="connsiteY221" fmla="*/ 4866921 h 6855225"/>
              <a:gd name="connsiteX222" fmla="*/ 11384629 w 12199799"/>
              <a:gd name="connsiteY222" fmla="*/ 3960320 h 6855225"/>
              <a:gd name="connsiteX223" fmla="*/ 10603076 w 12199799"/>
              <a:gd name="connsiteY223" fmla="*/ 4413620 h 6855225"/>
              <a:gd name="connsiteX224" fmla="*/ 11384629 w 12199799"/>
              <a:gd name="connsiteY224" fmla="*/ 4866921 h 6855225"/>
              <a:gd name="connsiteX225" fmla="*/ 0 w 12199799"/>
              <a:gd name="connsiteY225" fmla="*/ 3960320 h 6855225"/>
              <a:gd name="connsiteX226" fmla="*/ 0 w 12199799"/>
              <a:gd name="connsiteY226" fmla="*/ 4866922 h 6855225"/>
              <a:gd name="connsiteX227" fmla="*/ 781552 w 12199799"/>
              <a:gd name="connsiteY227" fmla="*/ 4413621 h 6855225"/>
              <a:gd name="connsiteX228" fmla="*/ 1630341 w 12199799"/>
              <a:gd name="connsiteY228" fmla="*/ 3960320 h 6855225"/>
              <a:gd name="connsiteX229" fmla="*/ 1630341 w 12199799"/>
              <a:gd name="connsiteY229" fmla="*/ 4866922 h 6855225"/>
              <a:gd name="connsiteX230" fmla="*/ 2411893 w 12199799"/>
              <a:gd name="connsiteY230" fmla="*/ 4413621 h 6855225"/>
              <a:gd name="connsiteX231" fmla="*/ 3261235 w 12199799"/>
              <a:gd name="connsiteY231" fmla="*/ 3960320 h 6855225"/>
              <a:gd name="connsiteX232" fmla="*/ 3261235 w 12199799"/>
              <a:gd name="connsiteY232" fmla="*/ 4866922 h 6855225"/>
              <a:gd name="connsiteX233" fmla="*/ 4042787 w 12199799"/>
              <a:gd name="connsiteY233" fmla="*/ 4413621 h 6855225"/>
              <a:gd name="connsiteX234" fmla="*/ 4891576 w 12199799"/>
              <a:gd name="connsiteY234" fmla="*/ 3960320 h 6855225"/>
              <a:gd name="connsiteX235" fmla="*/ 4891576 w 12199799"/>
              <a:gd name="connsiteY235" fmla="*/ 4866922 h 6855225"/>
              <a:gd name="connsiteX236" fmla="*/ 5673128 w 12199799"/>
              <a:gd name="connsiteY236" fmla="*/ 4413621 h 6855225"/>
              <a:gd name="connsiteX237" fmla="*/ 6523688 w 12199799"/>
              <a:gd name="connsiteY237" fmla="*/ 3960320 h 6855225"/>
              <a:gd name="connsiteX238" fmla="*/ 6523688 w 12199799"/>
              <a:gd name="connsiteY238" fmla="*/ 4866922 h 6855225"/>
              <a:gd name="connsiteX239" fmla="*/ 7305243 w 12199799"/>
              <a:gd name="connsiteY239" fmla="*/ 4413621 h 6855225"/>
              <a:gd name="connsiteX240" fmla="*/ 8154013 w 12199799"/>
              <a:gd name="connsiteY240" fmla="*/ 3960320 h 6855225"/>
              <a:gd name="connsiteX241" fmla="*/ 8154013 w 12199799"/>
              <a:gd name="connsiteY241" fmla="*/ 4866922 h 6855225"/>
              <a:gd name="connsiteX242" fmla="*/ 8935564 w 12199799"/>
              <a:gd name="connsiteY242" fmla="*/ 4413621 h 6855225"/>
              <a:gd name="connsiteX243" fmla="*/ 9786127 w 12199799"/>
              <a:gd name="connsiteY243" fmla="*/ 3960320 h 6855225"/>
              <a:gd name="connsiteX244" fmla="*/ 9786127 w 12199799"/>
              <a:gd name="connsiteY244" fmla="*/ 4866922 h 6855225"/>
              <a:gd name="connsiteX245" fmla="*/ 10567681 w 12199799"/>
              <a:gd name="connsiteY245" fmla="*/ 4413621 h 6855225"/>
              <a:gd name="connsiteX246" fmla="*/ 11418247 w 12199799"/>
              <a:gd name="connsiteY246" fmla="*/ 3960320 h 6855225"/>
              <a:gd name="connsiteX247" fmla="*/ 11418247 w 12199799"/>
              <a:gd name="connsiteY247" fmla="*/ 4866922 h 6855225"/>
              <a:gd name="connsiteX248" fmla="*/ 12199798 w 12199799"/>
              <a:gd name="connsiteY248" fmla="*/ 4413621 h 6855225"/>
              <a:gd name="connsiteX249" fmla="*/ 781554 w 12199799"/>
              <a:gd name="connsiteY249" fmla="*/ 3468161 h 6855225"/>
              <a:gd name="connsiteX250" fmla="*/ 1 w 12199799"/>
              <a:gd name="connsiteY250" fmla="*/ 3921462 h 6855225"/>
              <a:gd name="connsiteX251" fmla="*/ 781554 w 12199799"/>
              <a:gd name="connsiteY251" fmla="*/ 4374762 h 6855225"/>
              <a:gd name="connsiteX252" fmla="*/ 815170 w 12199799"/>
              <a:gd name="connsiteY252" fmla="*/ 3468161 h 6855225"/>
              <a:gd name="connsiteX253" fmla="*/ 815170 w 12199799"/>
              <a:gd name="connsiteY253" fmla="*/ 4374762 h 6855225"/>
              <a:gd name="connsiteX254" fmla="*/ 1596723 w 12199799"/>
              <a:gd name="connsiteY254" fmla="*/ 3921461 h 6855225"/>
              <a:gd name="connsiteX255" fmla="*/ 2411894 w 12199799"/>
              <a:gd name="connsiteY255" fmla="*/ 3468161 h 6855225"/>
              <a:gd name="connsiteX256" fmla="*/ 1630341 w 12199799"/>
              <a:gd name="connsiteY256" fmla="*/ 3921462 h 6855225"/>
              <a:gd name="connsiteX257" fmla="*/ 2411894 w 12199799"/>
              <a:gd name="connsiteY257" fmla="*/ 4374762 h 6855225"/>
              <a:gd name="connsiteX258" fmla="*/ 2447286 w 12199799"/>
              <a:gd name="connsiteY258" fmla="*/ 3468161 h 6855225"/>
              <a:gd name="connsiteX259" fmla="*/ 2447286 w 12199799"/>
              <a:gd name="connsiteY259" fmla="*/ 4374762 h 6855225"/>
              <a:gd name="connsiteX260" fmla="*/ 3228839 w 12199799"/>
              <a:gd name="connsiteY260" fmla="*/ 3921461 h 6855225"/>
              <a:gd name="connsiteX261" fmla="*/ 4042789 w 12199799"/>
              <a:gd name="connsiteY261" fmla="*/ 3468161 h 6855225"/>
              <a:gd name="connsiteX262" fmla="*/ 3261236 w 12199799"/>
              <a:gd name="connsiteY262" fmla="*/ 3921462 h 6855225"/>
              <a:gd name="connsiteX263" fmla="*/ 4042789 w 12199799"/>
              <a:gd name="connsiteY263" fmla="*/ 4374762 h 6855225"/>
              <a:gd name="connsiteX264" fmla="*/ 4076405 w 12199799"/>
              <a:gd name="connsiteY264" fmla="*/ 3468161 h 6855225"/>
              <a:gd name="connsiteX265" fmla="*/ 4076405 w 12199799"/>
              <a:gd name="connsiteY265" fmla="*/ 4374762 h 6855225"/>
              <a:gd name="connsiteX266" fmla="*/ 4857958 w 12199799"/>
              <a:gd name="connsiteY266" fmla="*/ 3921461 h 6855225"/>
              <a:gd name="connsiteX267" fmla="*/ 5673129 w 12199799"/>
              <a:gd name="connsiteY267" fmla="*/ 3468161 h 6855225"/>
              <a:gd name="connsiteX268" fmla="*/ 4891576 w 12199799"/>
              <a:gd name="connsiteY268" fmla="*/ 3921462 h 6855225"/>
              <a:gd name="connsiteX269" fmla="*/ 5673129 w 12199799"/>
              <a:gd name="connsiteY269" fmla="*/ 4374762 h 6855225"/>
              <a:gd name="connsiteX270" fmla="*/ 5708521 w 12199799"/>
              <a:gd name="connsiteY270" fmla="*/ 3468161 h 6855225"/>
              <a:gd name="connsiteX271" fmla="*/ 5708521 w 12199799"/>
              <a:gd name="connsiteY271" fmla="*/ 4374762 h 6855225"/>
              <a:gd name="connsiteX272" fmla="*/ 6490069 w 12199799"/>
              <a:gd name="connsiteY272" fmla="*/ 3921461 h 6855225"/>
              <a:gd name="connsiteX273" fmla="*/ 7305243 w 12199799"/>
              <a:gd name="connsiteY273" fmla="*/ 3468161 h 6855225"/>
              <a:gd name="connsiteX274" fmla="*/ 6523688 w 12199799"/>
              <a:gd name="connsiteY274" fmla="*/ 3921462 h 6855225"/>
              <a:gd name="connsiteX275" fmla="*/ 7305243 w 12199799"/>
              <a:gd name="connsiteY275" fmla="*/ 4374762 h 6855225"/>
              <a:gd name="connsiteX276" fmla="*/ 7338859 w 12199799"/>
              <a:gd name="connsiteY276" fmla="*/ 3468161 h 6855225"/>
              <a:gd name="connsiteX277" fmla="*/ 7338859 w 12199799"/>
              <a:gd name="connsiteY277" fmla="*/ 4374762 h 6855225"/>
              <a:gd name="connsiteX278" fmla="*/ 8120395 w 12199799"/>
              <a:gd name="connsiteY278" fmla="*/ 3921461 h 6855225"/>
              <a:gd name="connsiteX279" fmla="*/ 8935566 w 12199799"/>
              <a:gd name="connsiteY279" fmla="*/ 3468161 h 6855225"/>
              <a:gd name="connsiteX280" fmla="*/ 8154014 w 12199799"/>
              <a:gd name="connsiteY280" fmla="*/ 3921462 h 6855225"/>
              <a:gd name="connsiteX281" fmla="*/ 8935566 w 12199799"/>
              <a:gd name="connsiteY281" fmla="*/ 4374762 h 6855225"/>
              <a:gd name="connsiteX282" fmla="*/ 8970959 w 12199799"/>
              <a:gd name="connsiteY282" fmla="*/ 3468161 h 6855225"/>
              <a:gd name="connsiteX283" fmla="*/ 8970959 w 12199799"/>
              <a:gd name="connsiteY283" fmla="*/ 4374762 h 6855225"/>
              <a:gd name="connsiteX284" fmla="*/ 9752511 w 12199799"/>
              <a:gd name="connsiteY284" fmla="*/ 3921461 h 6855225"/>
              <a:gd name="connsiteX285" fmla="*/ 10567680 w 12199799"/>
              <a:gd name="connsiteY285" fmla="*/ 3468161 h 6855225"/>
              <a:gd name="connsiteX286" fmla="*/ 9786128 w 12199799"/>
              <a:gd name="connsiteY286" fmla="*/ 3921462 h 6855225"/>
              <a:gd name="connsiteX287" fmla="*/ 10567680 w 12199799"/>
              <a:gd name="connsiteY287" fmla="*/ 4374762 h 6855225"/>
              <a:gd name="connsiteX288" fmla="*/ 10603074 w 12199799"/>
              <a:gd name="connsiteY288" fmla="*/ 3468161 h 6855225"/>
              <a:gd name="connsiteX289" fmla="*/ 10603074 w 12199799"/>
              <a:gd name="connsiteY289" fmla="*/ 4374762 h 6855225"/>
              <a:gd name="connsiteX290" fmla="*/ 11384627 w 12199799"/>
              <a:gd name="connsiteY290" fmla="*/ 3921461 h 6855225"/>
              <a:gd name="connsiteX291" fmla="*/ 12199796 w 12199799"/>
              <a:gd name="connsiteY291" fmla="*/ 3468161 h 6855225"/>
              <a:gd name="connsiteX292" fmla="*/ 11418245 w 12199799"/>
              <a:gd name="connsiteY292" fmla="*/ 3921462 h 6855225"/>
              <a:gd name="connsiteX293" fmla="*/ 12199796 w 12199799"/>
              <a:gd name="connsiteY293" fmla="*/ 4374762 h 6855225"/>
              <a:gd name="connsiteX294" fmla="*/ 6523688 w 12199799"/>
              <a:gd name="connsiteY294" fmla="*/ 2973432 h 6855225"/>
              <a:gd name="connsiteX295" fmla="*/ 6523688 w 12199799"/>
              <a:gd name="connsiteY295" fmla="*/ 3880015 h 6855225"/>
              <a:gd name="connsiteX296" fmla="*/ 7305243 w 12199799"/>
              <a:gd name="connsiteY296" fmla="*/ 3426715 h 6855225"/>
              <a:gd name="connsiteX297" fmla="*/ 8120394 w 12199799"/>
              <a:gd name="connsiteY297" fmla="*/ 2973430 h 6855225"/>
              <a:gd name="connsiteX298" fmla="*/ 7338859 w 12199799"/>
              <a:gd name="connsiteY298" fmla="*/ 3426715 h 6855225"/>
              <a:gd name="connsiteX299" fmla="*/ 8120394 w 12199799"/>
              <a:gd name="connsiteY299" fmla="*/ 3880014 h 6855225"/>
              <a:gd name="connsiteX300" fmla="*/ 8154013 w 12199799"/>
              <a:gd name="connsiteY300" fmla="*/ 2973430 h 6855225"/>
              <a:gd name="connsiteX301" fmla="*/ 8154013 w 12199799"/>
              <a:gd name="connsiteY301" fmla="*/ 3880015 h 6855225"/>
              <a:gd name="connsiteX302" fmla="*/ 8935564 w 12199799"/>
              <a:gd name="connsiteY302" fmla="*/ 3426715 h 6855225"/>
              <a:gd name="connsiteX303" fmla="*/ 9752510 w 12199799"/>
              <a:gd name="connsiteY303" fmla="*/ 2973428 h 6855225"/>
              <a:gd name="connsiteX304" fmla="*/ 8970960 w 12199799"/>
              <a:gd name="connsiteY304" fmla="*/ 3426715 h 6855225"/>
              <a:gd name="connsiteX305" fmla="*/ 9752510 w 12199799"/>
              <a:gd name="connsiteY305" fmla="*/ 3880014 h 6855225"/>
              <a:gd name="connsiteX306" fmla="*/ 9786127 w 12199799"/>
              <a:gd name="connsiteY306" fmla="*/ 2973428 h 6855225"/>
              <a:gd name="connsiteX307" fmla="*/ 9786127 w 12199799"/>
              <a:gd name="connsiteY307" fmla="*/ 3880015 h 6855225"/>
              <a:gd name="connsiteX308" fmla="*/ 10567678 w 12199799"/>
              <a:gd name="connsiteY308" fmla="*/ 3426715 h 6855225"/>
              <a:gd name="connsiteX309" fmla="*/ 11384626 w 12199799"/>
              <a:gd name="connsiteY309" fmla="*/ 2973428 h 6855225"/>
              <a:gd name="connsiteX310" fmla="*/ 10603074 w 12199799"/>
              <a:gd name="connsiteY310" fmla="*/ 3426714 h 6855225"/>
              <a:gd name="connsiteX311" fmla="*/ 11384626 w 12199799"/>
              <a:gd name="connsiteY311" fmla="*/ 3880014 h 6855225"/>
              <a:gd name="connsiteX312" fmla="*/ 11418245 w 12199799"/>
              <a:gd name="connsiteY312" fmla="*/ 2973427 h 6855225"/>
              <a:gd name="connsiteX313" fmla="*/ 11418245 w 12199799"/>
              <a:gd name="connsiteY313" fmla="*/ 3880015 h 6855225"/>
              <a:gd name="connsiteX314" fmla="*/ 12199795 w 12199799"/>
              <a:gd name="connsiteY314" fmla="*/ 3426714 h 6855225"/>
              <a:gd name="connsiteX315" fmla="*/ 3261235 w 12199799"/>
              <a:gd name="connsiteY315" fmla="*/ 2973422 h 6855225"/>
              <a:gd name="connsiteX316" fmla="*/ 3261235 w 12199799"/>
              <a:gd name="connsiteY316" fmla="*/ 3880015 h 6855225"/>
              <a:gd name="connsiteX317" fmla="*/ 4042787 w 12199799"/>
              <a:gd name="connsiteY317" fmla="*/ 3426714 h 6855225"/>
              <a:gd name="connsiteX318" fmla="*/ 4857957 w 12199799"/>
              <a:gd name="connsiteY318" fmla="*/ 2973422 h 6855225"/>
              <a:gd name="connsiteX319" fmla="*/ 4076405 w 12199799"/>
              <a:gd name="connsiteY319" fmla="*/ 3426714 h 6855225"/>
              <a:gd name="connsiteX320" fmla="*/ 4857957 w 12199799"/>
              <a:gd name="connsiteY320" fmla="*/ 3880014 h 6855225"/>
              <a:gd name="connsiteX321" fmla="*/ 4891576 w 12199799"/>
              <a:gd name="connsiteY321" fmla="*/ 2973422 h 6855225"/>
              <a:gd name="connsiteX322" fmla="*/ 4891576 w 12199799"/>
              <a:gd name="connsiteY322" fmla="*/ 3880015 h 6855225"/>
              <a:gd name="connsiteX323" fmla="*/ 5673128 w 12199799"/>
              <a:gd name="connsiteY323" fmla="*/ 3426714 h 6855225"/>
              <a:gd name="connsiteX324" fmla="*/ 6490069 w 12199799"/>
              <a:gd name="connsiteY324" fmla="*/ 2973421 h 6855225"/>
              <a:gd name="connsiteX325" fmla="*/ 5708521 w 12199799"/>
              <a:gd name="connsiteY325" fmla="*/ 3426714 h 6855225"/>
              <a:gd name="connsiteX326" fmla="*/ 6490069 w 12199799"/>
              <a:gd name="connsiteY326" fmla="*/ 3880014 h 6855225"/>
              <a:gd name="connsiteX327" fmla="*/ 0 w 12199799"/>
              <a:gd name="connsiteY327" fmla="*/ 2973417 h 6855225"/>
              <a:gd name="connsiteX328" fmla="*/ 0 w 12199799"/>
              <a:gd name="connsiteY328" fmla="*/ 3880015 h 6855225"/>
              <a:gd name="connsiteX329" fmla="*/ 781552 w 12199799"/>
              <a:gd name="connsiteY329" fmla="*/ 3426714 h 6855225"/>
              <a:gd name="connsiteX330" fmla="*/ 1596722 w 12199799"/>
              <a:gd name="connsiteY330" fmla="*/ 2973417 h 6855225"/>
              <a:gd name="connsiteX331" fmla="*/ 815170 w 12199799"/>
              <a:gd name="connsiteY331" fmla="*/ 3426714 h 6855225"/>
              <a:gd name="connsiteX332" fmla="*/ 1596722 w 12199799"/>
              <a:gd name="connsiteY332" fmla="*/ 3880014 h 6855225"/>
              <a:gd name="connsiteX333" fmla="*/ 1630341 w 12199799"/>
              <a:gd name="connsiteY333" fmla="*/ 2973416 h 6855225"/>
              <a:gd name="connsiteX334" fmla="*/ 1630341 w 12199799"/>
              <a:gd name="connsiteY334" fmla="*/ 3880015 h 6855225"/>
              <a:gd name="connsiteX335" fmla="*/ 2411893 w 12199799"/>
              <a:gd name="connsiteY335" fmla="*/ 3426714 h 6855225"/>
              <a:gd name="connsiteX336" fmla="*/ 3228838 w 12199799"/>
              <a:gd name="connsiteY336" fmla="*/ 2973416 h 6855225"/>
              <a:gd name="connsiteX337" fmla="*/ 2447286 w 12199799"/>
              <a:gd name="connsiteY337" fmla="*/ 3426714 h 6855225"/>
              <a:gd name="connsiteX338" fmla="*/ 3228838 w 12199799"/>
              <a:gd name="connsiteY338" fmla="*/ 3880014 h 6855225"/>
              <a:gd name="connsiteX339" fmla="*/ 7305243 w 12199799"/>
              <a:gd name="connsiteY339" fmla="*/ 2484744 h 6855225"/>
              <a:gd name="connsiteX340" fmla="*/ 6523688 w 12199799"/>
              <a:gd name="connsiteY340" fmla="*/ 2938039 h 6855225"/>
              <a:gd name="connsiteX341" fmla="*/ 7305243 w 12199799"/>
              <a:gd name="connsiteY341" fmla="*/ 3391326 h 6855225"/>
              <a:gd name="connsiteX342" fmla="*/ 7338859 w 12199799"/>
              <a:gd name="connsiteY342" fmla="*/ 2484740 h 6855225"/>
              <a:gd name="connsiteX343" fmla="*/ 7338859 w 12199799"/>
              <a:gd name="connsiteY343" fmla="*/ 3391326 h 6855225"/>
              <a:gd name="connsiteX344" fmla="*/ 8120395 w 12199799"/>
              <a:gd name="connsiteY344" fmla="*/ 2938038 h 6855225"/>
              <a:gd name="connsiteX345" fmla="*/ 8935566 w 12199799"/>
              <a:gd name="connsiteY345" fmla="*/ 2484740 h 6855225"/>
              <a:gd name="connsiteX346" fmla="*/ 8154014 w 12199799"/>
              <a:gd name="connsiteY346" fmla="*/ 2938039 h 6855225"/>
              <a:gd name="connsiteX347" fmla="*/ 8935566 w 12199799"/>
              <a:gd name="connsiteY347" fmla="*/ 3391326 h 6855225"/>
              <a:gd name="connsiteX348" fmla="*/ 8970959 w 12199799"/>
              <a:gd name="connsiteY348" fmla="*/ 2484740 h 6855225"/>
              <a:gd name="connsiteX349" fmla="*/ 8970959 w 12199799"/>
              <a:gd name="connsiteY349" fmla="*/ 3391326 h 6855225"/>
              <a:gd name="connsiteX350" fmla="*/ 9752511 w 12199799"/>
              <a:gd name="connsiteY350" fmla="*/ 2938036 h 6855225"/>
              <a:gd name="connsiteX351" fmla="*/ 10567680 w 12199799"/>
              <a:gd name="connsiteY351" fmla="*/ 2484740 h 6855225"/>
              <a:gd name="connsiteX352" fmla="*/ 9786128 w 12199799"/>
              <a:gd name="connsiteY352" fmla="*/ 2938038 h 6855225"/>
              <a:gd name="connsiteX353" fmla="*/ 10567680 w 12199799"/>
              <a:gd name="connsiteY353" fmla="*/ 3391326 h 6855225"/>
              <a:gd name="connsiteX354" fmla="*/ 10603074 w 12199799"/>
              <a:gd name="connsiteY354" fmla="*/ 2484738 h 6855225"/>
              <a:gd name="connsiteX355" fmla="*/ 10603074 w 12199799"/>
              <a:gd name="connsiteY355" fmla="*/ 3391323 h 6855225"/>
              <a:gd name="connsiteX356" fmla="*/ 11384627 w 12199799"/>
              <a:gd name="connsiteY356" fmla="*/ 2938033 h 6855225"/>
              <a:gd name="connsiteX357" fmla="*/ 12199796 w 12199799"/>
              <a:gd name="connsiteY357" fmla="*/ 2484738 h 6855225"/>
              <a:gd name="connsiteX358" fmla="*/ 11418245 w 12199799"/>
              <a:gd name="connsiteY358" fmla="*/ 2938035 h 6855225"/>
              <a:gd name="connsiteX359" fmla="*/ 12199796 w 12199799"/>
              <a:gd name="connsiteY359" fmla="*/ 3391323 h 6855225"/>
              <a:gd name="connsiteX360" fmla="*/ 4042789 w 12199799"/>
              <a:gd name="connsiteY360" fmla="*/ 2484731 h 6855225"/>
              <a:gd name="connsiteX361" fmla="*/ 3261236 w 12199799"/>
              <a:gd name="connsiteY361" fmla="*/ 2938029 h 6855225"/>
              <a:gd name="connsiteX362" fmla="*/ 4042789 w 12199799"/>
              <a:gd name="connsiteY362" fmla="*/ 3391323 h 6855225"/>
              <a:gd name="connsiteX363" fmla="*/ 4076405 w 12199799"/>
              <a:gd name="connsiteY363" fmla="*/ 2484731 h 6855225"/>
              <a:gd name="connsiteX364" fmla="*/ 4076405 w 12199799"/>
              <a:gd name="connsiteY364" fmla="*/ 3391321 h 6855225"/>
              <a:gd name="connsiteX365" fmla="*/ 4857958 w 12199799"/>
              <a:gd name="connsiteY365" fmla="*/ 2938027 h 6855225"/>
              <a:gd name="connsiteX366" fmla="*/ 5673129 w 12199799"/>
              <a:gd name="connsiteY366" fmla="*/ 2484731 h 6855225"/>
              <a:gd name="connsiteX367" fmla="*/ 4891576 w 12199799"/>
              <a:gd name="connsiteY367" fmla="*/ 2938029 h 6855225"/>
              <a:gd name="connsiteX368" fmla="*/ 5673129 w 12199799"/>
              <a:gd name="connsiteY368" fmla="*/ 3391321 h 6855225"/>
              <a:gd name="connsiteX369" fmla="*/ 5708521 w 12199799"/>
              <a:gd name="connsiteY369" fmla="*/ 2484729 h 6855225"/>
              <a:gd name="connsiteX370" fmla="*/ 5708521 w 12199799"/>
              <a:gd name="connsiteY370" fmla="*/ 3391321 h 6855225"/>
              <a:gd name="connsiteX371" fmla="*/ 6490069 w 12199799"/>
              <a:gd name="connsiteY371" fmla="*/ 2938026 h 6855225"/>
              <a:gd name="connsiteX372" fmla="*/ 781554 w 12199799"/>
              <a:gd name="connsiteY372" fmla="*/ 2484725 h 6855225"/>
              <a:gd name="connsiteX373" fmla="*/ 1 w 12199799"/>
              <a:gd name="connsiteY373" fmla="*/ 2938024 h 6855225"/>
              <a:gd name="connsiteX374" fmla="*/ 781554 w 12199799"/>
              <a:gd name="connsiteY374" fmla="*/ 3391320 h 6855225"/>
              <a:gd name="connsiteX375" fmla="*/ 815170 w 12199799"/>
              <a:gd name="connsiteY375" fmla="*/ 2484723 h 6855225"/>
              <a:gd name="connsiteX376" fmla="*/ 815170 w 12199799"/>
              <a:gd name="connsiteY376" fmla="*/ 3391320 h 6855225"/>
              <a:gd name="connsiteX377" fmla="*/ 1596723 w 12199799"/>
              <a:gd name="connsiteY377" fmla="*/ 2938021 h 6855225"/>
              <a:gd name="connsiteX378" fmla="*/ 2411894 w 12199799"/>
              <a:gd name="connsiteY378" fmla="*/ 2484723 h 6855225"/>
              <a:gd name="connsiteX379" fmla="*/ 1630341 w 12199799"/>
              <a:gd name="connsiteY379" fmla="*/ 2938023 h 6855225"/>
              <a:gd name="connsiteX380" fmla="*/ 2411894 w 12199799"/>
              <a:gd name="connsiteY380" fmla="*/ 3391320 h 6855225"/>
              <a:gd name="connsiteX381" fmla="*/ 2447286 w 12199799"/>
              <a:gd name="connsiteY381" fmla="*/ 2484721 h 6855225"/>
              <a:gd name="connsiteX382" fmla="*/ 2447286 w 12199799"/>
              <a:gd name="connsiteY382" fmla="*/ 3391320 h 6855225"/>
              <a:gd name="connsiteX383" fmla="*/ 3228839 w 12199799"/>
              <a:gd name="connsiteY383" fmla="*/ 2938021 h 6855225"/>
              <a:gd name="connsiteX384" fmla="*/ 9752510 w 12199799"/>
              <a:gd name="connsiteY384" fmla="*/ 1989995 h 6855225"/>
              <a:gd name="connsiteX385" fmla="*/ 8970960 w 12199799"/>
              <a:gd name="connsiteY385" fmla="*/ 2443295 h 6855225"/>
              <a:gd name="connsiteX386" fmla="*/ 9752510 w 12199799"/>
              <a:gd name="connsiteY386" fmla="*/ 2896592 h 6855225"/>
              <a:gd name="connsiteX387" fmla="*/ 6523688 w 12199799"/>
              <a:gd name="connsiteY387" fmla="*/ 1989994 h 6855225"/>
              <a:gd name="connsiteX388" fmla="*/ 6523688 w 12199799"/>
              <a:gd name="connsiteY388" fmla="*/ 2896592 h 6855225"/>
              <a:gd name="connsiteX389" fmla="*/ 7305243 w 12199799"/>
              <a:gd name="connsiteY389" fmla="*/ 2443295 h 6855225"/>
              <a:gd name="connsiteX390" fmla="*/ 8120394 w 12199799"/>
              <a:gd name="connsiteY390" fmla="*/ 1989992 h 6855225"/>
              <a:gd name="connsiteX391" fmla="*/ 7338859 w 12199799"/>
              <a:gd name="connsiteY391" fmla="*/ 2443293 h 6855225"/>
              <a:gd name="connsiteX392" fmla="*/ 8120394 w 12199799"/>
              <a:gd name="connsiteY392" fmla="*/ 2896591 h 6855225"/>
              <a:gd name="connsiteX393" fmla="*/ 8154013 w 12199799"/>
              <a:gd name="connsiteY393" fmla="*/ 1989992 h 6855225"/>
              <a:gd name="connsiteX394" fmla="*/ 8154013 w 12199799"/>
              <a:gd name="connsiteY394" fmla="*/ 2896591 h 6855225"/>
              <a:gd name="connsiteX395" fmla="*/ 8935564 w 12199799"/>
              <a:gd name="connsiteY395" fmla="*/ 2443293 h 6855225"/>
              <a:gd name="connsiteX396" fmla="*/ 9786127 w 12199799"/>
              <a:gd name="connsiteY396" fmla="*/ 1989991 h 6855225"/>
              <a:gd name="connsiteX397" fmla="*/ 9786127 w 12199799"/>
              <a:gd name="connsiteY397" fmla="*/ 2896589 h 6855225"/>
              <a:gd name="connsiteX398" fmla="*/ 10567678 w 12199799"/>
              <a:gd name="connsiteY398" fmla="*/ 2443292 h 6855225"/>
              <a:gd name="connsiteX399" fmla="*/ 11384626 w 12199799"/>
              <a:gd name="connsiteY399" fmla="*/ 1989989 h 6855225"/>
              <a:gd name="connsiteX400" fmla="*/ 10603074 w 12199799"/>
              <a:gd name="connsiteY400" fmla="*/ 2443289 h 6855225"/>
              <a:gd name="connsiteX401" fmla="*/ 11384626 w 12199799"/>
              <a:gd name="connsiteY401" fmla="*/ 2896587 h 6855225"/>
              <a:gd name="connsiteX402" fmla="*/ 11418245 w 12199799"/>
              <a:gd name="connsiteY402" fmla="*/ 1989989 h 6855225"/>
              <a:gd name="connsiteX403" fmla="*/ 11418245 w 12199799"/>
              <a:gd name="connsiteY403" fmla="*/ 2896588 h 6855225"/>
              <a:gd name="connsiteX404" fmla="*/ 12199795 w 12199799"/>
              <a:gd name="connsiteY404" fmla="*/ 2443289 h 6855225"/>
              <a:gd name="connsiteX405" fmla="*/ 3261235 w 12199799"/>
              <a:gd name="connsiteY405" fmla="*/ 1989983 h 6855225"/>
              <a:gd name="connsiteX406" fmla="*/ 3261235 w 12199799"/>
              <a:gd name="connsiteY406" fmla="*/ 2896583 h 6855225"/>
              <a:gd name="connsiteX407" fmla="*/ 4042787 w 12199799"/>
              <a:gd name="connsiteY407" fmla="*/ 2443283 h 6855225"/>
              <a:gd name="connsiteX408" fmla="*/ 4857957 w 12199799"/>
              <a:gd name="connsiteY408" fmla="*/ 1989982 h 6855225"/>
              <a:gd name="connsiteX409" fmla="*/ 4076405 w 12199799"/>
              <a:gd name="connsiteY409" fmla="*/ 2443281 h 6855225"/>
              <a:gd name="connsiteX410" fmla="*/ 4857957 w 12199799"/>
              <a:gd name="connsiteY410" fmla="*/ 2896581 h 6855225"/>
              <a:gd name="connsiteX411" fmla="*/ 4891576 w 12199799"/>
              <a:gd name="connsiteY411" fmla="*/ 1989982 h 6855225"/>
              <a:gd name="connsiteX412" fmla="*/ 4891576 w 12199799"/>
              <a:gd name="connsiteY412" fmla="*/ 2896581 h 6855225"/>
              <a:gd name="connsiteX413" fmla="*/ 5673128 w 12199799"/>
              <a:gd name="connsiteY413" fmla="*/ 2443281 h 6855225"/>
              <a:gd name="connsiteX414" fmla="*/ 6490069 w 12199799"/>
              <a:gd name="connsiteY414" fmla="*/ 1989981 h 6855225"/>
              <a:gd name="connsiteX415" fmla="*/ 5708521 w 12199799"/>
              <a:gd name="connsiteY415" fmla="*/ 2443280 h 6855225"/>
              <a:gd name="connsiteX416" fmla="*/ 6490069 w 12199799"/>
              <a:gd name="connsiteY416" fmla="*/ 2896580 h 6855225"/>
              <a:gd name="connsiteX417" fmla="*/ 0 w 12199799"/>
              <a:gd name="connsiteY417" fmla="*/ 1989976 h 6855225"/>
              <a:gd name="connsiteX418" fmla="*/ 0 w 12199799"/>
              <a:gd name="connsiteY418" fmla="*/ 2896577 h 6855225"/>
              <a:gd name="connsiteX419" fmla="*/ 781552 w 12199799"/>
              <a:gd name="connsiteY419" fmla="*/ 2443276 h 6855225"/>
              <a:gd name="connsiteX420" fmla="*/ 1596722 w 12199799"/>
              <a:gd name="connsiteY420" fmla="*/ 1989975 h 6855225"/>
              <a:gd name="connsiteX421" fmla="*/ 815170 w 12199799"/>
              <a:gd name="connsiteY421" fmla="*/ 2443275 h 6855225"/>
              <a:gd name="connsiteX422" fmla="*/ 1596722 w 12199799"/>
              <a:gd name="connsiteY422" fmla="*/ 2896575 h 6855225"/>
              <a:gd name="connsiteX423" fmla="*/ 1630341 w 12199799"/>
              <a:gd name="connsiteY423" fmla="*/ 1989975 h 6855225"/>
              <a:gd name="connsiteX424" fmla="*/ 1630341 w 12199799"/>
              <a:gd name="connsiteY424" fmla="*/ 2896576 h 6855225"/>
              <a:gd name="connsiteX425" fmla="*/ 2411893 w 12199799"/>
              <a:gd name="connsiteY425" fmla="*/ 2443276 h 6855225"/>
              <a:gd name="connsiteX426" fmla="*/ 3228838 w 12199799"/>
              <a:gd name="connsiteY426" fmla="*/ 1989974 h 6855225"/>
              <a:gd name="connsiteX427" fmla="*/ 2447286 w 12199799"/>
              <a:gd name="connsiteY427" fmla="*/ 2443273 h 6855225"/>
              <a:gd name="connsiteX428" fmla="*/ 3228838 w 12199799"/>
              <a:gd name="connsiteY428" fmla="*/ 2896575 h 6855225"/>
              <a:gd name="connsiteX429" fmla="*/ 7305243 w 12199799"/>
              <a:gd name="connsiteY429" fmla="*/ 1503884 h 6855225"/>
              <a:gd name="connsiteX430" fmla="*/ 6523688 w 12199799"/>
              <a:gd name="connsiteY430" fmla="*/ 1957188 h 6855225"/>
              <a:gd name="connsiteX431" fmla="*/ 7305243 w 12199799"/>
              <a:gd name="connsiteY431" fmla="*/ 2410485 h 6855225"/>
              <a:gd name="connsiteX432" fmla="*/ 7338859 w 12199799"/>
              <a:gd name="connsiteY432" fmla="*/ 1503883 h 6855225"/>
              <a:gd name="connsiteX433" fmla="*/ 7338859 w 12199799"/>
              <a:gd name="connsiteY433" fmla="*/ 2410484 h 6855225"/>
              <a:gd name="connsiteX434" fmla="*/ 8120395 w 12199799"/>
              <a:gd name="connsiteY434" fmla="*/ 1957186 h 6855225"/>
              <a:gd name="connsiteX435" fmla="*/ 8935566 w 12199799"/>
              <a:gd name="connsiteY435" fmla="*/ 1503883 h 6855225"/>
              <a:gd name="connsiteX436" fmla="*/ 8154014 w 12199799"/>
              <a:gd name="connsiteY436" fmla="*/ 1957188 h 6855225"/>
              <a:gd name="connsiteX437" fmla="*/ 8935566 w 12199799"/>
              <a:gd name="connsiteY437" fmla="*/ 2410484 h 6855225"/>
              <a:gd name="connsiteX438" fmla="*/ 10567680 w 12199799"/>
              <a:gd name="connsiteY438" fmla="*/ 1503881 h 6855225"/>
              <a:gd name="connsiteX439" fmla="*/ 9786128 w 12199799"/>
              <a:gd name="connsiteY439" fmla="*/ 1957185 h 6855225"/>
              <a:gd name="connsiteX440" fmla="*/ 10567680 w 12199799"/>
              <a:gd name="connsiteY440" fmla="*/ 2410481 h 6855225"/>
              <a:gd name="connsiteX441" fmla="*/ 8970959 w 12199799"/>
              <a:gd name="connsiteY441" fmla="*/ 1503881 h 6855225"/>
              <a:gd name="connsiteX442" fmla="*/ 8970959 w 12199799"/>
              <a:gd name="connsiteY442" fmla="*/ 2410481 h 6855225"/>
              <a:gd name="connsiteX443" fmla="*/ 9752511 w 12199799"/>
              <a:gd name="connsiteY443" fmla="*/ 1957184 h 6855225"/>
              <a:gd name="connsiteX444" fmla="*/ 10603073 w 12199799"/>
              <a:gd name="connsiteY444" fmla="*/ 1503879 h 6855225"/>
              <a:gd name="connsiteX445" fmla="*/ 10603073 w 12199799"/>
              <a:gd name="connsiteY445" fmla="*/ 2410480 h 6855225"/>
              <a:gd name="connsiteX446" fmla="*/ 11384627 w 12199799"/>
              <a:gd name="connsiteY446" fmla="*/ 1957182 h 6855225"/>
              <a:gd name="connsiteX447" fmla="*/ 12199796 w 12199799"/>
              <a:gd name="connsiteY447" fmla="*/ 1503879 h 6855225"/>
              <a:gd name="connsiteX448" fmla="*/ 11418245 w 12199799"/>
              <a:gd name="connsiteY448" fmla="*/ 1957183 h 6855225"/>
              <a:gd name="connsiteX449" fmla="*/ 12199796 w 12199799"/>
              <a:gd name="connsiteY449" fmla="*/ 2410480 h 6855225"/>
              <a:gd name="connsiteX450" fmla="*/ 4042789 w 12199799"/>
              <a:gd name="connsiteY450" fmla="*/ 1503874 h 6855225"/>
              <a:gd name="connsiteX451" fmla="*/ 3261236 w 12199799"/>
              <a:gd name="connsiteY451" fmla="*/ 1957177 h 6855225"/>
              <a:gd name="connsiteX452" fmla="*/ 4042789 w 12199799"/>
              <a:gd name="connsiteY452" fmla="*/ 2410474 h 6855225"/>
              <a:gd name="connsiteX453" fmla="*/ 4076405 w 12199799"/>
              <a:gd name="connsiteY453" fmla="*/ 1503873 h 6855225"/>
              <a:gd name="connsiteX454" fmla="*/ 4076405 w 12199799"/>
              <a:gd name="connsiteY454" fmla="*/ 2410472 h 6855225"/>
              <a:gd name="connsiteX455" fmla="*/ 4857958 w 12199799"/>
              <a:gd name="connsiteY455" fmla="*/ 1957175 h 6855225"/>
              <a:gd name="connsiteX456" fmla="*/ 5673129 w 12199799"/>
              <a:gd name="connsiteY456" fmla="*/ 1503873 h 6855225"/>
              <a:gd name="connsiteX457" fmla="*/ 4891576 w 12199799"/>
              <a:gd name="connsiteY457" fmla="*/ 1957176 h 6855225"/>
              <a:gd name="connsiteX458" fmla="*/ 5673129 w 12199799"/>
              <a:gd name="connsiteY458" fmla="*/ 2410472 h 6855225"/>
              <a:gd name="connsiteX459" fmla="*/ 5708521 w 12199799"/>
              <a:gd name="connsiteY459" fmla="*/ 1503872 h 6855225"/>
              <a:gd name="connsiteX460" fmla="*/ 5708521 w 12199799"/>
              <a:gd name="connsiteY460" fmla="*/ 2410471 h 6855225"/>
              <a:gd name="connsiteX461" fmla="*/ 6490069 w 12199799"/>
              <a:gd name="connsiteY461" fmla="*/ 1957174 h 6855225"/>
              <a:gd name="connsiteX462" fmla="*/ 781554 w 12199799"/>
              <a:gd name="connsiteY462" fmla="*/ 1503868 h 6855225"/>
              <a:gd name="connsiteX463" fmla="*/ 1 w 12199799"/>
              <a:gd name="connsiteY463" fmla="*/ 1957170 h 6855225"/>
              <a:gd name="connsiteX464" fmla="*/ 781554 w 12199799"/>
              <a:gd name="connsiteY464" fmla="*/ 2410469 h 6855225"/>
              <a:gd name="connsiteX465" fmla="*/ 2411894 w 12199799"/>
              <a:gd name="connsiteY465" fmla="*/ 1503867 h 6855225"/>
              <a:gd name="connsiteX466" fmla="*/ 1630341 w 12199799"/>
              <a:gd name="connsiteY466" fmla="*/ 1957169 h 6855225"/>
              <a:gd name="connsiteX467" fmla="*/ 2411894 w 12199799"/>
              <a:gd name="connsiteY467" fmla="*/ 2410468 h 6855225"/>
              <a:gd name="connsiteX468" fmla="*/ 815170 w 12199799"/>
              <a:gd name="connsiteY468" fmla="*/ 1503867 h 6855225"/>
              <a:gd name="connsiteX469" fmla="*/ 815170 w 12199799"/>
              <a:gd name="connsiteY469" fmla="*/ 2410468 h 6855225"/>
              <a:gd name="connsiteX470" fmla="*/ 1596723 w 12199799"/>
              <a:gd name="connsiteY470" fmla="*/ 1957168 h 6855225"/>
              <a:gd name="connsiteX471" fmla="*/ 2447286 w 12199799"/>
              <a:gd name="connsiteY471" fmla="*/ 1503866 h 6855225"/>
              <a:gd name="connsiteX472" fmla="*/ 2447286 w 12199799"/>
              <a:gd name="connsiteY472" fmla="*/ 2410467 h 6855225"/>
              <a:gd name="connsiteX473" fmla="*/ 3228839 w 12199799"/>
              <a:gd name="connsiteY473" fmla="*/ 1957166 h 6855225"/>
              <a:gd name="connsiteX474" fmla="*/ 6523688 w 12199799"/>
              <a:gd name="connsiteY474" fmla="*/ 1009133 h 6855225"/>
              <a:gd name="connsiteX475" fmla="*/ 6523688 w 12199799"/>
              <a:gd name="connsiteY475" fmla="*/ 1915742 h 6855225"/>
              <a:gd name="connsiteX476" fmla="*/ 7305243 w 12199799"/>
              <a:gd name="connsiteY476" fmla="*/ 1462437 h 6855225"/>
              <a:gd name="connsiteX477" fmla="*/ 8120394 w 12199799"/>
              <a:gd name="connsiteY477" fmla="*/ 1009133 h 6855225"/>
              <a:gd name="connsiteX478" fmla="*/ 7338859 w 12199799"/>
              <a:gd name="connsiteY478" fmla="*/ 1462436 h 6855225"/>
              <a:gd name="connsiteX479" fmla="*/ 8120394 w 12199799"/>
              <a:gd name="connsiteY479" fmla="*/ 1915740 h 6855225"/>
              <a:gd name="connsiteX480" fmla="*/ 8154013 w 12199799"/>
              <a:gd name="connsiteY480" fmla="*/ 1009132 h 6855225"/>
              <a:gd name="connsiteX481" fmla="*/ 8154013 w 12199799"/>
              <a:gd name="connsiteY481" fmla="*/ 1915741 h 6855225"/>
              <a:gd name="connsiteX482" fmla="*/ 8935564 w 12199799"/>
              <a:gd name="connsiteY482" fmla="*/ 1462436 h 6855225"/>
              <a:gd name="connsiteX483" fmla="*/ 9752510 w 12199799"/>
              <a:gd name="connsiteY483" fmla="*/ 1009131 h 6855225"/>
              <a:gd name="connsiteX484" fmla="*/ 8970960 w 12199799"/>
              <a:gd name="connsiteY484" fmla="*/ 1462434 h 6855225"/>
              <a:gd name="connsiteX485" fmla="*/ 9752510 w 12199799"/>
              <a:gd name="connsiteY485" fmla="*/ 1915739 h 6855225"/>
              <a:gd name="connsiteX486" fmla="*/ 9786127 w 12199799"/>
              <a:gd name="connsiteY486" fmla="*/ 1009131 h 6855225"/>
              <a:gd name="connsiteX487" fmla="*/ 9786127 w 12199799"/>
              <a:gd name="connsiteY487" fmla="*/ 1915739 h 6855225"/>
              <a:gd name="connsiteX488" fmla="*/ 10567678 w 12199799"/>
              <a:gd name="connsiteY488" fmla="*/ 1462435 h 6855225"/>
              <a:gd name="connsiteX489" fmla="*/ 11384626 w 12199799"/>
              <a:gd name="connsiteY489" fmla="*/ 1009130 h 6855225"/>
              <a:gd name="connsiteX490" fmla="*/ 10603074 w 12199799"/>
              <a:gd name="connsiteY490" fmla="*/ 1462432 h 6855225"/>
              <a:gd name="connsiteX491" fmla="*/ 11384626 w 12199799"/>
              <a:gd name="connsiteY491" fmla="*/ 1915737 h 6855225"/>
              <a:gd name="connsiteX492" fmla="*/ 11418245 w 12199799"/>
              <a:gd name="connsiteY492" fmla="*/ 1009129 h 6855225"/>
              <a:gd name="connsiteX493" fmla="*/ 11418245 w 12199799"/>
              <a:gd name="connsiteY493" fmla="*/ 1915737 h 6855225"/>
              <a:gd name="connsiteX494" fmla="*/ 12199795 w 12199799"/>
              <a:gd name="connsiteY494" fmla="*/ 1462433 h 6855225"/>
              <a:gd name="connsiteX495" fmla="*/ 3261235 w 12199799"/>
              <a:gd name="connsiteY495" fmla="*/ 1009125 h 6855225"/>
              <a:gd name="connsiteX496" fmla="*/ 3261235 w 12199799"/>
              <a:gd name="connsiteY496" fmla="*/ 1915731 h 6855225"/>
              <a:gd name="connsiteX497" fmla="*/ 4042787 w 12199799"/>
              <a:gd name="connsiteY497" fmla="*/ 1462428 h 6855225"/>
              <a:gd name="connsiteX498" fmla="*/ 4857957 w 12199799"/>
              <a:gd name="connsiteY498" fmla="*/ 1009125 h 6855225"/>
              <a:gd name="connsiteX499" fmla="*/ 4076405 w 12199799"/>
              <a:gd name="connsiteY499" fmla="*/ 1462427 h 6855225"/>
              <a:gd name="connsiteX500" fmla="*/ 4857957 w 12199799"/>
              <a:gd name="connsiteY500" fmla="*/ 1915729 h 6855225"/>
              <a:gd name="connsiteX501" fmla="*/ 4891576 w 12199799"/>
              <a:gd name="connsiteY501" fmla="*/ 1009124 h 6855225"/>
              <a:gd name="connsiteX502" fmla="*/ 4891576 w 12199799"/>
              <a:gd name="connsiteY502" fmla="*/ 1915730 h 6855225"/>
              <a:gd name="connsiteX503" fmla="*/ 5673128 w 12199799"/>
              <a:gd name="connsiteY503" fmla="*/ 1462427 h 6855225"/>
              <a:gd name="connsiteX504" fmla="*/ 6490069 w 12199799"/>
              <a:gd name="connsiteY504" fmla="*/ 1009123 h 6855225"/>
              <a:gd name="connsiteX505" fmla="*/ 5708521 w 12199799"/>
              <a:gd name="connsiteY505" fmla="*/ 1462425 h 6855225"/>
              <a:gd name="connsiteX506" fmla="*/ 6490069 w 12199799"/>
              <a:gd name="connsiteY506" fmla="*/ 1915727 h 6855225"/>
              <a:gd name="connsiteX507" fmla="*/ 0 w 12199799"/>
              <a:gd name="connsiteY507" fmla="*/ 1009120 h 6855225"/>
              <a:gd name="connsiteX508" fmla="*/ 0 w 12199799"/>
              <a:gd name="connsiteY508" fmla="*/ 1915724 h 6855225"/>
              <a:gd name="connsiteX509" fmla="*/ 781552 w 12199799"/>
              <a:gd name="connsiteY509" fmla="*/ 1462422 h 6855225"/>
              <a:gd name="connsiteX510" fmla="*/ 1596722 w 12199799"/>
              <a:gd name="connsiteY510" fmla="*/ 1009119 h 6855225"/>
              <a:gd name="connsiteX511" fmla="*/ 815170 w 12199799"/>
              <a:gd name="connsiteY511" fmla="*/ 1462420 h 6855225"/>
              <a:gd name="connsiteX512" fmla="*/ 1596722 w 12199799"/>
              <a:gd name="connsiteY512" fmla="*/ 1915722 h 6855225"/>
              <a:gd name="connsiteX513" fmla="*/ 1630341 w 12199799"/>
              <a:gd name="connsiteY513" fmla="*/ 1009119 h 6855225"/>
              <a:gd name="connsiteX514" fmla="*/ 1630341 w 12199799"/>
              <a:gd name="connsiteY514" fmla="*/ 1915722 h 6855225"/>
              <a:gd name="connsiteX515" fmla="*/ 2411893 w 12199799"/>
              <a:gd name="connsiteY515" fmla="*/ 1462420 h 6855225"/>
              <a:gd name="connsiteX516" fmla="*/ 3228838 w 12199799"/>
              <a:gd name="connsiteY516" fmla="*/ 1009118 h 6855225"/>
              <a:gd name="connsiteX517" fmla="*/ 2447286 w 12199799"/>
              <a:gd name="connsiteY517" fmla="*/ 1462419 h 6855225"/>
              <a:gd name="connsiteX518" fmla="*/ 3228838 w 12199799"/>
              <a:gd name="connsiteY518" fmla="*/ 1915720 h 6855225"/>
              <a:gd name="connsiteX519" fmla="*/ 7305243 w 12199799"/>
              <a:gd name="connsiteY519" fmla="*/ 520440 h 6855225"/>
              <a:gd name="connsiteX520" fmla="*/ 6523688 w 12199799"/>
              <a:gd name="connsiteY520" fmla="*/ 973739 h 6855225"/>
              <a:gd name="connsiteX521" fmla="*/ 7305243 w 12199799"/>
              <a:gd name="connsiteY521" fmla="*/ 1427041 h 6855225"/>
              <a:gd name="connsiteX522" fmla="*/ 8935566 w 12199799"/>
              <a:gd name="connsiteY522" fmla="*/ 520439 h 6855225"/>
              <a:gd name="connsiteX523" fmla="*/ 8154014 w 12199799"/>
              <a:gd name="connsiteY523" fmla="*/ 973739 h 6855225"/>
              <a:gd name="connsiteX524" fmla="*/ 8935566 w 12199799"/>
              <a:gd name="connsiteY524" fmla="*/ 1427041 h 6855225"/>
              <a:gd name="connsiteX525" fmla="*/ 7338859 w 12199799"/>
              <a:gd name="connsiteY525" fmla="*/ 520439 h 6855225"/>
              <a:gd name="connsiteX526" fmla="*/ 7338859 w 12199799"/>
              <a:gd name="connsiteY526" fmla="*/ 1427041 h 6855225"/>
              <a:gd name="connsiteX527" fmla="*/ 8120395 w 12199799"/>
              <a:gd name="connsiteY527" fmla="*/ 973738 h 6855225"/>
              <a:gd name="connsiteX528" fmla="*/ 8970959 w 12199799"/>
              <a:gd name="connsiteY528" fmla="*/ 520437 h 6855225"/>
              <a:gd name="connsiteX529" fmla="*/ 8970959 w 12199799"/>
              <a:gd name="connsiteY529" fmla="*/ 1427040 h 6855225"/>
              <a:gd name="connsiteX530" fmla="*/ 9752511 w 12199799"/>
              <a:gd name="connsiteY530" fmla="*/ 973736 h 6855225"/>
              <a:gd name="connsiteX531" fmla="*/ 10567680 w 12199799"/>
              <a:gd name="connsiteY531" fmla="*/ 520437 h 6855225"/>
              <a:gd name="connsiteX532" fmla="*/ 9786128 w 12199799"/>
              <a:gd name="connsiteY532" fmla="*/ 973737 h 6855225"/>
              <a:gd name="connsiteX533" fmla="*/ 10567680 w 12199799"/>
              <a:gd name="connsiteY533" fmla="*/ 1427040 h 6855225"/>
              <a:gd name="connsiteX534" fmla="*/ 10603073 w 12199799"/>
              <a:gd name="connsiteY534" fmla="*/ 520436 h 6855225"/>
              <a:gd name="connsiteX535" fmla="*/ 10603073 w 12199799"/>
              <a:gd name="connsiteY535" fmla="*/ 1427037 h 6855225"/>
              <a:gd name="connsiteX536" fmla="*/ 11384626 w 12199799"/>
              <a:gd name="connsiteY536" fmla="*/ 973735 h 6855225"/>
              <a:gd name="connsiteX537" fmla="*/ 12199795 w 12199799"/>
              <a:gd name="connsiteY537" fmla="*/ 520436 h 6855225"/>
              <a:gd name="connsiteX538" fmla="*/ 11418245 w 12199799"/>
              <a:gd name="connsiteY538" fmla="*/ 973736 h 6855225"/>
              <a:gd name="connsiteX539" fmla="*/ 12199795 w 12199799"/>
              <a:gd name="connsiteY539" fmla="*/ 1427037 h 6855225"/>
              <a:gd name="connsiteX540" fmla="*/ 4042789 w 12199799"/>
              <a:gd name="connsiteY540" fmla="*/ 520431 h 6855225"/>
              <a:gd name="connsiteX541" fmla="*/ 3261236 w 12199799"/>
              <a:gd name="connsiteY541" fmla="*/ 973731 h 6855225"/>
              <a:gd name="connsiteX542" fmla="*/ 4042789 w 12199799"/>
              <a:gd name="connsiteY542" fmla="*/ 1427033 h 6855225"/>
              <a:gd name="connsiteX543" fmla="*/ 5673129 w 12199799"/>
              <a:gd name="connsiteY543" fmla="*/ 520430 h 6855225"/>
              <a:gd name="connsiteX544" fmla="*/ 4891576 w 12199799"/>
              <a:gd name="connsiteY544" fmla="*/ 973730 h 6855225"/>
              <a:gd name="connsiteX545" fmla="*/ 5673129 w 12199799"/>
              <a:gd name="connsiteY545" fmla="*/ 1427032 h 6855225"/>
              <a:gd name="connsiteX546" fmla="*/ 4076405 w 12199799"/>
              <a:gd name="connsiteY546" fmla="*/ 520430 h 6855225"/>
              <a:gd name="connsiteX547" fmla="*/ 4076405 w 12199799"/>
              <a:gd name="connsiteY547" fmla="*/ 1427032 h 6855225"/>
              <a:gd name="connsiteX548" fmla="*/ 4857958 w 12199799"/>
              <a:gd name="connsiteY548" fmla="*/ 973729 h 6855225"/>
              <a:gd name="connsiteX549" fmla="*/ 5708521 w 12199799"/>
              <a:gd name="connsiteY549" fmla="*/ 520429 h 6855225"/>
              <a:gd name="connsiteX550" fmla="*/ 5708521 w 12199799"/>
              <a:gd name="connsiteY550" fmla="*/ 1427030 h 6855225"/>
              <a:gd name="connsiteX551" fmla="*/ 6490069 w 12199799"/>
              <a:gd name="connsiteY551" fmla="*/ 973728 h 6855225"/>
              <a:gd name="connsiteX552" fmla="*/ 781554 w 12199799"/>
              <a:gd name="connsiteY552" fmla="*/ 520425 h 6855225"/>
              <a:gd name="connsiteX553" fmla="*/ 1 w 12199799"/>
              <a:gd name="connsiteY553" fmla="*/ 973726 h 6855225"/>
              <a:gd name="connsiteX554" fmla="*/ 781554 w 12199799"/>
              <a:gd name="connsiteY554" fmla="*/ 1427027 h 6855225"/>
              <a:gd name="connsiteX555" fmla="*/ 2411894 w 12199799"/>
              <a:gd name="connsiteY555" fmla="*/ 520424 h 6855225"/>
              <a:gd name="connsiteX556" fmla="*/ 1630341 w 12199799"/>
              <a:gd name="connsiteY556" fmla="*/ 973725 h 6855225"/>
              <a:gd name="connsiteX557" fmla="*/ 2411894 w 12199799"/>
              <a:gd name="connsiteY557" fmla="*/ 1427026 h 6855225"/>
              <a:gd name="connsiteX558" fmla="*/ 815170 w 12199799"/>
              <a:gd name="connsiteY558" fmla="*/ 520424 h 6855225"/>
              <a:gd name="connsiteX559" fmla="*/ 815170 w 12199799"/>
              <a:gd name="connsiteY559" fmla="*/ 1427026 h 6855225"/>
              <a:gd name="connsiteX560" fmla="*/ 1596723 w 12199799"/>
              <a:gd name="connsiteY560" fmla="*/ 973724 h 6855225"/>
              <a:gd name="connsiteX561" fmla="*/ 2447286 w 12199799"/>
              <a:gd name="connsiteY561" fmla="*/ 520423 h 6855225"/>
              <a:gd name="connsiteX562" fmla="*/ 2447286 w 12199799"/>
              <a:gd name="connsiteY562" fmla="*/ 1427024 h 6855225"/>
              <a:gd name="connsiteX563" fmla="*/ 3228839 w 12199799"/>
              <a:gd name="connsiteY563" fmla="*/ 973723 h 6855225"/>
              <a:gd name="connsiteX564" fmla="*/ 6523688 w 12199799"/>
              <a:gd name="connsiteY564" fmla="*/ 25693 h 6855225"/>
              <a:gd name="connsiteX565" fmla="*/ 6523688 w 12199799"/>
              <a:gd name="connsiteY565" fmla="*/ 932293 h 6855225"/>
              <a:gd name="connsiteX566" fmla="*/ 7305243 w 12199799"/>
              <a:gd name="connsiteY566" fmla="*/ 478993 h 6855225"/>
              <a:gd name="connsiteX567" fmla="*/ 8120394 w 12199799"/>
              <a:gd name="connsiteY567" fmla="*/ 25693 h 6855225"/>
              <a:gd name="connsiteX568" fmla="*/ 7338859 w 12199799"/>
              <a:gd name="connsiteY568" fmla="*/ 478992 h 6855225"/>
              <a:gd name="connsiteX569" fmla="*/ 8120394 w 12199799"/>
              <a:gd name="connsiteY569" fmla="*/ 932291 h 6855225"/>
              <a:gd name="connsiteX570" fmla="*/ 8154013 w 12199799"/>
              <a:gd name="connsiteY570" fmla="*/ 25692 h 6855225"/>
              <a:gd name="connsiteX571" fmla="*/ 8154013 w 12199799"/>
              <a:gd name="connsiteY571" fmla="*/ 932292 h 6855225"/>
              <a:gd name="connsiteX572" fmla="*/ 8935564 w 12199799"/>
              <a:gd name="connsiteY572" fmla="*/ 478992 h 6855225"/>
              <a:gd name="connsiteX573" fmla="*/ 9752510 w 12199799"/>
              <a:gd name="connsiteY573" fmla="*/ 25691 h 6855225"/>
              <a:gd name="connsiteX574" fmla="*/ 8970960 w 12199799"/>
              <a:gd name="connsiteY574" fmla="*/ 478990 h 6855225"/>
              <a:gd name="connsiteX575" fmla="*/ 9752510 w 12199799"/>
              <a:gd name="connsiteY575" fmla="*/ 932290 h 6855225"/>
              <a:gd name="connsiteX576" fmla="*/ 9786127 w 12199799"/>
              <a:gd name="connsiteY576" fmla="*/ 25691 h 6855225"/>
              <a:gd name="connsiteX577" fmla="*/ 9786127 w 12199799"/>
              <a:gd name="connsiteY577" fmla="*/ 932290 h 6855225"/>
              <a:gd name="connsiteX578" fmla="*/ 10567678 w 12199799"/>
              <a:gd name="connsiteY578" fmla="*/ 478990 h 6855225"/>
              <a:gd name="connsiteX579" fmla="*/ 11384626 w 12199799"/>
              <a:gd name="connsiteY579" fmla="*/ 25690 h 6855225"/>
              <a:gd name="connsiteX580" fmla="*/ 10603073 w 12199799"/>
              <a:gd name="connsiteY580" fmla="*/ 478989 h 6855225"/>
              <a:gd name="connsiteX581" fmla="*/ 11384626 w 12199799"/>
              <a:gd name="connsiteY581" fmla="*/ 932289 h 6855225"/>
              <a:gd name="connsiteX582" fmla="*/ 11418244 w 12199799"/>
              <a:gd name="connsiteY582" fmla="*/ 25689 h 6855225"/>
              <a:gd name="connsiteX583" fmla="*/ 11418244 w 12199799"/>
              <a:gd name="connsiteY583" fmla="*/ 932289 h 6855225"/>
              <a:gd name="connsiteX584" fmla="*/ 12199794 w 12199799"/>
              <a:gd name="connsiteY584" fmla="*/ 478989 h 6855225"/>
              <a:gd name="connsiteX585" fmla="*/ 3261235 w 12199799"/>
              <a:gd name="connsiteY585" fmla="*/ 25684 h 6855225"/>
              <a:gd name="connsiteX586" fmla="*/ 3261235 w 12199799"/>
              <a:gd name="connsiteY586" fmla="*/ 932284 h 6855225"/>
              <a:gd name="connsiteX587" fmla="*/ 4042787 w 12199799"/>
              <a:gd name="connsiteY587" fmla="*/ 478984 h 6855225"/>
              <a:gd name="connsiteX588" fmla="*/ 4857957 w 12199799"/>
              <a:gd name="connsiteY588" fmla="*/ 25684 h 6855225"/>
              <a:gd name="connsiteX589" fmla="*/ 4076405 w 12199799"/>
              <a:gd name="connsiteY589" fmla="*/ 478983 h 6855225"/>
              <a:gd name="connsiteX590" fmla="*/ 4857957 w 12199799"/>
              <a:gd name="connsiteY590" fmla="*/ 932283 h 6855225"/>
              <a:gd name="connsiteX591" fmla="*/ 4891576 w 12199799"/>
              <a:gd name="connsiteY591" fmla="*/ 25683 h 6855225"/>
              <a:gd name="connsiteX592" fmla="*/ 4891576 w 12199799"/>
              <a:gd name="connsiteY592" fmla="*/ 932283 h 6855225"/>
              <a:gd name="connsiteX593" fmla="*/ 5673128 w 12199799"/>
              <a:gd name="connsiteY593" fmla="*/ 478983 h 6855225"/>
              <a:gd name="connsiteX594" fmla="*/ 6490069 w 12199799"/>
              <a:gd name="connsiteY594" fmla="*/ 25682 h 6855225"/>
              <a:gd name="connsiteX595" fmla="*/ 5708521 w 12199799"/>
              <a:gd name="connsiteY595" fmla="*/ 478981 h 6855225"/>
              <a:gd name="connsiteX596" fmla="*/ 6490069 w 12199799"/>
              <a:gd name="connsiteY596" fmla="*/ 932282 h 6855225"/>
              <a:gd name="connsiteX597" fmla="*/ 0 w 12199799"/>
              <a:gd name="connsiteY597" fmla="*/ 25678 h 6855225"/>
              <a:gd name="connsiteX598" fmla="*/ 0 w 12199799"/>
              <a:gd name="connsiteY598" fmla="*/ 932279 h 6855225"/>
              <a:gd name="connsiteX599" fmla="*/ 781552 w 12199799"/>
              <a:gd name="connsiteY599" fmla="*/ 478978 h 6855225"/>
              <a:gd name="connsiteX600" fmla="*/ 1596722 w 12199799"/>
              <a:gd name="connsiteY600" fmla="*/ 25677 h 6855225"/>
              <a:gd name="connsiteX601" fmla="*/ 815170 w 12199799"/>
              <a:gd name="connsiteY601" fmla="*/ 478977 h 6855225"/>
              <a:gd name="connsiteX602" fmla="*/ 1596722 w 12199799"/>
              <a:gd name="connsiteY602" fmla="*/ 932278 h 6855225"/>
              <a:gd name="connsiteX603" fmla="*/ 1630341 w 12199799"/>
              <a:gd name="connsiteY603" fmla="*/ 25677 h 6855225"/>
              <a:gd name="connsiteX604" fmla="*/ 1630341 w 12199799"/>
              <a:gd name="connsiteY604" fmla="*/ 932278 h 6855225"/>
              <a:gd name="connsiteX605" fmla="*/ 2411893 w 12199799"/>
              <a:gd name="connsiteY605" fmla="*/ 478978 h 6855225"/>
              <a:gd name="connsiteX606" fmla="*/ 3228838 w 12199799"/>
              <a:gd name="connsiteY606" fmla="*/ 25676 h 6855225"/>
              <a:gd name="connsiteX607" fmla="*/ 2447286 w 12199799"/>
              <a:gd name="connsiteY607" fmla="*/ 478976 h 6855225"/>
              <a:gd name="connsiteX608" fmla="*/ 3228838 w 12199799"/>
              <a:gd name="connsiteY608" fmla="*/ 932276 h 6855225"/>
              <a:gd name="connsiteX609" fmla="*/ 8098742 w 12199799"/>
              <a:gd name="connsiteY609" fmla="*/ 12 h 6855225"/>
              <a:gd name="connsiteX610" fmla="*/ 6544450 w 12199799"/>
              <a:gd name="connsiteY610" fmla="*/ 12 h 6855225"/>
              <a:gd name="connsiteX611" fmla="*/ 7321607 w 12199799"/>
              <a:gd name="connsiteY611" fmla="*/ 445615 h 6855225"/>
              <a:gd name="connsiteX612" fmla="*/ 9729969 w 12199799"/>
              <a:gd name="connsiteY612" fmla="*/ 12 h 6855225"/>
              <a:gd name="connsiteX613" fmla="*/ 8175665 w 12199799"/>
              <a:gd name="connsiteY613" fmla="*/ 12 h 6855225"/>
              <a:gd name="connsiteX614" fmla="*/ 8952816 w 12199799"/>
              <a:gd name="connsiteY614" fmla="*/ 445615 h 6855225"/>
              <a:gd name="connsiteX615" fmla="*/ 11361201 w 12199799"/>
              <a:gd name="connsiteY615" fmla="*/ 12 h 6855225"/>
              <a:gd name="connsiteX616" fmla="*/ 9806891 w 12199799"/>
              <a:gd name="connsiteY616" fmla="*/ 12 h 6855225"/>
              <a:gd name="connsiteX617" fmla="*/ 10584048 w 12199799"/>
              <a:gd name="connsiteY617" fmla="*/ 445615 h 6855225"/>
              <a:gd name="connsiteX618" fmla="*/ 4835861 w 12199799"/>
              <a:gd name="connsiteY618" fmla="*/ 7 h 6855225"/>
              <a:gd name="connsiteX619" fmla="*/ 3281555 w 12199799"/>
              <a:gd name="connsiteY619" fmla="*/ 7 h 6855225"/>
              <a:gd name="connsiteX620" fmla="*/ 4058708 w 12199799"/>
              <a:gd name="connsiteY620" fmla="*/ 445610 h 6855225"/>
              <a:gd name="connsiteX621" fmla="*/ 6467087 w 12199799"/>
              <a:gd name="connsiteY621" fmla="*/ 6 h 6855225"/>
              <a:gd name="connsiteX622" fmla="*/ 4912784 w 12199799"/>
              <a:gd name="connsiteY622" fmla="*/ 6 h 6855225"/>
              <a:gd name="connsiteX623" fmla="*/ 5689937 w 12199799"/>
              <a:gd name="connsiteY623" fmla="*/ 445610 h 6855225"/>
              <a:gd name="connsiteX624" fmla="*/ 1574626 w 12199799"/>
              <a:gd name="connsiteY624" fmla="*/ 1 h 6855225"/>
              <a:gd name="connsiteX625" fmla="*/ 20320 w 12199799"/>
              <a:gd name="connsiteY625" fmla="*/ 1 h 6855225"/>
              <a:gd name="connsiteX626" fmla="*/ 797473 w 12199799"/>
              <a:gd name="connsiteY626" fmla="*/ 445605 h 6855225"/>
              <a:gd name="connsiteX627" fmla="*/ 3205855 w 12199799"/>
              <a:gd name="connsiteY627" fmla="*/ 0 h 6855225"/>
              <a:gd name="connsiteX628" fmla="*/ 1651549 w 12199799"/>
              <a:gd name="connsiteY628" fmla="*/ 0 h 6855225"/>
              <a:gd name="connsiteX629" fmla="*/ 2428702 w 12199799"/>
              <a:gd name="connsiteY629" fmla="*/ 445604 h 6855225"/>
              <a:gd name="connsiteX630" fmla="*/ 12191998 w 12199799"/>
              <a:gd name="connsiteY630" fmla="*/ 0 h 6855225"/>
              <a:gd name="connsiteX631" fmla="*/ 11438139 w 12199799"/>
              <a:gd name="connsiteY631" fmla="*/ 0 h 6855225"/>
              <a:gd name="connsiteX632" fmla="*/ 12191998 w 12199799"/>
              <a:gd name="connsiteY632" fmla="*/ 432248 h 68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</a:cxnLst>
            <a:rect l="l" t="t" r="r" b="b"/>
            <a:pathLst>
              <a:path w="12199799" h="6855225">
                <a:moveTo>
                  <a:pt x="12191972" y="6422977"/>
                </a:moveTo>
                <a:lnTo>
                  <a:pt x="11438115" y="6855225"/>
                </a:lnTo>
                <a:lnTo>
                  <a:pt x="12191972" y="6855225"/>
                </a:lnTo>
                <a:close/>
                <a:moveTo>
                  <a:pt x="797473" y="6406846"/>
                </a:moveTo>
                <a:lnTo>
                  <a:pt x="20320" y="6852450"/>
                </a:lnTo>
                <a:lnTo>
                  <a:pt x="1574626" y="6852450"/>
                </a:lnTo>
                <a:close/>
                <a:moveTo>
                  <a:pt x="2428702" y="6406846"/>
                </a:moveTo>
                <a:lnTo>
                  <a:pt x="1651549" y="6852450"/>
                </a:lnTo>
                <a:lnTo>
                  <a:pt x="3205855" y="6852450"/>
                </a:lnTo>
                <a:close/>
                <a:moveTo>
                  <a:pt x="4058708" y="6406846"/>
                </a:moveTo>
                <a:lnTo>
                  <a:pt x="3281555" y="6852450"/>
                </a:lnTo>
                <a:lnTo>
                  <a:pt x="4835861" y="6852450"/>
                </a:lnTo>
                <a:close/>
                <a:moveTo>
                  <a:pt x="5689937" y="6406846"/>
                </a:moveTo>
                <a:lnTo>
                  <a:pt x="4912784" y="6852450"/>
                </a:lnTo>
                <a:lnTo>
                  <a:pt x="6467087" y="6852450"/>
                </a:lnTo>
                <a:close/>
                <a:moveTo>
                  <a:pt x="7321607" y="6406846"/>
                </a:moveTo>
                <a:lnTo>
                  <a:pt x="6544450" y="6852450"/>
                </a:lnTo>
                <a:lnTo>
                  <a:pt x="8098751" y="6852450"/>
                </a:lnTo>
                <a:close/>
                <a:moveTo>
                  <a:pt x="8952824" y="6406846"/>
                </a:moveTo>
                <a:lnTo>
                  <a:pt x="8175673" y="6852450"/>
                </a:lnTo>
                <a:lnTo>
                  <a:pt x="9729977" y="6852450"/>
                </a:lnTo>
                <a:close/>
                <a:moveTo>
                  <a:pt x="10584056" y="6406846"/>
                </a:moveTo>
                <a:lnTo>
                  <a:pt x="9806900" y="6852450"/>
                </a:lnTo>
                <a:lnTo>
                  <a:pt x="11361208" y="6852450"/>
                </a:lnTo>
                <a:close/>
                <a:moveTo>
                  <a:pt x="1596722" y="5924618"/>
                </a:moveTo>
                <a:lnTo>
                  <a:pt x="815170" y="6377918"/>
                </a:lnTo>
                <a:lnTo>
                  <a:pt x="1596722" y="6831220"/>
                </a:lnTo>
                <a:close/>
                <a:moveTo>
                  <a:pt x="3228838" y="5924618"/>
                </a:moveTo>
                <a:lnTo>
                  <a:pt x="2447286" y="6377918"/>
                </a:lnTo>
                <a:lnTo>
                  <a:pt x="3228838" y="6831220"/>
                </a:lnTo>
                <a:close/>
                <a:moveTo>
                  <a:pt x="4857957" y="5924618"/>
                </a:moveTo>
                <a:lnTo>
                  <a:pt x="4076405" y="6377918"/>
                </a:lnTo>
                <a:lnTo>
                  <a:pt x="4857957" y="6831220"/>
                </a:lnTo>
                <a:close/>
                <a:moveTo>
                  <a:pt x="6490069" y="5924618"/>
                </a:moveTo>
                <a:lnTo>
                  <a:pt x="5708521" y="6377918"/>
                </a:lnTo>
                <a:lnTo>
                  <a:pt x="6490069" y="6831220"/>
                </a:lnTo>
                <a:close/>
                <a:moveTo>
                  <a:pt x="8120394" y="5924618"/>
                </a:moveTo>
                <a:lnTo>
                  <a:pt x="7338859" y="6377918"/>
                </a:lnTo>
                <a:lnTo>
                  <a:pt x="8120394" y="6831220"/>
                </a:lnTo>
                <a:close/>
                <a:moveTo>
                  <a:pt x="9752510" y="5924618"/>
                </a:moveTo>
                <a:lnTo>
                  <a:pt x="8970960" y="6377918"/>
                </a:lnTo>
                <a:lnTo>
                  <a:pt x="9752510" y="6831220"/>
                </a:lnTo>
                <a:close/>
                <a:moveTo>
                  <a:pt x="11384629" y="5924618"/>
                </a:moveTo>
                <a:lnTo>
                  <a:pt x="10603077" y="6377918"/>
                </a:lnTo>
                <a:lnTo>
                  <a:pt x="11384629" y="6831220"/>
                </a:lnTo>
                <a:close/>
                <a:moveTo>
                  <a:pt x="0" y="5924618"/>
                </a:moveTo>
                <a:lnTo>
                  <a:pt x="0" y="6831220"/>
                </a:lnTo>
                <a:lnTo>
                  <a:pt x="781552" y="6377919"/>
                </a:lnTo>
                <a:close/>
                <a:moveTo>
                  <a:pt x="1630341" y="5924618"/>
                </a:moveTo>
                <a:lnTo>
                  <a:pt x="1630341" y="6831220"/>
                </a:lnTo>
                <a:lnTo>
                  <a:pt x="2411893" y="6377919"/>
                </a:lnTo>
                <a:close/>
                <a:moveTo>
                  <a:pt x="3261235" y="5924618"/>
                </a:moveTo>
                <a:lnTo>
                  <a:pt x="3261235" y="6831220"/>
                </a:lnTo>
                <a:lnTo>
                  <a:pt x="4042787" y="6377919"/>
                </a:lnTo>
                <a:close/>
                <a:moveTo>
                  <a:pt x="4891576" y="5924618"/>
                </a:moveTo>
                <a:lnTo>
                  <a:pt x="4891576" y="6831220"/>
                </a:lnTo>
                <a:lnTo>
                  <a:pt x="5673128" y="6377919"/>
                </a:lnTo>
                <a:close/>
                <a:moveTo>
                  <a:pt x="6523688" y="5924618"/>
                </a:moveTo>
                <a:lnTo>
                  <a:pt x="6523688" y="6831220"/>
                </a:lnTo>
                <a:lnTo>
                  <a:pt x="7305243" y="6377919"/>
                </a:lnTo>
                <a:close/>
                <a:moveTo>
                  <a:pt x="8154013" y="5924618"/>
                </a:moveTo>
                <a:lnTo>
                  <a:pt x="8154013" y="6831220"/>
                </a:lnTo>
                <a:lnTo>
                  <a:pt x="8935564" y="6377919"/>
                </a:lnTo>
                <a:close/>
                <a:moveTo>
                  <a:pt x="9786128" y="5924618"/>
                </a:moveTo>
                <a:lnTo>
                  <a:pt x="9786128" y="6831220"/>
                </a:lnTo>
                <a:lnTo>
                  <a:pt x="10567682" y="6377919"/>
                </a:lnTo>
                <a:close/>
                <a:moveTo>
                  <a:pt x="11418248" y="5924618"/>
                </a:moveTo>
                <a:lnTo>
                  <a:pt x="11418248" y="6831220"/>
                </a:lnTo>
                <a:lnTo>
                  <a:pt x="12199798" y="6377919"/>
                </a:lnTo>
                <a:close/>
                <a:moveTo>
                  <a:pt x="781554" y="5438511"/>
                </a:moveTo>
                <a:lnTo>
                  <a:pt x="1" y="5891812"/>
                </a:lnTo>
                <a:lnTo>
                  <a:pt x="781554" y="6345112"/>
                </a:lnTo>
                <a:close/>
                <a:moveTo>
                  <a:pt x="815170" y="5438511"/>
                </a:moveTo>
                <a:lnTo>
                  <a:pt x="815170" y="6345112"/>
                </a:lnTo>
                <a:lnTo>
                  <a:pt x="1596723" y="5891811"/>
                </a:lnTo>
                <a:close/>
                <a:moveTo>
                  <a:pt x="2411894" y="5438511"/>
                </a:moveTo>
                <a:lnTo>
                  <a:pt x="1630341" y="5891812"/>
                </a:lnTo>
                <a:lnTo>
                  <a:pt x="2411894" y="6345112"/>
                </a:lnTo>
                <a:close/>
                <a:moveTo>
                  <a:pt x="2447286" y="5438511"/>
                </a:moveTo>
                <a:lnTo>
                  <a:pt x="2447286" y="6345112"/>
                </a:lnTo>
                <a:lnTo>
                  <a:pt x="3228839" y="5891811"/>
                </a:lnTo>
                <a:close/>
                <a:moveTo>
                  <a:pt x="4042789" y="5438511"/>
                </a:moveTo>
                <a:lnTo>
                  <a:pt x="3261236" y="5891812"/>
                </a:lnTo>
                <a:lnTo>
                  <a:pt x="4042789" y="6345112"/>
                </a:lnTo>
                <a:close/>
                <a:moveTo>
                  <a:pt x="4076405" y="5438511"/>
                </a:moveTo>
                <a:lnTo>
                  <a:pt x="4076405" y="6345112"/>
                </a:lnTo>
                <a:lnTo>
                  <a:pt x="4857958" y="5891811"/>
                </a:lnTo>
                <a:close/>
                <a:moveTo>
                  <a:pt x="5673129" y="5438511"/>
                </a:moveTo>
                <a:lnTo>
                  <a:pt x="4891576" y="5891812"/>
                </a:lnTo>
                <a:lnTo>
                  <a:pt x="5673129" y="6345112"/>
                </a:lnTo>
                <a:close/>
                <a:moveTo>
                  <a:pt x="5708521" y="5438511"/>
                </a:moveTo>
                <a:lnTo>
                  <a:pt x="5708521" y="6345112"/>
                </a:lnTo>
                <a:lnTo>
                  <a:pt x="6490069" y="5891811"/>
                </a:lnTo>
                <a:close/>
                <a:moveTo>
                  <a:pt x="7305243" y="5438511"/>
                </a:moveTo>
                <a:lnTo>
                  <a:pt x="6523688" y="5891812"/>
                </a:lnTo>
                <a:lnTo>
                  <a:pt x="7305243" y="6345112"/>
                </a:lnTo>
                <a:close/>
                <a:moveTo>
                  <a:pt x="7338859" y="5438511"/>
                </a:moveTo>
                <a:lnTo>
                  <a:pt x="7338859" y="6345112"/>
                </a:lnTo>
                <a:lnTo>
                  <a:pt x="8120395" y="5891811"/>
                </a:lnTo>
                <a:close/>
                <a:moveTo>
                  <a:pt x="8935566" y="5438511"/>
                </a:moveTo>
                <a:lnTo>
                  <a:pt x="8154014" y="5891812"/>
                </a:lnTo>
                <a:lnTo>
                  <a:pt x="8935566" y="6345112"/>
                </a:lnTo>
                <a:close/>
                <a:moveTo>
                  <a:pt x="8970959" y="5438511"/>
                </a:moveTo>
                <a:lnTo>
                  <a:pt x="8970959" y="6345112"/>
                </a:lnTo>
                <a:lnTo>
                  <a:pt x="9752511" y="5891811"/>
                </a:lnTo>
                <a:close/>
                <a:moveTo>
                  <a:pt x="10567683" y="5438511"/>
                </a:moveTo>
                <a:lnTo>
                  <a:pt x="9786128" y="5891812"/>
                </a:lnTo>
                <a:lnTo>
                  <a:pt x="10567683" y="6345112"/>
                </a:lnTo>
                <a:close/>
                <a:moveTo>
                  <a:pt x="10603076" y="5438511"/>
                </a:moveTo>
                <a:lnTo>
                  <a:pt x="10603076" y="6345112"/>
                </a:lnTo>
                <a:lnTo>
                  <a:pt x="11384630" y="5891811"/>
                </a:lnTo>
                <a:close/>
                <a:moveTo>
                  <a:pt x="12199799" y="5438511"/>
                </a:moveTo>
                <a:lnTo>
                  <a:pt x="11418248" y="5891812"/>
                </a:lnTo>
                <a:lnTo>
                  <a:pt x="12199799" y="6345112"/>
                </a:lnTo>
                <a:close/>
                <a:moveTo>
                  <a:pt x="1596722" y="4943763"/>
                </a:moveTo>
                <a:lnTo>
                  <a:pt x="815170" y="5397063"/>
                </a:lnTo>
                <a:lnTo>
                  <a:pt x="1596722" y="5850364"/>
                </a:lnTo>
                <a:close/>
                <a:moveTo>
                  <a:pt x="3228838" y="4943763"/>
                </a:moveTo>
                <a:lnTo>
                  <a:pt x="2447286" y="5397063"/>
                </a:lnTo>
                <a:lnTo>
                  <a:pt x="3228838" y="5850364"/>
                </a:lnTo>
                <a:close/>
                <a:moveTo>
                  <a:pt x="4857957" y="4943763"/>
                </a:moveTo>
                <a:lnTo>
                  <a:pt x="4076405" y="5397063"/>
                </a:lnTo>
                <a:lnTo>
                  <a:pt x="4857957" y="5850364"/>
                </a:lnTo>
                <a:close/>
                <a:moveTo>
                  <a:pt x="6490069" y="4943763"/>
                </a:moveTo>
                <a:lnTo>
                  <a:pt x="5708521" y="5397063"/>
                </a:lnTo>
                <a:lnTo>
                  <a:pt x="6490069" y="5850364"/>
                </a:lnTo>
                <a:close/>
                <a:moveTo>
                  <a:pt x="8120394" y="4943763"/>
                </a:moveTo>
                <a:lnTo>
                  <a:pt x="7338859" y="5397063"/>
                </a:lnTo>
                <a:lnTo>
                  <a:pt x="8120394" y="5850364"/>
                </a:lnTo>
                <a:close/>
                <a:moveTo>
                  <a:pt x="9752510" y="4943763"/>
                </a:moveTo>
                <a:lnTo>
                  <a:pt x="8970960" y="5397063"/>
                </a:lnTo>
                <a:lnTo>
                  <a:pt x="9752510" y="5850364"/>
                </a:lnTo>
                <a:close/>
                <a:moveTo>
                  <a:pt x="11384629" y="4943763"/>
                </a:moveTo>
                <a:lnTo>
                  <a:pt x="10603076" y="5397063"/>
                </a:lnTo>
                <a:lnTo>
                  <a:pt x="11384629" y="5850364"/>
                </a:lnTo>
                <a:close/>
                <a:moveTo>
                  <a:pt x="0" y="4943763"/>
                </a:moveTo>
                <a:lnTo>
                  <a:pt x="0" y="5850365"/>
                </a:lnTo>
                <a:lnTo>
                  <a:pt x="781552" y="5397064"/>
                </a:lnTo>
                <a:close/>
                <a:moveTo>
                  <a:pt x="1630341" y="4943763"/>
                </a:moveTo>
                <a:lnTo>
                  <a:pt x="1630341" y="5850365"/>
                </a:lnTo>
                <a:lnTo>
                  <a:pt x="2411893" y="5397064"/>
                </a:lnTo>
                <a:close/>
                <a:moveTo>
                  <a:pt x="3261235" y="4943763"/>
                </a:moveTo>
                <a:lnTo>
                  <a:pt x="3261235" y="5850365"/>
                </a:lnTo>
                <a:lnTo>
                  <a:pt x="4042787" y="5397064"/>
                </a:lnTo>
                <a:close/>
                <a:moveTo>
                  <a:pt x="4891576" y="4943763"/>
                </a:moveTo>
                <a:lnTo>
                  <a:pt x="4891576" y="5850365"/>
                </a:lnTo>
                <a:lnTo>
                  <a:pt x="5673128" y="5397064"/>
                </a:lnTo>
                <a:close/>
                <a:moveTo>
                  <a:pt x="6523688" y="4943763"/>
                </a:moveTo>
                <a:lnTo>
                  <a:pt x="6523688" y="5850365"/>
                </a:lnTo>
                <a:lnTo>
                  <a:pt x="7305243" y="5397064"/>
                </a:lnTo>
                <a:close/>
                <a:moveTo>
                  <a:pt x="8154013" y="4943763"/>
                </a:moveTo>
                <a:lnTo>
                  <a:pt x="8154013" y="5850365"/>
                </a:lnTo>
                <a:lnTo>
                  <a:pt x="8935564" y="5397064"/>
                </a:lnTo>
                <a:close/>
                <a:moveTo>
                  <a:pt x="9786128" y="4943763"/>
                </a:moveTo>
                <a:lnTo>
                  <a:pt x="9786128" y="5850365"/>
                </a:lnTo>
                <a:lnTo>
                  <a:pt x="10567681" y="5397064"/>
                </a:lnTo>
                <a:close/>
                <a:moveTo>
                  <a:pt x="11418247" y="4943763"/>
                </a:moveTo>
                <a:lnTo>
                  <a:pt x="11418247" y="5850365"/>
                </a:lnTo>
                <a:lnTo>
                  <a:pt x="12199798" y="5397064"/>
                </a:lnTo>
                <a:close/>
                <a:moveTo>
                  <a:pt x="781554" y="4455068"/>
                </a:moveTo>
                <a:lnTo>
                  <a:pt x="1" y="4908369"/>
                </a:lnTo>
                <a:lnTo>
                  <a:pt x="781554" y="5361669"/>
                </a:lnTo>
                <a:close/>
                <a:moveTo>
                  <a:pt x="815170" y="4455068"/>
                </a:moveTo>
                <a:lnTo>
                  <a:pt x="815170" y="5361669"/>
                </a:lnTo>
                <a:lnTo>
                  <a:pt x="1596723" y="4908368"/>
                </a:lnTo>
                <a:close/>
                <a:moveTo>
                  <a:pt x="2411894" y="4455068"/>
                </a:moveTo>
                <a:lnTo>
                  <a:pt x="1630341" y="4908369"/>
                </a:lnTo>
                <a:lnTo>
                  <a:pt x="2411894" y="5361669"/>
                </a:lnTo>
                <a:close/>
                <a:moveTo>
                  <a:pt x="2447286" y="4455068"/>
                </a:moveTo>
                <a:lnTo>
                  <a:pt x="2447286" y="5361669"/>
                </a:lnTo>
                <a:lnTo>
                  <a:pt x="3228839" y="4908368"/>
                </a:lnTo>
                <a:close/>
                <a:moveTo>
                  <a:pt x="4042789" y="4455068"/>
                </a:moveTo>
                <a:lnTo>
                  <a:pt x="3261236" y="4908369"/>
                </a:lnTo>
                <a:lnTo>
                  <a:pt x="4042789" y="5361669"/>
                </a:lnTo>
                <a:close/>
                <a:moveTo>
                  <a:pt x="4076405" y="4455068"/>
                </a:moveTo>
                <a:lnTo>
                  <a:pt x="4076405" y="5361669"/>
                </a:lnTo>
                <a:lnTo>
                  <a:pt x="4857958" y="4908368"/>
                </a:lnTo>
                <a:close/>
                <a:moveTo>
                  <a:pt x="5673129" y="4455068"/>
                </a:moveTo>
                <a:lnTo>
                  <a:pt x="4891576" y="4908369"/>
                </a:lnTo>
                <a:lnTo>
                  <a:pt x="5673129" y="5361669"/>
                </a:lnTo>
                <a:close/>
                <a:moveTo>
                  <a:pt x="5708521" y="4455068"/>
                </a:moveTo>
                <a:lnTo>
                  <a:pt x="5708521" y="5361669"/>
                </a:lnTo>
                <a:lnTo>
                  <a:pt x="6490069" y="4908368"/>
                </a:lnTo>
                <a:close/>
                <a:moveTo>
                  <a:pt x="7305243" y="4455068"/>
                </a:moveTo>
                <a:lnTo>
                  <a:pt x="6523688" y="4908369"/>
                </a:lnTo>
                <a:lnTo>
                  <a:pt x="7305243" y="5361669"/>
                </a:lnTo>
                <a:close/>
                <a:moveTo>
                  <a:pt x="7338859" y="4455068"/>
                </a:moveTo>
                <a:lnTo>
                  <a:pt x="7338859" y="5361669"/>
                </a:lnTo>
                <a:lnTo>
                  <a:pt x="8120395" y="4908368"/>
                </a:lnTo>
                <a:close/>
                <a:moveTo>
                  <a:pt x="8935566" y="4455068"/>
                </a:moveTo>
                <a:lnTo>
                  <a:pt x="8154014" y="4908369"/>
                </a:lnTo>
                <a:lnTo>
                  <a:pt x="8935566" y="5361669"/>
                </a:lnTo>
                <a:close/>
                <a:moveTo>
                  <a:pt x="8970959" y="4455068"/>
                </a:moveTo>
                <a:lnTo>
                  <a:pt x="8970959" y="5361669"/>
                </a:lnTo>
                <a:lnTo>
                  <a:pt x="9752511" y="4908368"/>
                </a:lnTo>
                <a:close/>
                <a:moveTo>
                  <a:pt x="10567683" y="4455068"/>
                </a:moveTo>
                <a:lnTo>
                  <a:pt x="9786128" y="4908369"/>
                </a:lnTo>
                <a:lnTo>
                  <a:pt x="10567683" y="5361669"/>
                </a:lnTo>
                <a:close/>
                <a:moveTo>
                  <a:pt x="10603076" y="4455068"/>
                </a:moveTo>
                <a:lnTo>
                  <a:pt x="10603076" y="5361669"/>
                </a:lnTo>
                <a:lnTo>
                  <a:pt x="11384629" y="4908368"/>
                </a:lnTo>
                <a:close/>
                <a:moveTo>
                  <a:pt x="12199799" y="4455068"/>
                </a:moveTo>
                <a:lnTo>
                  <a:pt x="11418247" y="4908369"/>
                </a:lnTo>
                <a:lnTo>
                  <a:pt x="12199799" y="5361669"/>
                </a:lnTo>
                <a:close/>
                <a:moveTo>
                  <a:pt x="1596722" y="3960320"/>
                </a:moveTo>
                <a:lnTo>
                  <a:pt x="815170" y="4413620"/>
                </a:lnTo>
                <a:lnTo>
                  <a:pt x="1596722" y="4866921"/>
                </a:lnTo>
                <a:close/>
                <a:moveTo>
                  <a:pt x="3228838" y="3960320"/>
                </a:moveTo>
                <a:lnTo>
                  <a:pt x="2447286" y="4413620"/>
                </a:lnTo>
                <a:lnTo>
                  <a:pt x="3228838" y="4866921"/>
                </a:lnTo>
                <a:close/>
                <a:moveTo>
                  <a:pt x="4857957" y="3960320"/>
                </a:moveTo>
                <a:lnTo>
                  <a:pt x="4076405" y="4413620"/>
                </a:lnTo>
                <a:lnTo>
                  <a:pt x="4857957" y="4866921"/>
                </a:lnTo>
                <a:close/>
                <a:moveTo>
                  <a:pt x="6490069" y="3960320"/>
                </a:moveTo>
                <a:lnTo>
                  <a:pt x="5708521" y="4413620"/>
                </a:lnTo>
                <a:lnTo>
                  <a:pt x="6490069" y="4866921"/>
                </a:lnTo>
                <a:close/>
                <a:moveTo>
                  <a:pt x="8120394" y="3960320"/>
                </a:moveTo>
                <a:lnTo>
                  <a:pt x="7338859" y="4413620"/>
                </a:lnTo>
                <a:lnTo>
                  <a:pt x="8120394" y="4866921"/>
                </a:lnTo>
                <a:close/>
                <a:moveTo>
                  <a:pt x="9752510" y="3960320"/>
                </a:moveTo>
                <a:lnTo>
                  <a:pt x="8970960" y="4413620"/>
                </a:lnTo>
                <a:lnTo>
                  <a:pt x="9752510" y="4866921"/>
                </a:lnTo>
                <a:close/>
                <a:moveTo>
                  <a:pt x="11384629" y="3960320"/>
                </a:moveTo>
                <a:lnTo>
                  <a:pt x="10603076" y="4413620"/>
                </a:lnTo>
                <a:lnTo>
                  <a:pt x="11384629" y="4866921"/>
                </a:lnTo>
                <a:close/>
                <a:moveTo>
                  <a:pt x="0" y="3960320"/>
                </a:moveTo>
                <a:lnTo>
                  <a:pt x="0" y="4866922"/>
                </a:lnTo>
                <a:lnTo>
                  <a:pt x="781552" y="4413621"/>
                </a:lnTo>
                <a:close/>
                <a:moveTo>
                  <a:pt x="1630341" y="3960320"/>
                </a:moveTo>
                <a:lnTo>
                  <a:pt x="1630341" y="4866922"/>
                </a:lnTo>
                <a:lnTo>
                  <a:pt x="2411893" y="4413621"/>
                </a:lnTo>
                <a:close/>
                <a:moveTo>
                  <a:pt x="3261235" y="3960320"/>
                </a:moveTo>
                <a:lnTo>
                  <a:pt x="3261235" y="4866922"/>
                </a:lnTo>
                <a:lnTo>
                  <a:pt x="4042787" y="4413621"/>
                </a:lnTo>
                <a:close/>
                <a:moveTo>
                  <a:pt x="4891576" y="3960320"/>
                </a:moveTo>
                <a:lnTo>
                  <a:pt x="4891576" y="4866922"/>
                </a:lnTo>
                <a:lnTo>
                  <a:pt x="5673128" y="4413621"/>
                </a:lnTo>
                <a:close/>
                <a:moveTo>
                  <a:pt x="6523688" y="3960320"/>
                </a:moveTo>
                <a:lnTo>
                  <a:pt x="6523688" y="4866922"/>
                </a:lnTo>
                <a:lnTo>
                  <a:pt x="7305243" y="4413621"/>
                </a:lnTo>
                <a:close/>
                <a:moveTo>
                  <a:pt x="8154013" y="3960320"/>
                </a:moveTo>
                <a:lnTo>
                  <a:pt x="8154013" y="4866922"/>
                </a:lnTo>
                <a:lnTo>
                  <a:pt x="8935564" y="4413621"/>
                </a:lnTo>
                <a:close/>
                <a:moveTo>
                  <a:pt x="9786127" y="3960320"/>
                </a:moveTo>
                <a:lnTo>
                  <a:pt x="9786127" y="4866922"/>
                </a:lnTo>
                <a:lnTo>
                  <a:pt x="10567681" y="4413621"/>
                </a:lnTo>
                <a:close/>
                <a:moveTo>
                  <a:pt x="11418247" y="3960320"/>
                </a:moveTo>
                <a:lnTo>
                  <a:pt x="11418247" y="4866922"/>
                </a:lnTo>
                <a:lnTo>
                  <a:pt x="12199798" y="4413621"/>
                </a:lnTo>
                <a:close/>
                <a:moveTo>
                  <a:pt x="781554" y="3468161"/>
                </a:moveTo>
                <a:lnTo>
                  <a:pt x="1" y="3921462"/>
                </a:lnTo>
                <a:lnTo>
                  <a:pt x="781554" y="4374762"/>
                </a:lnTo>
                <a:close/>
                <a:moveTo>
                  <a:pt x="815170" y="3468161"/>
                </a:moveTo>
                <a:lnTo>
                  <a:pt x="815170" y="4374762"/>
                </a:lnTo>
                <a:lnTo>
                  <a:pt x="1596723" y="3921461"/>
                </a:lnTo>
                <a:close/>
                <a:moveTo>
                  <a:pt x="2411894" y="3468161"/>
                </a:moveTo>
                <a:lnTo>
                  <a:pt x="1630341" y="3921462"/>
                </a:lnTo>
                <a:lnTo>
                  <a:pt x="2411894" y="4374762"/>
                </a:lnTo>
                <a:close/>
                <a:moveTo>
                  <a:pt x="2447286" y="3468161"/>
                </a:moveTo>
                <a:lnTo>
                  <a:pt x="2447286" y="4374762"/>
                </a:lnTo>
                <a:lnTo>
                  <a:pt x="3228839" y="3921461"/>
                </a:lnTo>
                <a:close/>
                <a:moveTo>
                  <a:pt x="4042789" y="3468161"/>
                </a:moveTo>
                <a:lnTo>
                  <a:pt x="3261236" y="3921462"/>
                </a:lnTo>
                <a:lnTo>
                  <a:pt x="4042789" y="4374762"/>
                </a:lnTo>
                <a:close/>
                <a:moveTo>
                  <a:pt x="4076405" y="3468161"/>
                </a:moveTo>
                <a:lnTo>
                  <a:pt x="4076405" y="4374762"/>
                </a:lnTo>
                <a:lnTo>
                  <a:pt x="4857958" y="3921461"/>
                </a:lnTo>
                <a:close/>
                <a:moveTo>
                  <a:pt x="5673129" y="3468161"/>
                </a:moveTo>
                <a:lnTo>
                  <a:pt x="4891576" y="3921462"/>
                </a:lnTo>
                <a:lnTo>
                  <a:pt x="5673129" y="4374762"/>
                </a:lnTo>
                <a:close/>
                <a:moveTo>
                  <a:pt x="5708521" y="3468161"/>
                </a:moveTo>
                <a:lnTo>
                  <a:pt x="5708521" y="4374762"/>
                </a:lnTo>
                <a:lnTo>
                  <a:pt x="6490069" y="3921461"/>
                </a:lnTo>
                <a:close/>
                <a:moveTo>
                  <a:pt x="7305243" y="3468161"/>
                </a:moveTo>
                <a:lnTo>
                  <a:pt x="6523688" y="3921462"/>
                </a:lnTo>
                <a:lnTo>
                  <a:pt x="7305243" y="4374762"/>
                </a:lnTo>
                <a:close/>
                <a:moveTo>
                  <a:pt x="7338859" y="3468161"/>
                </a:moveTo>
                <a:lnTo>
                  <a:pt x="7338859" y="4374762"/>
                </a:lnTo>
                <a:lnTo>
                  <a:pt x="8120395" y="3921461"/>
                </a:lnTo>
                <a:close/>
                <a:moveTo>
                  <a:pt x="8935566" y="3468161"/>
                </a:moveTo>
                <a:lnTo>
                  <a:pt x="8154014" y="3921462"/>
                </a:lnTo>
                <a:lnTo>
                  <a:pt x="8935566" y="4374762"/>
                </a:lnTo>
                <a:close/>
                <a:moveTo>
                  <a:pt x="8970959" y="3468161"/>
                </a:moveTo>
                <a:lnTo>
                  <a:pt x="8970959" y="4374762"/>
                </a:lnTo>
                <a:lnTo>
                  <a:pt x="9752511" y="3921461"/>
                </a:lnTo>
                <a:close/>
                <a:moveTo>
                  <a:pt x="10567680" y="3468161"/>
                </a:moveTo>
                <a:lnTo>
                  <a:pt x="9786128" y="3921462"/>
                </a:lnTo>
                <a:lnTo>
                  <a:pt x="10567680" y="4374762"/>
                </a:lnTo>
                <a:close/>
                <a:moveTo>
                  <a:pt x="10603074" y="3468161"/>
                </a:moveTo>
                <a:lnTo>
                  <a:pt x="10603074" y="4374762"/>
                </a:lnTo>
                <a:lnTo>
                  <a:pt x="11384627" y="3921461"/>
                </a:lnTo>
                <a:close/>
                <a:moveTo>
                  <a:pt x="12199796" y="3468161"/>
                </a:moveTo>
                <a:lnTo>
                  <a:pt x="11418245" y="3921462"/>
                </a:lnTo>
                <a:lnTo>
                  <a:pt x="12199796" y="4374762"/>
                </a:lnTo>
                <a:close/>
                <a:moveTo>
                  <a:pt x="6523688" y="2973432"/>
                </a:moveTo>
                <a:lnTo>
                  <a:pt x="6523688" y="3880015"/>
                </a:lnTo>
                <a:lnTo>
                  <a:pt x="7305243" y="3426715"/>
                </a:lnTo>
                <a:close/>
                <a:moveTo>
                  <a:pt x="8120394" y="2973430"/>
                </a:moveTo>
                <a:lnTo>
                  <a:pt x="7338859" y="3426715"/>
                </a:lnTo>
                <a:lnTo>
                  <a:pt x="8120394" y="3880014"/>
                </a:lnTo>
                <a:close/>
                <a:moveTo>
                  <a:pt x="8154013" y="2973430"/>
                </a:moveTo>
                <a:lnTo>
                  <a:pt x="8154013" y="3880015"/>
                </a:lnTo>
                <a:lnTo>
                  <a:pt x="8935564" y="3426715"/>
                </a:lnTo>
                <a:close/>
                <a:moveTo>
                  <a:pt x="9752510" y="2973428"/>
                </a:moveTo>
                <a:lnTo>
                  <a:pt x="8970960" y="3426715"/>
                </a:lnTo>
                <a:lnTo>
                  <a:pt x="9752510" y="3880014"/>
                </a:lnTo>
                <a:close/>
                <a:moveTo>
                  <a:pt x="9786127" y="2973428"/>
                </a:moveTo>
                <a:lnTo>
                  <a:pt x="9786127" y="3880015"/>
                </a:lnTo>
                <a:lnTo>
                  <a:pt x="10567678" y="3426715"/>
                </a:lnTo>
                <a:close/>
                <a:moveTo>
                  <a:pt x="11384626" y="2973428"/>
                </a:moveTo>
                <a:lnTo>
                  <a:pt x="10603074" y="3426714"/>
                </a:lnTo>
                <a:lnTo>
                  <a:pt x="11384626" y="3880014"/>
                </a:lnTo>
                <a:close/>
                <a:moveTo>
                  <a:pt x="11418245" y="2973427"/>
                </a:moveTo>
                <a:lnTo>
                  <a:pt x="11418245" y="3880015"/>
                </a:lnTo>
                <a:lnTo>
                  <a:pt x="12199795" y="3426714"/>
                </a:lnTo>
                <a:close/>
                <a:moveTo>
                  <a:pt x="3261235" y="2973422"/>
                </a:moveTo>
                <a:lnTo>
                  <a:pt x="3261235" y="3880015"/>
                </a:lnTo>
                <a:lnTo>
                  <a:pt x="4042787" y="3426714"/>
                </a:lnTo>
                <a:close/>
                <a:moveTo>
                  <a:pt x="4857957" y="2973422"/>
                </a:moveTo>
                <a:lnTo>
                  <a:pt x="4076405" y="3426714"/>
                </a:lnTo>
                <a:lnTo>
                  <a:pt x="4857957" y="3880014"/>
                </a:lnTo>
                <a:close/>
                <a:moveTo>
                  <a:pt x="4891576" y="2973422"/>
                </a:moveTo>
                <a:lnTo>
                  <a:pt x="4891576" y="3880015"/>
                </a:lnTo>
                <a:lnTo>
                  <a:pt x="5673128" y="3426714"/>
                </a:lnTo>
                <a:close/>
                <a:moveTo>
                  <a:pt x="6490069" y="2973421"/>
                </a:moveTo>
                <a:lnTo>
                  <a:pt x="5708521" y="3426714"/>
                </a:lnTo>
                <a:lnTo>
                  <a:pt x="6490069" y="3880014"/>
                </a:lnTo>
                <a:close/>
                <a:moveTo>
                  <a:pt x="0" y="2973417"/>
                </a:moveTo>
                <a:lnTo>
                  <a:pt x="0" y="3880015"/>
                </a:lnTo>
                <a:lnTo>
                  <a:pt x="781552" y="3426714"/>
                </a:lnTo>
                <a:close/>
                <a:moveTo>
                  <a:pt x="1596722" y="2973417"/>
                </a:moveTo>
                <a:lnTo>
                  <a:pt x="815170" y="3426714"/>
                </a:lnTo>
                <a:lnTo>
                  <a:pt x="1596722" y="3880014"/>
                </a:lnTo>
                <a:close/>
                <a:moveTo>
                  <a:pt x="1630341" y="2973416"/>
                </a:moveTo>
                <a:lnTo>
                  <a:pt x="1630341" y="3880015"/>
                </a:lnTo>
                <a:lnTo>
                  <a:pt x="2411893" y="3426714"/>
                </a:lnTo>
                <a:close/>
                <a:moveTo>
                  <a:pt x="3228838" y="2973416"/>
                </a:moveTo>
                <a:lnTo>
                  <a:pt x="2447286" y="3426714"/>
                </a:lnTo>
                <a:lnTo>
                  <a:pt x="3228838" y="3880014"/>
                </a:lnTo>
                <a:close/>
                <a:moveTo>
                  <a:pt x="7305243" y="2484744"/>
                </a:moveTo>
                <a:lnTo>
                  <a:pt x="6523688" y="2938039"/>
                </a:lnTo>
                <a:lnTo>
                  <a:pt x="7305243" y="3391326"/>
                </a:lnTo>
                <a:close/>
                <a:moveTo>
                  <a:pt x="7338859" y="2484740"/>
                </a:moveTo>
                <a:lnTo>
                  <a:pt x="7338859" y="3391326"/>
                </a:lnTo>
                <a:lnTo>
                  <a:pt x="8120395" y="2938038"/>
                </a:lnTo>
                <a:close/>
                <a:moveTo>
                  <a:pt x="8935566" y="2484740"/>
                </a:moveTo>
                <a:lnTo>
                  <a:pt x="8154014" y="2938039"/>
                </a:lnTo>
                <a:lnTo>
                  <a:pt x="8935566" y="3391326"/>
                </a:lnTo>
                <a:close/>
                <a:moveTo>
                  <a:pt x="8970959" y="2484740"/>
                </a:moveTo>
                <a:lnTo>
                  <a:pt x="8970959" y="3391326"/>
                </a:lnTo>
                <a:lnTo>
                  <a:pt x="9752511" y="2938036"/>
                </a:lnTo>
                <a:close/>
                <a:moveTo>
                  <a:pt x="10567680" y="2484740"/>
                </a:moveTo>
                <a:lnTo>
                  <a:pt x="9786128" y="2938038"/>
                </a:lnTo>
                <a:lnTo>
                  <a:pt x="10567680" y="3391326"/>
                </a:lnTo>
                <a:close/>
                <a:moveTo>
                  <a:pt x="10603074" y="2484738"/>
                </a:moveTo>
                <a:lnTo>
                  <a:pt x="10603074" y="3391323"/>
                </a:lnTo>
                <a:lnTo>
                  <a:pt x="11384627" y="2938033"/>
                </a:lnTo>
                <a:close/>
                <a:moveTo>
                  <a:pt x="12199796" y="2484738"/>
                </a:moveTo>
                <a:lnTo>
                  <a:pt x="11418245" y="2938035"/>
                </a:lnTo>
                <a:lnTo>
                  <a:pt x="12199796" y="3391323"/>
                </a:lnTo>
                <a:close/>
                <a:moveTo>
                  <a:pt x="4042789" y="2484731"/>
                </a:moveTo>
                <a:lnTo>
                  <a:pt x="3261236" y="2938029"/>
                </a:lnTo>
                <a:lnTo>
                  <a:pt x="4042789" y="3391323"/>
                </a:lnTo>
                <a:close/>
                <a:moveTo>
                  <a:pt x="4076405" y="2484731"/>
                </a:moveTo>
                <a:lnTo>
                  <a:pt x="4076405" y="3391321"/>
                </a:lnTo>
                <a:lnTo>
                  <a:pt x="4857958" y="2938027"/>
                </a:lnTo>
                <a:close/>
                <a:moveTo>
                  <a:pt x="5673129" y="2484731"/>
                </a:moveTo>
                <a:lnTo>
                  <a:pt x="4891576" y="2938029"/>
                </a:lnTo>
                <a:lnTo>
                  <a:pt x="5673129" y="3391321"/>
                </a:lnTo>
                <a:close/>
                <a:moveTo>
                  <a:pt x="5708521" y="2484729"/>
                </a:moveTo>
                <a:lnTo>
                  <a:pt x="5708521" y="3391321"/>
                </a:lnTo>
                <a:lnTo>
                  <a:pt x="6490069" y="2938026"/>
                </a:lnTo>
                <a:close/>
                <a:moveTo>
                  <a:pt x="781554" y="2484725"/>
                </a:moveTo>
                <a:lnTo>
                  <a:pt x="1" y="2938024"/>
                </a:lnTo>
                <a:lnTo>
                  <a:pt x="781554" y="3391320"/>
                </a:lnTo>
                <a:close/>
                <a:moveTo>
                  <a:pt x="815170" y="2484723"/>
                </a:moveTo>
                <a:lnTo>
                  <a:pt x="815170" y="3391320"/>
                </a:lnTo>
                <a:lnTo>
                  <a:pt x="1596723" y="2938021"/>
                </a:lnTo>
                <a:close/>
                <a:moveTo>
                  <a:pt x="2411894" y="2484723"/>
                </a:moveTo>
                <a:lnTo>
                  <a:pt x="1630341" y="2938023"/>
                </a:lnTo>
                <a:lnTo>
                  <a:pt x="2411894" y="3391320"/>
                </a:lnTo>
                <a:close/>
                <a:moveTo>
                  <a:pt x="2447286" y="2484721"/>
                </a:moveTo>
                <a:lnTo>
                  <a:pt x="2447286" y="3391320"/>
                </a:lnTo>
                <a:lnTo>
                  <a:pt x="3228839" y="2938021"/>
                </a:lnTo>
                <a:close/>
                <a:moveTo>
                  <a:pt x="9752510" y="1989995"/>
                </a:moveTo>
                <a:lnTo>
                  <a:pt x="8970960" y="2443295"/>
                </a:lnTo>
                <a:lnTo>
                  <a:pt x="9752510" y="2896592"/>
                </a:lnTo>
                <a:close/>
                <a:moveTo>
                  <a:pt x="6523688" y="1989994"/>
                </a:moveTo>
                <a:lnTo>
                  <a:pt x="6523688" y="2896592"/>
                </a:lnTo>
                <a:lnTo>
                  <a:pt x="7305243" y="2443295"/>
                </a:lnTo>
                <a:close/>
                <a:moveTo>
                  <a:pt x="8120394" y="1989992"/>
                </a:moveTo>
                <a:lnTo>
                  <a:pt x="7338859" y="2443293"/>
                </a:lnTo>
                <a:lnTo>
                  <a:pt x="8120394" y="2896591"/>
                </a:lnTo>
                <a:close/>
                <a:moveTo>
                  <a:pt x="8154013" y="1989992"/>
                </a:moveTo>
                <a:lnTo>
                  <a:pt x="8154013" y="2896591"/>
                </a:lnTo>
                <a:lnTo>
                  <a:pt x="8935564" y="2443293"/>
                </a:lnTo>
                <a:close/>
                <a:moveTo>
                  <a:pt x="9786127" y="1989991"/>
                </a:moveTo>
                <a:lnTo>
                  <a:pt x="9786127" y="2896589"/>
                </a:lnTo>
                <a:lnTo>
                  <a:pt x="10567678" y="2443292"/>
                </a:lnTo>
                <a:close/>
                <a:moveTo>
                  <a:pt x="11384626" y="1989989"/>
                </a:moveTo>
                <a:lnTo>
                  <a:pt x="10603074" y="2443289"/>
                </a:lnTo>
                <a:lnTo>
                  <a:pt x="11384626" y="2896587"/>
                </a:lnTo>
                <a:close/>
                <a:moveTo>
                  <a:pt x="11418245" y="1989989"/>
                </a:moveTo>
                <a:lnTo>
                  <a:pt x="11418245" y="2896588"/>
                </a:lnTo>
                <a:lnTo>
                  <a:pt x="12199795" y="2443289"/>
                </a:lnTo>
                <a:close/>
                <a:moveTo>
                  <a:pt x="3261235" y="1989983"/>
                </a:moveTo>
                <a:lnTo>
                  <a:pt x="3261235" y="2896583"/>
                </a:lnTo>
                <a:lnTo>
                  <a:pt x="4042787" y="2443283"/>
                </a:lnTo>
                <a:close/>
                <a:moveTo>
                  <a:pt x="4857957" y="1989982"/>
                </a:moveTo>
                <a:lnTo>
                  <a:pt x="4076405" y="2443281"/>
                </a:lnTo>
                <a:lnTo>
                  <a:pt x="4857957" y="2896581"/>
                </a:lnTo>
                <a:close/>
                <a:moveTo>
                  <a:pt x="4891576" y="1989982"/>
                </a:moveTo>
                <a:lnTo>
                  <a:pt x="4891576" y="2896581"/>
                </a:lnTo>
                <a:lnTo>
                  <a:pt x="5673128" y="2443281"/>
                </a:lnTo>
                <a:close/>
                <a:moveTo>
                  <a:pt x="6490069" y="1989981"/>
                </a:moveTo>
                <a:lnTo>
                  <a:pt x="5708521" y="2443280"/>
                </a:lnTo>
                <a:lnTo>
                  <a:pt x="6490069" y="2896580"/>
                </a:lnTo>
                <a:close/>
                <a:moveTo>
                  <a:pt x="0" y="1989976"/>
                </a:moveTo>
                <a:lnTo>
                  <a:pt x="0" y="2896577"/>
                </a:lnTo>
                <a:lnTo>
                  <a:pt x="781552" y="2443276"/>
                </a:lnTo>
                <a:close/>
                <a:moveTo>
                  <a:pt x="1596722" y="1989975"/>
                </a:moveTo>
                <a:lnTo>
                  <a:pt x="815170" y="2443275"/>
                </a:lnTo>
                <a:lnTo>
                  <a:pt x="1596722" y="2896575"/>
                </a:lnTo>
                <a:close/>
                <a:moveTo>
                  <a:pt x="1630341" y="1989975"/>
                </a:moveTo>
                <a:lnTo>
                  <a:pt x="1630341" y="2896576"/>
                </a:lnTo>
                <a:lnTo>
                  <a:pt x="2411893" y="2443276"/>
                </a:lnTo>
                <a:close/>
                <a:moveTo>
                  <a:pt x="3228838" y="1989974"/>
                </a:moveTo>
                <a:lnTo>
                  <a:pt x="2447286" y="2443273"/>
                </a:lnTo>
                <a:lnTo>
                  <a:pt x="3228838" y="2896575"/>
                </a:lnTo>
                <a:close/>
                <a:moveTo>
                  <a:pt x="7305243" y="1503884"/>
                </a:moveTo>
                <a:lnTo>
                  <a:pt x="6523688" y="1957188"/>
                </a:lnTo>
                <a:lnTo>
                  <a:pt x="7305243" y="2410485"/>
                </a:lnTo>
                <a:close/>
                <a:moveTo>
                  <a:pt x="7338859" y="1503883"/>
                </a:moveTo>
                <a:lnTo>
                  <a:pt x="7338859" y="2410484"/>
                </a:lnTo>
                <a:lnTo>
                  <a:pt x="8120395" y="1957186"/>
                </a:lnTo>
                <a:close/>
                <a:moveTo>
                  <a:pt x="8935566" y="1503883"/>
                </a:moveTo>
                <a:lnTo>
                  <a:pt x="8154014" y="1957188"/>
                </a:lnTo>
                <a:lnTo>
                  <a:pt x="8935566" y="2410484"/>
                </a:lnTo>
                <a:close/>
                <a:moveTo>
                  <a:pt x="10567680" y="1503881"/>
                </a:moveTo>
                <a:lnTo>
                  <a:pt x="9786128" y="1957185"/>
                </a:lnTo>
                <a:lnTo>
                  <a:pt x="10567680" y="2410481"/>
                </a:lnTo>
                <a:close/>
                <a:moveTo>
                  <a:pt x="8970959" y="1503881"/>
                </a:moveTo>
                <a:lnTo>
                  <a:pt x="8970959" y="2410481"/>
                </a:lnTo>
                <a:lnTo>
                  <a:pt x="9752511" y="1957184"/>
                </a:lnTo>
                <a:close/>
                <a:moveTo>
                  <a:pt x="10603073" y="1503879"/>
                </a:moveTo>
                <a:lnTo>
                  <a:pt x="10603073" y="2410480"/>
                </a:lnTo>
                <a:lnTo>
                  <a:pt x="11384627" y="1957182"/>
                </a:lnTo>
                <a:close/>
                <a:moveTo>
                  <a:pt x="12199796" y="1503879"/>
                </a:moveTo>
                <a:lnTo>
                  <a:pt x="11418245" y="1957183"/>
                </a:lnTo>
                <a:lnTo>
                  <a:pt x="12199796" y="2410480"/>
                </a:lnTo>
                <a:close/>
                <a:moveTo>
                  <a:pt x="4042789" y="1503874"/>
                </a:moveTo>
                <a:lnTo>
                  <a:pt x="3261236" y="1957177"/>
                </a:lnTo>
                <a:lnTo>
                  <a:pt x="4042789" y="2410474"/>
                </a:lnTo>
                <a:close/>
                <a:moveTo>
                  <a:pt x="4076405" y="1503873"/>
                </a:moveTo>
                <a:lnTo>
                  <a:pt x="4076405" y="2410472"/>
                </a:lnTo>
                <a:lnTo>
                  <a:pt x="4857958" y="1957175"/>
                </a:lnTo>
                <a:close/>
                <a:moveTo>
                  <a:pt x="5673129" y="1503873"/>
                </a:moveTo>
                <a:lnTo>
                  <a:pt x="4891576" y="1957176"/>
                </a:lnTo>
                <a:lnTo>
                  <a:pt x="5673129" y="2410472"/>
                </a:lnTo>
                <a:close/>
                <a:moveTo>
                  <a:pt x="5708521" y="1503872"/>
                </a:moveTo>
                <a:lnTo>
                  <a:pt x="5708521" y="2410471"/>
                </a:lnTo>
                <a:lnTo>
                  <a:pt x="6490069" y="1957174"/>
                </a:lnTo>
                <a:close/>
                <a:moveTo>
                  <a:pt x="781554" y="1503868"/>
                </a:moveTo>
                <a:lnTo>
                  <a:pt x="1" y="1957170"/>
                </a:lnTo>
                <a:lnTo>
                  <a:pt x="781554" y="2410469"/>
                </a:lnTo>
                <a:close/>
                <a:moveTo>
                  <a:pt x="2411894" y="1503867"/>
                </a:moveTo>
                <a:lnTo>
                  <a:pt x="1630341" y="1957169"/>
                </a:lnTo>
                <a:lnTo>
                  <a:pt x="2411894" y="2410468"/>
                </a:lnTo>
                <a:close/>
                <a:moveTo>
                  <a:pt x="815170" y="1503867"/>
                </a:moveTo>
                <a:lnTo>
                  <a:pt x="815170" y="2410468"/>
                </a:lnTo>
                <a:lnTo>
                  <a:pt x="1596723" y="1957168"/>
                </a:lnTo>
                <a:close/>
                <a:moveTo>
                  <a:pt x="2447286" y="1503866"/>
                </a:moveTo>
                <a:lnTo>
                  <a:pt x="2447286" y="2410467"/>
                </a:lnTo>
                <a:lnTo>
                  <a:pt x="3228839" y="1957166"/>
                </a:lnTo>
                <a:close/>
                <a:moveTo>
                  <a:pt x="6523688" y="1009133"/>
                </a:moveTo>
                <a:lnTo>
                  <a:pt x="6523688" y="1915742"/>
                </a:lnTo>
                <a:lnTo>
                  <a:pt x="7305243" y="1462437"/>
                </a:lnTo>
                <a:close/>
                <a:moveTo>
                  <a:pt x="8120394" y="1009133"/>
                </a:moveTo>
                <a:lnTo>
                  <a:pt x="7338859" y="1462436"/>
                </a:lnTo>
                <a:lnTo>
                  <a:pt x="8120394" y="1915740"/>
                </a:lnTo>
                <a:close/>
                <a:moveTo>
                  <a:pt x="8154013" y="1009132"/>
                </a:moveTo>
                <a:lnTo>
                  <a:pt x="8154013" y="1915741"/>
                </a:lnTo>
                <a:lnTo>
                  <a:pt x="8935564" y="1462436"/>
                </a:lnTo>
                <a:close/>
                <a:moveTo>
                  <a:pt x="9752510" y="1009131"/>
                </a:moveTo>
                <a:lnTo>
                  <a:pt x="8970960" y="1462434"/>
                </a:lnTo>
                <a:lnTo>
                  <a:pt x="9752510" y="1915739"/>
                </a:lnTo>
                <a:close/>
                <a:moveTo>
                  <a:pt x="9786127" y="1009131"/>
                </a:moveTo>
                <a:lnTo>
                  <a:pt x="9786127" y="1915739"/>
                </a:lnTo>
                <a:lnTo>
                  <a:pt x="10567678" y="1462435"/>
                </a:lnTo>
                <a:close/>
                <a:moveTo>
                  <a:pt x="11384626" y="1009130"/>
                </a:moveTo>
                <a:lnTo>
                  <a:pt x="10603074" y="1462432"/>
                </a:lnTo>
                <a:lnTo>
                  <a:pt x="11384626" y="1915737"/>
                </a:lnTo>
                <a:close/>
                <a:moveTo>
                  <a:pt x="11418245" y="1009129"/>
                </a:moveTo>
                <a:lnTo>
                  <a:pt x="11418245" y="1915737"/>
                </a:lnTo>
                <a:lnTo>
                  <a:pt x="12199795" y="1462433"/>
                </a:lnTo>
                <a:close/>
                <a:moveTo>
                  <a:pt x="3261235" y="1009125"/>
                </a:moveTo>
                <a:lnTo>
                  <a:pt x="3261235" y="1915731"/>
                </a:lnTo>
                <a:lnTo>
                  <a:pt x="4042787" y="1462428"/>
                </a:lnTo>
                <a:close/>
                <a:moveTo>
                  <a:pt x="4857957" y="1009125"/>
                </a:moveTo>
                <a:lnTo>
                  <a:pt x="4076405" y="1462427"/>
                </a:lnTo>
                <a:lnTo>
                  <a:pt x="4857957" y="1915729"/>
                </a:lnTo>
                <a:close/>
                <a:moveTo>
                  <a:pt x="4891576" y="1009124"/>
                </a:moveTo>
                <a:lnTo>
                  <a:pt x="4891576" y="1915730"/>
                </a:lnTo>
                <a:lnTo>
                  <a:pt x="5673128" y="1462427"/>
                </a:lnTo>
                <a:close/>
                <a:moveTo>
                  <a:pt x="6490069" y="1009123"/>
                </a:moveTo>
                <a:lnTo>
                  <a:pt x="5708521" y="1462425"/>
                </a:lnTo>
                <a:lnTo>
                  <a:pt x="6490069" y="1915727"/>
                </a:lnTo>
                <a:close/>
                <a:moveTo>
                  <a:pt x="0" y="1009120"/>
                </a:moveTo>
                <a:lnTo>
                  <a:pt x="0" y="1915724"/>
                </a:lnTo>
                <a:lnTo>
                  <a:pt x="781552" y="1462422"/>
                </a:lnTo>
                <a:close/>
                <a:moveTo>
                  <a:pt x="1596722" y="1009119"/>
                </a:moveTo>
                <a:lnTo>
                  <a:pt x="815170" y="1462420"/>
                </a:lnTo>
                <a:lnTo>
                  <a:pt x="1596722" y="1915722"/>
                </a:lnTo>
                <a:close/>
                <a:moveTo>
                  <a:pt x="1630341" y="1009119"/>
                </a:moveTo>
                <a:lnTo>
                  <a:pt x="1630341" y="1915722"/>
                </a:lnTo>
                <a:lnTo>
                  <a:pt x="2411893" y="1462420"/>
                </a:lnTo>
                <a:close/>
                <a:moveTo>
                  <a:pt x="3228838" y="1009118"/>
                </a:moveTo>
                <a:lnTo>
                  <a:pt x="2447286" y="1462419"/>
                </a:lnTo>
                <a:lnTo>
                  <a:pt x="3228838" y="1915720"/>
                </a:lnTo>
                <a:close/>
                <a:moveTo>
                  <a:pt x="7305243" y="520440"/>
                </a:moveTo>
                <a:lnTo>
                  <a:pt x="6523688" y="973739"/>
                </a:lnTo>
                <a:lnTo>
                  <a:pt x="7305243" y="1427041"/>
                </a:lnTo>
                <a:close/>
                <a:moveTo>
                  <a:pt x="8935566" y="520439"/>
                </a:moveTo>
                <a:lnTo>
                  <a:pt x="8154014" y="973739"/>
                </a:lnTo>
                <a:lnTo>
                  <a:pt x="8935566" y="1427041"/>
                </a:lnTo>
                <a:close/>
                <a:moveTo>
                  <a:pt x="7338859" y="520439"/>
                </a:moveTo>
                <a:lnTo>
                  <a:pt x="7338859" y="1427041"/>
                </a:lnTo>
                <a:lnTo>
                  <a:pt x="8120395" y="973738"/>
                </a:lnTo>
                <a:close/>
                <a:moveTo>
                  <a:pt x="8970959" y="520437"/>
                </a:moveTo>
                <a:lnTo>
                  <a:pt x="8970959" y="1427040"/>
                </a:lnTo>
                <a:lnTo>
                  <a:pt x="9752511" y="973736"/>
                </a:lnTo>
                <a:close/>
                <a:moveTo>
                  <a:pt x="10567680" y="520437"/>
                </a:moveTo>
                <a:lnTo>
                  <a:pt x="9786128" y="973737"/>
                </a:lnTo>
                <a:lnTo>
                  <a:pt x="10567680" y="1427040"/>
                </a:lnTo>
                <a:close/>
                <a:moveTo>
                  <a:pt x="10603073" y="520436"/>
                </a:moveTo>
                <a:lnTo>
                  <a:pt x="10603073" y="1427037"/>
                </a:lnTo>
                <a:lnTo>
                  <a:pt x="11384626" y="973735"/>
                </a:lnTo>
                <a:close/>
                <a:moveTo>
                  <a:pt x="12199795" y="520436"/>
                </a:moveTo>
                <a:lnTo>
                  <a:pt x="11418245" y="973736"/>
                </a:lnTo>
                <a:lnTo>
                  <a:pt x="12199795" y="1427037"/>
                </a:lnTo>
                <a:close/>
                <a:moveTo>
                  <a:pt x="4042789" y="520431"/>
                </a:moveTo>
                <a:lnTo>
                  <a:pt x="3261236" y="973731"/>
                </a:lnTo>
                <a:lnTo>
                  <a:pt x="4042789" y="1427033"/>
                </a:lnTo>
                <a:close/>
                <a:moveTo>
                  <a:pt x="5673129" y="520430"/>
                </a:moveTo>
                <a:lnTo>
                  <a:pt x="4891576" y="973730"/>
                </a:lnTo>
                <a:lnTo>
                  <a:pt x="5673129" y="1427032"/>
                </a:lnTo>
                <a:close/>
                <a:moveTo>
                  <a:pt x="4076405" y="520430"/>
                </a:moveTo>
                <a:lnTo>
                  <a:pt x="4076405" y="1427032"/>
                </a:lnTo>
                <a:lnTo>
                  <a:pt x="4857958" y="973729"/>
                </a:lnTo>
                <a:close/>
                <a:moveTo>
                  <a:pt x="5708521" y="520429"/>
                </a:moveTo>
                <a:lnTo>
                  <a:pt x="5708521" y="1427030"/>
                </a:lnTo>
                <a:lnTo>
                  <a:pt x="6490069" y="973728"/>
                </a:lnTo>
                <a:close/>
                <a:moveTo>
                  <a:pt x="781554" y="520425"/>
                </a:moveTo>
                <a:lnTo>
                  <a:pt x="1" y="973726"/>
                </a:lnTo>
                <a:lnTo>
                  <a:pt x="781554" y="1427027"/>
                </a:lnTo>
                <a:close/>
                <a:moveTo>
                  <a:pt x="2411894" y="520424"/>
                </a:moveTo>
                <a:lnTo>
                  <a:pt x="1630341" y="973725"/>
                </a:lnTo>
                <a:lnTo>
                  <a:pt x="2411894" y="1427026"/>
                </a:lnTo>
                <a:close/>
                <a:moveTo>
                  <a:pt x="815170" y="520424"/>
                </a:moveTo>
                <a:lnTo>
                  <a:pt x="815170" y="1427026"/>
                </a:lnTo>
                <a:lnTo>
                  <a:pt x="1596723" y="973724"/>
                </a:lnTo>
                <a:close/>
                <a:moveTo>
                  <a:pt x="2447286" y="520423"/>
                </a:moveTo>
                <a:lnTo>
                  <a:pt x="2447286" y="1427024"/>
                </a:lnTo>
                <a:lnTo>
                  <a:pt x="3228839" y="973723"/>
                </a:lnTo>
                <a:close/>
                <a:moveTo>
                  <a:pt x="6523688" y="25693"/>
                </a:moveTo>
                <a:lnTo>
                  <a:pt x="6523688" y="932293"/>
                </a:lnTo>
                <a:lnTo>
                  <a:pt x="7305243" y="478993"/>
                </a:lnTo>
                <a:close/>
                <a:moveTo>
                  <a:pt x="8120394" y="25693"/>
                </a:moveTo>
                <a:lnTo>
                  <a:pt x="7338859" y="478992"/>
                </a:lnTo>
                <a:lnTo>
                  <a:pt x="8120394" y="932291"/>
                </a:lnTo>
                <a:close/>
                <a:moveTo>
                  <a:pt x="8154013" y="25692"/>
                </a:moveTo>
                <a:lnTo>
                  <a:pt x="8154013" y="932292"/>
                </a:lnTo>
                <a:lnTo>
                  <a:pt x="8935564" y="478992"/>
                </a:lnTo>
                <a:close/>
                <a:moveTo>
                  <a:pt x="9752510" y="25691"/>
                </a:moveTo>
                <a:lnTo>
                  <a:pt x="8970960" y="478990"/>
                </a:lnTo>
                <a:lnTo>
                  <a:pt x="9752510" y="932290"/>
                </a:lnTo>
                <a:close/>
                <a:moveTo>
                  <a:pt x="9786127" y="25691"/>
                </a:moveTo>
                <a:lnTo>
                  <a:pt x="9786127" y="932290"/>
                </a:lnTo>
                <a:lnTo>
                  <a:pt x="10567678" y="478990"/>
                </a:lnTo>
                <a:close/>
                <a:moveTo>
                  <a:pt x="11384626" y="25690"/>
                </a:moveTo>
                <a:lnTo>
                  <a:pt x="10603073" y="478989"/>
                </a:lnTo>
                <a:lnTo>
                  <a:pt x="11384626" y="932289"/>
                </a:lnTo>
                <a:close/>
                <a:moveTo>
                  <a:pt x="11418244" y="25689"/>
                </a:moveTo>
                <a:lnTo>
                  <a:pt x="11418244" y="932289"/>
                </a:lnTo>
                <a:lnTo>
                  <a:pt x="12199794" y="478989"/>
                </a:lnTo>
                <a:close/>
                <a:moveTo>
                  <a:pt x="3261235" y="25684"/>
                </a:moveTo>
                <a:lnTo>
                  <a:pt x="3261235" y="932284"/>
                </a:lnTo>
                <a:lnTo>
                  <a:pt x="4042787" y="478984"/>
                </a:lnTo>
                <a:close/>
                <a:moveTo>
                  <a:pt x="4857957" y="25684"/>
                </a:moveTo>
                <a:lnTo>
                  <a:pt x="4076405" y="478983"/>
                </a:lnTo>
                <a:lnTo>
                  <a:pt x="4857957" y="932283"/>
                </a:lnTo>
                <a:close/>
                <a:moveTo>
                  <a:pt x="4891576" y="25683"/>
                </a:moveTo>
                <a:lnTo>
                  <a:pt x="4891576" y="932283"/>
                </a:lnTo>
                <a:lnTo>
                  <a:pt x="5673128" y="478983"/>
                </a:lnTo>
                <a:close/>
                <a:moveTo>
                  <a:pt x="6490069" y="25682"/>
                </a:moveTo>
                <a:lnTo>
                  <a:pt x="5708521" y="478981"/>
                </a:lnTo>
                <a:lnTo>
                  <a:pt x="6490069" y="932282"/>
                </a:lnTo>
                <a:close/>
                <a:moveTo>
                  <a:pt x="0" y="25678"/>
                </a:moveTo>
                <a:lnTo>
                  <a:pt x="0" y="932279"/>
                </a:lnTo>
                <a:lnTo>
                  <a:pt x="781552" y="478978"/>
                </a:lnTo>
                <a:close/>
                <a:moveTo>
                  <a:pt x="1596722" y="25677"/>
                </a:moveTo>
                <a:lnTo>
                  <a:pt x="815170" y="478977"/>
                </a:lnTo>
                <a:lnTo>
                  <a:pt x="1596722" y="932278"/>
                </a:lnTo>
                <a:close/>
                <a:moveTo>
                  <a:pt x="1630341" y="25677"/>
                </a:moveTo>
                <a:lnTo>
                  <a:pt x="1630341" y="932278"/>
                </a:lnTo>
                <a:lnTo>
                  <a:pt x="2411893" y="478978"/>
                </a:lnTo>
                <a:close/>
                <a:moveTo>
                  <a:pt x="3228838" y="25676"/>
                </a:moveTo>
                <a:lnTo>
                  <a:pt x="2447286" y="478976"/>
                </a:lnTo>
                <a:lnTo>
                  <a:pt x="3228838" y="932276"/>
                </a:lnTo>
                <a:close/>
                <a:moveTo>
                  <a:pt x="8098742" y="12"/>
                </a:moveTo>
                <a:lnTo>
                  <a:pt x="6544450" y="12"/>
                </a:lnTo>
                <a:lnTo>
                  <a:pt x="7321607" y="445615"/>
                </a:lnTo>
                <a:close/>
                <a:moveTo>
                  <a:pt x="9729969" y="12"/>
                </a:moveTo>
                <a:lnTo>
                  <a:pt x="8175665" y="12"/>
                </a:lnTo>
                <a:lnTo>
                  <a:pt x="8952816" y="445615"/>
                </a:lnTo>
                <a:close/>
                <a:moveTo>
                  <a:pt x="11361201" y="12"/>
                </a:moveTo>
                <a:lnTo>
                  <a:pt x="9806891" y="12"/>
                </a:lnTo>
                <a:lnTo>
                  <a:pt x="10584048" y="445615"/>
                </a:lnTo>
                <a:close/>
                <a:moveTo>
                  <a:pt x="4835861" y="7"/>
                </a:moveTo>
                <a:lnTo>
                  <a:pt x="3281555" y="7"/>
                </a:lnTo>
                <a:lnTo>
                  <a:pt x="4058708" y="445610"/>
                </a:lnTo>
                <a:close/>
                <a:moveTo>
                  <a:pt x="6467087" y="6"/>
                </a:moveTo>
                <a:lnTo>
                  <a:pt x="4912784" y="6"/>
                </a:lnTo>
                <a:lnTo>
                  <a:pt x="5689937" y="445610"/>
                </a:lnTo>
                <a:close/>
                <a:moveTo>
                  <a:pt x="1574626" y="1"/>
                </a:moveTo>
                <a:lnTo>
                  <a:pt x="20320" y="1"/>
                </a:lnTo>
                <a:lnTo>
                  <a:pt x="797473" y="445605"/>
                </a:lnTo>
                <a:close/>
                <a:moveTo>
                  <a:pt x="3205855" y="0"/>
                </a:moveTo>
                <a:lnTo>
                  <a:pt x="1651549" y="0"/>
                </a:lnTo>
                <a:lnTo>
                  <a:pt x="2428702" y="445604"/>
                </a:lnTo>
                <a:close/>
                <a:moveTo>
                  <a:pt x="12191998" y="0"/>
                </a:moveTo>
                <a:lnTo>
                  <a:pt x="11438139" y="0"/>
                </a:lnTo>
                <a:lnTo>
                  <a:pt x="12191998" y="432248"/>
                </a:lnTo>
                <a:close/>
              </a:path>
            </a:pathLst>
          </a:custGeom>
          <a:noFill/>
          <a:ln w="6350">
            <a:solidFill>
              <a:schemeClr val="bg1">
                <a:lumMod val="85000"/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6" name="Group 215"/>
          <p:cNvGrpSpPr/>
          <p:nvPr userDrawn="1"/>
        </p:nvGrpSpPr>
        <p:grpSpPr>
          <a:xfrm>
            <a:off x="7329119" y="33847"/>
            <a:ext cx="4862883" cy="6800245"/>
            <a:chOff x="7529493" y="1369453"/>
            <a:chExt cx="4662509" cy="6520045"/>
          </a:xfrm>
        </p:grpSpPr>
        <p:sp>
          <p:nvSpPr>
            <p:cNvPr id="217" name="Isosceles Triangle 216"/>
            <p:cNvSpPr/>
            <p:nvPr userDrawn="1"/>
          </p:nvSpPr>
          <p:spPr>
            <a:xfrm rot="16200000" flipH="1">
              <a:off x="11384041" y="5196892"/>
              <a:ext cx="867810" cy="74811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18" name="Isosceles Triangle 217"/>
            <p:cNvSpPr/>
            <p:nvPr userDrawn="1"/>
          </p:nvSpPr>
          <p:spPr>
            <a:xfrm rot="16200000" flipH="1">
              <a:off x="10600810" y="6610982"/>
              <a:ext cx="867810" cy="748112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19" name="Isosceles Triangle 218"/>
            <p:cNvSpPr/>
            <p:nvPr userDrawn="1"/>
          </p:nvSpPr>
          <p:spPr>
            <a:xfrm rot="16200000" flipH="1">
              <a:off x="9817579" y="7081537"/>
              <a:ext cx="867810" cy="74811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20" name="Isosceles Triangle 219"/>
            <p:cNvSpPr/>
            <p:nvPr userDrawn="1"/>
          </p:nvSpPr>
          <p:spPr>
            <a:xfrm rot="16200000" flipH="1">
              <a:off x="9034349" y="5668804"/>
              <a:ext cx="867810" cy="748112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21" name="Isosceles Triangle 220"/>
            <p:cNvSpPr/>
            <p:nvPr userDrawn="1"/>
          </p:nvSpPr>
          <p:spPr>
            <a:xfrm rot="16200000" flipH="1">
              <a:off x="11384040" y="2365595"/>
              <a:ext cx="867810" cy="74811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22" name="Isosceles Triangle 221"/>
            <p:cNvSpPr/>
            <p:nvPr userDrawn="1"/>
          </p:nvSpPr>
          <p:spPr>
            <a:xfrm rot="16200000" flipH="1">
              <a:off x="9817579" y="1429302"/>
              <a:ext cx="867810" cy="74811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23" name="Isosceles Triangle 222"/>
            <p:cNvSpPr/>
            <p:nvPr userDrawn="1"/>
          </p:nvSpPr>
          <p:spPr>
            <a:xfrm rot="16200000" flipH="1">
              <a:off x="7469644" y="3786694"/>
              <a:ext cx="867810" cy="748112"/>
            </a:xfrm>
            <a:prstGeom prst="triangle">
              <a:avLst/>
            </a:prstGeom>
            <a:solidFill>
              <a:schemeClr val="accent3">
                <a:lumMod val="40000"/>
                <a:lumOff val="6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24" name="Isosceles Triangle 223"/>
            <p:cNvSpPr/>
            <p:nvPr userDrawn="1"/>
          </p:nvSpPr>
          <p:spPr>
            <a:xfrm rot="16200000" flipH="1">
              <a:off x="9034351" y="2841639"/>
              <a:ext cx="867810" cy="748112"/>
            </a:xfrm>
            <a:prstGeom prst="triangle">
              <a:avLst/>
            </a:prstGeom>
            <a:solidFill>
              <a:schemeClr val="accent3">
                <a:lumMod val="40000"/>
                <a:lumOff val="6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225" name="Isosceles Triangle 224"/>
            <p:cNvSpPr/>
            <p:nvPr userDrawn="1"/>
          </p:nvSpPr>
          <p:spPr>
            <a:xfrm rot="16200000" flipH="1">
              <a:off x="9817581" y="4252938"/>
              <a:ext cx="867810" cy="748112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226" name="Rectangle 22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2000">
                <a:srgbClr val="2B2E44">
                  <a:alpha val="80000"/>
                </a:srgbClr>
              </a:gs>
              <a:gs pos="0">
                <a:srgbClr val="2B2E44"/>
              </a:gs>
              <a:gs pos="100000">
                <a:srgbClr val="2B2E44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7" name="Group 226"/>
          <p:cNvGrpSpPr/>
          <p:nvPr userDrawn="1"/>
        </p:nvGrpSpPr>
        <p:grpSpPr>
          <a:xfrm>
            <a:off x="675307" y="465269"/>
            <a:ext cx="2108758" cy="400110"/>
            <a:chOff x="675307" y="465269"/>
            <a:chExt cx="2108758" cy="400110"/>
          </a:xfrm>
        </p:grpSpPr>
        <p:grpSp>
          <p:nvGrpSpPr>
            <p:cNvPr id="228" name="Group 227"/>
            <p:cNvGrpSpPr/>
            <p:nvPr/>
          </p:nvGrpSpPr>
          <p:grpSpPr>
            <a:xfrm>
              <a:off x="675307" y="498305"/>
              <a:ext cx="343838" cy="287946"/>
              <a:chOff x="656543" y="153248"/>
              <a:chExt cx="2054797" cy="1720781"/>
            </a:xfrm>
          </p:grpSpPr>
          <p:grpSp>
            <p:nvGrpSpPr>
              <p:cNvPr id="230" name="Group 229"/>
              <p:cNvGrpSpPr/>
              <p:nvPr/>
            </p:nvGrpSpPr>
            <p:grpSpPr>
              <a:xfrm>
                <a:off x="656543" y="153248"/>
                <a:ext cx="2054797" cy="1720775"/>
                <a:chOff x="656543" y="153248"/>
                <a:chExt cx="2054797" cy="1720775"/>
              </a:xfrm>
            </p:grpSpPr>
            <p:sp>
              <p:nvSpPr>
                <p:cNvPr id="234" name="Isosceles Triangle 233"/>
                <p:cNvSpPr/>
                <p:nvPr/>
              </p:nvSpPr>
              <p:spPr>
                <a:xfrm>
                  <a:off x="656543" y="153248"/>
                  <a:ext cx="964146" cy="831160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grpSp>
              <p:nvGrpSpPr>
                <p:cNvPr id="235" name="Group 234"/>
                <p:cNvGrpSpPr/>
                <p:nvPr/>
              </p:nvGrpSpPr>
              <p:grpSpPr>
                <a:xfrm>
                  <a:off x="656543" y="1042863"/>
                  <a:ext cx="2054797" cy="831160"/>
                  <a:chOff x="656543" y="1042863"/>
                  <a:chExt cx="2054797" cy="831160"/>
                </a:xfrm>
              </p:grpSpPr>
              <p:sp>
                <p:nvSpPr>
                  <p:cNvPr id="236" name="Isosceles Triangle 235"/>
                  <p:cNvSpPr/>
                  <p:nvPr/>
                </p:nvSpPr>
                <p:spPr>
                  <a:xfrm rot="10800000">
                    <a:off x="656543" y="1042863"/>
                    <a:ext cx="964145" cy="831160"/>
                  </a:xfrm>
                  <a:prstGeom prst="triangl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237" name="Isosceles Triangle 236"/>
                  <p:cNvSpPr/>
                  <p:nvPr/>
                </p:nvSpPr>
                <p:spPr>
                  <a:xfrm rot="10800000">
                    <a:off x="1747194" y="1042864"/>
                    <a:ext cx="964146" cy="831159"/>
                  </a:xfrm>
                  <a:prstGeom prst="triangl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231" name="Group 230"/>
              <p:cNvGrpSpPr/>
              <p:nvPr/>
            </p:nvGrpSpPr>
            <p:grpSpPr>
              <a:xfrm rot="16200000">
                <a:off x="823553" y="531567"/>
                <a:ext cx="1720779" cy="964145"/>
                <a:chOff x="6458550" y="1508208"/>
                <a:chExt cx="1985075" cy="1112229"/>
              </a:xfrm>
            </p:grpSpPr>
            <p:sp>
              <p:nvSpPr>
                <p:cNvPr id="232" name="Isosceles Triangle 231"/>
                <p:cNvSpPr/>
                <p:nvPr/>
              </p:nvSpPr>
              <p:spPr>
                <a:xfrm rot="16200000" flipH="1">
                  <a:off x="7408101" y="1584913"/>
                  <a:ext cx="1112227" cy="958820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33" name="Isosceles Triangle 232"/>
                <p:cNvSpPr/>
                <p:nvPr/>
              </p:nvSpPr>
              <p:spPr>
                <a:xfrm rot="5400000" flipH="1">
                  <a:off x="6381845" y="1584913"/>
                  <a:ext cx="1112229" cy="958819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sp>
          <p:nvSpPr>
            <p:cNvPr id="229" name="TextBox 228"/>
            <p:cNvSpPr txBox="1"/>
            <p:nvPr/>
          </p:nvSpPr>
          <p:spPr>
            <a:xfrm>
              <a:off x="1084618" y="465269"/>
              <a:ext cx="16994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G</a:t>
              </a:r>
              <a:r>
                <a:rPr lang="en-US" sz="2000" b="1" dirty="0">
                  <a:solidFill>
                    <a:schemeClr val="accent1"/>
                  </a:solidFill>
                  <a:latin typeface="Century Gothic" panose="020B0502020202020204" pitchFamily="34" charset="0"/>
                </a:rPr>
                <a:t>e</a:t>
              </a:r>
              <a:r>
                <a:rPr lang="en-US" sz="20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o</a:t>
              </a:r>
              <a:r>
                <a:rPr lang="en-US" sz="2000" dirty="0">
                  <a:solidFill>
                    <a:schemeClr val="bg1">
                      <a:lumMod val="85000"/>
                    </a:schemeClr>
                  </a:solidFill>
                  <a:latin typeface="Century Gothic" panose="020B0502020202020204" pitchFamily="34" charset="0"/>
                </a:rPr>
                <a:t>logic</a:t>
              </a:r>
              <a:endParaRPr lang="id-ID" sz="200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38" name="TextBox 237"/>
          <p:cNvSpPr txBox="1"/>
          <p:nvPr userDrawn="1"/>
        </p:nvSpPr>
        <p:spPr>
          <a:xfrm>
            <a:off x="635858" y="6382643"/>
            <a:ext cx="2681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1200" b="1" spc="0" dirty="0">
                <a:solidFill>
                  <a:schemeClr val="bg1">
                    <a:lumMod val="85000"/>
                  </a:schemeClr>
                </a:solidFill>
                <a:latin typeface="Century Gothic" panose="020B0502020202020204" pitchFamily="34" charset="0"/>
              </a:rPr>
              <a:t>Company Address </a:t>
            </a:r>
            <a:r>
              <a:rPr lang="id-ID" sz="1200" spc="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Goes Here</a:t>
            </a:r>
            <a:endParaRPr lang="id-ID" sz="1200" spc="0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39" name="TextBox 238"/>
          <p:cNvSpPr txBox="1"/>
          <p:nvPr userDrawn="1"/>
        </p:nvSpPr>
        <p:spPr>
          <a:xfrm>
            <a:off x="10984979" y="6367254"/>
            <a:ext cx="885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400" i="0" strike="noStrike" spc="0" smtClean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Roboto Condensed Light" panose="02000000000000000000" pitchFamily="2" charset="0"/>
                <a:cs typeface="Lato Heavy" panose="020F0502020204030203" pitchFamily="34" charset="0"/>
              </a:rPr>
            </a:fld>
            <a:endParaRPr lang="id-ID" sz="1400" i="0" strike="noStrike" spc="0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  <a:ea typeface="Roboto Condensed Light" panose="02000000000000000000" pitchFamily="2" charset="0"/>
              <a:cs typeface="Lato Heavy" panose="020F0502020204030203" pitchFamily="34" charset="0"/>
            </a:endParaRPr>
          </a:p>
        </p:txBody>
      </p:sp>
      <p:cxnSp>
        <p:nvCxnSpPr>
          <p:cNvPr id="240" name="Straight Connector 239"/>
          <p:cNvCxnSpPr/>
          <p:nvPr userDrawn="1"/>
        </p:nvCxnSpPr>
        <p:spPr>
          <a:xfrm>
            <a:off x="0" y="6215062"/>
            <a:ext cx="12192000" cy="0"/>
          </a:xfrm>
          <a:prstGeom prst="line">
            <a:avLst/>
          </a:prstGeom>
          <a:ln w="6350">
            <a:gradFill>
              <a:gsLst>
                <a:gs pos="0">
                  <a:schemeClr val="bg1">
                    <a:lumMod val="85000"/>
                    <a:alpha val="15000"/>
                  </a:schemeClr>
                </a:gs>
                <a:gs pos="50000">
                  <a:schemeClr val="bg1">
                    <a:lumMod val="85000"/>
                    <a:alpha val="30000"/>
                  </a:schemeClr>
                </a:gs>
                <a:gs pos="100000">
                  <a:schemeClr val="bg1">
                    <a:lumMod val="85000"/>
                    <a:alpha val="15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4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7329119" y="33847"/>
            <a:ext cx="4862883" cy="6800245"/>
            <a:chOff x="7529493" y="1369453"/>
            <a:chExt cx="4662509" cy="6520045"/>
          </a:xfrm>
        </p:grpSpPr>
        <p:sp>
          <p:nvSpPr>
            <p:cNvPr id="4" name="Isosceles Triangle 3"/>
            <p:cNvSpPr/>
            <p:nvPr userDrawn="1"/>
          </p:nvSpPr>
          <p:spPr>
            <a:xfrm rot="16200000" flipH="1">
              <a:off x="11384041" y="5196892"/>
              <a:ext cx="867810" cy="748112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6200000" flipH="1">
              <a:off x="10600810" y="6610982"/>
              <a:ext cx="867810" cy="748112"/>
            </a:xfrm>
            <a:prstGeom prst="triangle">
              <a:avLst/>
            </a:prstGeom>
            <a:solidFill>
              <a:schemeClr val="bg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" name="Isosceles Triangle 5"/>
            <p:cNvSpPr/>
            <p:nvPr userDrawn="1"/>
          </p:nvSpPr>
          <p:spPr>
            <a:xfrm rot="16200000" flipH="1">
              <a:off x="9817579" y="7081537"/>
              <a:ext cx="867810" cy="748112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6200000" flipH="1">
              <a:off x="9034349" y="5668804"/>
              <a:ext cx="867810" cy="748112"/>
            </a:xfrm>
            <a:prstGeom prst="triangl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6200000" flipH="1">
              <a:off x="11384040" y="2365595"/>
              <a:ext cx="867810" cy="748112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" name="Isosceles Triangle 8"/>
            <p:cNvSpPr/>
            <p:nvPr userDrawn="1"/>
          </p:nvSpPr>
          <p:spPr>
            <a:xfrm rot="16200000" flipH="1">
              <a:off x="9817579" y="1429302"/>
              <a:ext cx="867810" cy="748112"/>
            </a:xfrm>
            <a:prstGeom prst="triangle">
              <a:avLst/>
            </a:prstGeom>
            <a:solidFill>
              <a:schemeClr val="bg1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16200000" flipH="1">
              <a:off x="7469644" y="3786694"/>
              <a:ext cx="867810" cy="748112"/>
            </a:xfrm>
            <a:prstGeom prst="triangl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" name="Isosceles Triangle 10"/>
            <p:cNvSpPr/>
            <p:nvPr userDrawn="1"/>
          </p:nvSpPr>
          <p:spPr>
            <a:xfrm rot="16200000" flipH="1">
              <a:off x="9034351" y="2841639"/>
              <a:ext cx="867810" cy="748112"/>
            </a:xfrm>
            <a:prstGeom prst="triangl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6200000" flipH="1">
              <a:off x="9817581" y="4252938"/>
              <a:ext cx="867810" cy="748112"/>
            </a:xfrm>
            <a:prstGeom prst="triangl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2" name="Freeform: Shape 1"/>
          <p:cNvSpPr/>
          <p:nvPr userDrawn="1"/>
        </p:nvSpPr>
        <p:spPr>
          <a:xfrm flipH="1">
            <a:off x="-7799" y="2775"/>
            <a:ext cx="12199799" cy="6855225"/>
          </a:xfrm>
          <a:custGeom>
            <a:avLst/>
            <a:gdLst>
              <a:gd name="connsiteX0" fmla="*/ 12191972 w 12199799"/>
              <a:gd name="connsiteY0" fmla="*/ 6422977 h 6855225"/>
              <a:gd name="connsiteX1" fmla="*/ 11438115 w 12199799"/>
              <a:gd name="connsiteY1" fmla="*/ 6855225 h 6855225"/>
              <a:gd name="connsiteX2" fmla="*/ 12191972 w 12199799"/>
              <a:gd name="connsiteY2" fmla="*/ 6855225 h 6855225"/>
              <a:gd name="connsiteX3" fmla="*/ 797473 w 12199799"/>
              <a:gd name="connsiteY3" fmla="*/ 6406846 h 6855225"/>
              <a:gd name="connsiteX4" fmla="*/ 20320 w 12199799"/>
              <a:gd name="connsiteY4" fmla="*/ 6852450 h 6855225"/>
              <a:gd name="connsiteX5" fmla="*/ 1574626 w 12199799"/>
              <a:gd name="connsiteY5" fmla="*/ 6852450 h 6855225"/>
              <a:gd name="connsiteX6" fmla="*/ 2428702 w 12199799"/>
              <a:gd name="connsiteY6" fmla="*/ 6406846 h 6855225"/>
              <a:gd name="connsiteX7" fmla="*/ 1651549 w 12199799"/>
              <a:gd name="connsiteY7" fmla="*/ 6852450 h 6855225"/>
              <a:gd name="connsiteX8" fmla="*/ 3205855 w 12199799"/>
              <a:gd name="connsiteY8" fmla="*/ 6852450 h 6855225"/>
              <a:gd name="connsiteX9" fmla="*/ 4058708 w 12199799"/>
              <a:gd name="connsiteY9" fmla="*/ 6406846 h 6855225"/>
              <a:gd name="connsiteX10" fmla="*/ 3281555 w 12199799"/>
              <a:gd name="connsiteY10" fmla="*/ 6852450 h 6855225"/>
              <a:gd name="connsiteX11" fmla="*/ 4835861 w 12199799"/>
              <a:gd name="connsiteY11" fmla="*/ 6852450 h 6855225"/>
              <a:gd name="connsiteX12" fmla="*/ 5689937 w 12199799"/>
              <a:gd name="connsiteY12" fmla="*/ 6406846 h 6855225"/>
              <a:gd name="connsiteX13" fmla="*/ 4912784 w 12199799"/>
              <a:gd name="connsiteY13" fmla="*/ 6852450 h 6855225"/>
              <a:gd name="connsiteX14" fmla="*/ 6467087 w 12199799"/>
              <a:gd name="connsiteY14" fmla="*/ 6852450 h 6855225"/>
              <a:gd name="connsiteX15" fmla="*/ 7321607 w 12199799"/>
              <a:gd name="connsiteY15" fmla="*/ 6406846 h 6855225"/>
              <a:gd name="connsiteX16" fmla="*/ 6544450 w 12199799"/>
              <a:gd name="connsiteY16" fmla="*/ 6852450 h 6855225"/>
              <a:gd name="connsiteX17" fmla="*/ 8098751 w 12199799"/>
              <a:gd name="connsiteY17" fmla="*/ 6852450 h 6855225"/>
              <a:gd name="connsiteX18" fmla="*/ 8952824 w 12199799"/>
              <a:gd name="connsiteY18" fmla="*/ 6406846 h 6855225"/>
              <a:gd name="connsiteX19" fmla="*/ 8175673 w 12199799"/>
              <a:gd name="connsiteY19" fmla="*/ 6852450 h 6855225"/>
              <a:gd name="connsiteX20" fmla="*/ 9729977 w 12199799"/>
              <a:gd name="connsiteY20" fmla="*/ 6852450 h 6855225"/>
              <a:gd name="connsiteX21" fmla="*/ 10584056 w 12199799"/>
              <a:gd name="connsiteY21" fmla="*/ 6406846 h 6855225"/>
              <a:gd name="connsiteX22" fmla="*/ 9806900 w 12199799"/>
              <a:gd name="connsiteY22" fmla="*/ 6852450 h 6855225"/>
              <a:gd name="connsiteX23" fmla="*/ 11361208 w 12199799"/>
              <a:gd name="connsiteY23" fmla="*/ 6852450 h 6855225"/>
              <a:gd name="connsiteX24" fmla="*/ 1596722 w 12199799"/>
              <a:gd name="connsiteY24" fmla="*/ 5924618 h 6855225"/>
              <a:gd name="connsiteX25" fmla="*/ 815170 w 12199799"/>
              <a:gd name="connsiteY25" fmla="*/ 6377918 h 6855225"/>
              <a:gd name="connsiteX26" fmla="*/ 1596722 w 12199799"/>
              <a:gd name="connsiteY26" fmla="*/ 6831220 h 6855225"/>
              <a:gd name="connsiteX27" fmla="*/ 3228838 w 12199799"/>
              <a:gd name="connsiteY27" fmla="*/ 5924618 h 6855225"/>
              <a:gd name="connsiteX28" fmla="*/ 2447286 w 12199799"/>
              <a:gd name="connsiteY28" fmla="*/ 6377918 h 6855225"/>
              <a:gd name="connsiteX29" fmla="*/ 3228838 w 12199799"/>
              <a:gd name="connsiteY29" fmla="*/ 6831220 h 6855225"/>
              <a:gd name="connsiteX30" fmla="*/ 4857957 w 12199799"/>
              <a:gd name="connsiteY30" fmla="*/ 5924618 h 6855225"/>
              <a:gd name="connsiteX31" fmla="*/ 4076405 w 12199799"/>
              <a:gd name="connsiteY31" fmla="*/ 6377918 h 6855225"/>
              <a:gd name="connsiteX32" fmla="*/ 4857957 w 12199799"/>
              <a:gd name="connsiteY32" fmla="*/ 6831220 h 6855225"/>
              <a:gd name="connsiteX33" fmla="*/ 6490069 w 12199799"/>
              <a:gd name="connsiteY33" fmla="*/ 5924618 h 6855225"/>
              <a:gd name="connsiteX34" fmla="*/ 5708521 w 12199799"/>
              <a:gd name="connsiteY34" fmla="*/ 6377918 h 6855225"/>
              <a:gd name="connsiteX35" fmla="*/ 6490069 w 12199799"/>
              <a:gd name="connsiteY35" fmla="*/ 6831220 h 6855225"/>
              <a:gd name="connsiteX36" fmla="*/ 8120394 w 12199799"/>
              <a:gd name="connsiteY36" fmla="*/ 5924618 h 6855225"/>
              <a:gd name="connsiteX37" fmla="*/ 7338859 w 12199799"/>
              <a:gd name="connsiteY37" fmla="*/ 6377918 h 6855225"/>
              <a:gd name="connsiteX38" fmla="*/ 8120394 w 12199799"/>
              <a:gd name="connsiteY38" fmla="*/ 6831220 h 6855225"/>
              <a:gd name="connsiteX39" fmla="*/ 9752510 w 12199799"/>
              <a:gd name="connsiteY39" fmla="*/ 5924618 h 6855225"/>
              <a:gd name="connsiteX40" fmla="*/ 8970960 w 12199799"/>
              <a:gd name="connsiteY40" fmla="*/ 6377918 h 6855225"/>
              <a:gd name="connsiteX41" fmla="*/ 9752510 w 12199799"/>
              <a:gd name="connsiteY41" fmla="*/ 6831220 h 6855225"/>
              <a:gd name="connsiteX42" fmla="*/ 11384629 w 12199799"/>
              <a:gd name="connsiteY42" fmla="*/ 5924618 h 6855225"/>
              <a:gd name="connsiteX43" fmla="*/ 10603077 w 12199799"/>
              <a:gd name="connsiteY43" fmla="*/ 6377918 h 6855225"/>
              <a:gd name="connsiteX44" fmla="*/ 11384629 w 12199799"/>
              <a:gd name="connsiteY44" fmla="*/ 6831220 h 6855225"/>
              <a:gd name="connsiteX45" fmla="*/ 0 w 12199799"/>
              <a:gd name="connsiteY45" fmla="*/ 5924618 h 6855225"/>
              <a:gd name="connsiteX46" fmla="*/ 0 w 12199799"/>
              <a:gd name="connsiteY46" fmla="*/ 6831220 h 6855225"/>
              <a:gd name="connsiteX47" fmla="*/ 781552 w 12199799"/>
              <a:gd name="connsiteY47" fmla="*/ 6377919 h 6855225"/>
              <a:gd name="connsiteX48" fmla="*/ 1630341 w 12199799"/>
              <a:gd name="connsiteY48" fmla="*/ 5924618 h 6855225"/>
              <a:gd name="connsiteX49" fmla="*/ 1630341 w 12199799"/>
              <a:gd name="connsiteY49" fmla="*/ 6831220 h 6855225"/>
              <a:gd name="connsiteX50" fmla="*/ 2411893 w 12199799"/>
              <a:gd name="connsiteY50" fmla="*/ 6377919 h 6855225"/>
              <a:gd name="connsiteX51" fmla="*/ 3261235 w 12199799"/>
              <a:gd name="connsiteY51" fmla="*/ 5924618 h 6855225"/>
              <a:gd name="connsiteX52" fmla="*/ 3261235 w 12199799"/>
              <a:gd name="connsiteY52" fmla="*/ 6831220 h 6855225"/>
              <a:gd name="connsiteX53" fmla="*/ 4042787 w 12199799"/>
              <a:gd name="connsiteY53" fmla="*/ 6377919 h 6855225"/>
              <a:gd name="connsiteX54" fmla="*/ 4891576 w 12199799"/>
              <a:gd name="connsiteY54" fmla="*/ 5924618 h 6855225"/>
              <a:gd name="connsiteX55" fmla="*/ 4891576 w 12199799"/>
              <a:gd name="connsiteY55" fmla="*/ 6831220 h 6855225"/>
              <a:gd name="connsiteX56" fmla="*/ 5673128 w 12199799"/>
              <a:gd name="connsiteY56" fmla="*/ 6377919 h 6855225"/>
              <a:gd name="connsiteX57" fmla="*/ 6523688 w 12199799"/>
              <a:gd name="connsiteY57" fmla="*/ 5924618 h 6855225"/>
              <a:gd name="connsiteX58" fmla="*/ 6523688 w 12199799"/>
              <a:gd name="connsiteY58" fmla="*/ 6831220 h 6855225"/>
              <a:gd name="connsiteX59" fmla="*/ 7305243 w 12199799"/>
              <a:gd name="connsiteY59" fmla="*/ 6377919 h 6855225"/>
              <a:gd name="connsiteX60" fmla="*/ 8154013 w 12199799"/>
              <a:gd name="connsiteY60" fmla="*/ 5924618 h 6855225"/>
              <a:gd name="connsiteX61" fmla="*/ 8154013 w 12199799"/>
              <a:gd name="connsiteY61" fmla="*/ 6831220 h 6855225"/>
              <a:gd name="connsiteX62" fmla="*/ 8935564 w 12199799"/>
              <a:gd name="connsiteY62" fmla="*/ 6377919 h 6855225"/>
              <a:gd name="connsiteX63" fmla="*/ 9786128 w 12199799"/>
              <a:gd name="connsiteY63" fmla="*/ 5924618 h 6855225"/>
              <a:gd name="connsiteX64" fmla="*/ 9786128 w 12199799"/>
              <a:gd name="connsiteY64" fmla="*/ 6831220 h 6855225"/>
              <a:gd name="connsiteX65" fmla="*/ 10567682 w 12199799"/>
              <a:gd name="connsiteY65" fmla="*/ 6377919 h 6855225"/>
              <a:gd name="connsiteX66" fmla="*/ 11418248 w 12199799"/>
              <a:gd name="connsiteY66" fmla="*/ 5924618 h 6855225"/>
              <a:gd name="connsiteX67" fmla="*/ 11418248 w 12199799"/>
              <a:gd name="connsiteY67" fmla="*/ 6831220 h 6855225"/>
              <a:gd name="connsiteX68" fmla="*/ 12199798 w 12199799"/>
              <a:gd name="connsiteY68" fmla="*/ 6377919 h 6855225"/>
              <a:gd name="connsiteX69" fmla="*/ 781554 w 12199799"/>
              <a:gd name="connsiteY69" fmla="*/ 5438511 h 6855225"/>
              <a:gd name="connsiteX70" fmla="*/ 1 w 12199799"/>
              <a:gd name="connsiteY70" fmla="*/ 5891812 h 6855225"/>
              <a:gd name="connsiteX71" fmla="*/ 781554 w 12199799"/>
              <a:gd name="connsiteY71" fmla="*/ 6345112 h 6855225"/>
              <a:gd name="connsiteX72" fmla="*/ 815170 w 12199799"/>
              <a:gd name="connsiteY72" fmla="*/ 5438511 h 6855225"/>
              <a:gd name="connsiteX73" fmla="*/ 815170 w 12199799"/>
              <a:gd name="connsiteY73" fmla="*/ 6345112 h 6855225"/>
              <a:gd name="connsiteX74" fmla="*/ 1596723 w 12199799"/>
              <a:gd name="connsiteY74" fmla="*/ 5891811 h 6855225"/>
              <a:gd name="connsiteX75" fmla="*/ 2411894 w 12199799"/>
              <a:gd name="connsiteY75" fmla="*/ 5438511 h 6855225"/>
              <a:gd name="connsiteX76" fmla="*/ 1630341 w 12199799"/>
              <a:gd name="connsiteY76" fmla="*/ 5891812 h 6855225"/>
              <a:gd name="connsiteX77" fmla="*/ 2411894 w 12199799"/>
              <a:gd name="connsiteY77" fmla="*/ 6345112 h 6855225"/>
              <a:gd name="connsiteX78" fmla="*/ 2447286 w 12199799"/>
              <a:gd name="connsiteY78" fmla="*/ 5438511 h 6855225"/>
              <a:gd name="connsiteX79" fmla="*/ 2447286 w 12199799"/>
              <a:gd name="connsiteY79" fmla="*/ 6345112 h 6855225"/>
              <a:gd name="connsiteX80" fmla="*/ 3228839 w 12199799"/>
              <a:gd name="connsiteY80" fmla="*/ 5891811 h 6855225"/>
              <a:gd name="connsiteX81" fmla="*/ 4042789 w 12199799"/>
              <a:gd name="connsiteY81" fmla="*/ 5438511 h 6855225"/>
              <a:gd name="connsiteX82" fmla="*/ 3261236 w 12199799"/>
              <a:gd name="connsiteY82" fmla="*/ 5891812 h 6855225"/>
              <a:gd name="connsiteX83" fmla="*/ 4042789 w 12199799"/>
              <a:gd name="connsiteY83" fmla="*/ 6345112 h 6855225"/>
              <a:gd name="connsiteX84" fmla="*/ 4076405 w 12199799"/>
              <a:gd name="connsiteY84" fmla="*/ 5438511 h 6855225"/>
              <a:gd name="connsiteX85" fmla="*/ 4076405 w 12199799"/>
              <a:gd name="connsiteY85" fmla="*/ 6345112 h 6855225"/>
              <a:gd name="connsiteX86" fmla="*/ 4857958 w 12199799"/>
              <a:gd name="connsiteY86" fmla="*/ 5891811 h 6855225"/>
              <a:gd name="connsiteX87" fmla="*/ 5673129 w 12199799"/>
              <a:gd name="connsiteY87" fmla="*/ 5438511 h 6855225"/>
              <a:gd name="connsiteX88" fmla="*/ 4891576 w 12199799"/>
              <a:gd name="connsiteY88" fmla="*/ 5891812 h 6855225"/>
              <a:gd name="connsiteX89" fmla="*/ 5673129 w 12199799"/>
              <a:gd name="connsiteY89" fmla="*/ 6345112 h 6855225"/>
              <a:gd name="connsiteX90" fmla="*/ 5708521 w 12199799"/>
              <a:gd name="connsiteY90" fmla="*/ 5438511 h 6855225"/>
              <a:gd name="connsiteX91" fmla="*/ 5708521 w 12199799"/>
              <a:gd name="connsiteY91" fmla="*/ 6345112 h 6855225"/>
              <a:gd name="connsiteX92" fmla="*/ 6490069 w 12199799"/>
              <a:gd name="connsiteY92" fmla="*/ 5891811 h 6855225"/>
              <a:gd name="connsiteX93" fmla="*/ 7305243 w 12199799"/>
              <a:gd name="connsiteY93" fmla="*/ 5438511 h 6855225"/>
              <a:gd name="connsiteX94" fmla="*/ 6523688 w 12199799"/>
              <a:gd name="connsiteY94" fmla="*/ 5891812 h 6855225"/>
              <a:gd name="connsiteX95" fmla="*/ 7305243 w 12199799"/>
              <a:gd name="connsiteY95" fmla="*/ 6345112 h 6855225"/>
              <a:gd name="connsiteX96" fmla="*/ 7338859 w 12199799"/>
              <a:gd name="connsiteY96" fmla="*/ 5438511 h 6855225"/>
              <a:gd name="connsiteX97" fmla="*/ 7338859 w 12199799"/>
              <a:gd name="connsiteY97" fmla="*/ 6345112 h 6855225"/>
              <a:gd name="connsiteX98" fmla="*/ 8120395 w 12199799"/>
              <a:gd name="connsiteY98" fmla="*/ 5891811 h 6855225"/>
              <a:gd name="connsiteX99" fmla="*/ 8935566 w 12199799"/>
              <a:gd name="connsiteY99" fmla="*/ 5438511 h 6855225"/>
              <a:gd name="connsiteX100" fmla="*/ 8154014 w 12199799"/>
              <a:gd name="connsiteY100" fmla="*/ 5891812 h 6855225"/>
              <a:gd name="connsiteX101" fmla="*/ 8935566 w 12199799"/>
              <a:gd name="connsiteY101" fmla="*/ 6345112 h 6855225"/>
              <a:gd name="connsiteX102" fmla="*/ 8970959 w 12199799"/>
              <a:gd name="connsiteY102" fmla="*/ 5438511 h 6855225"/>
              <a:gd name="connsiteX103" fmla="*/ 8970959 w 12199799"/>
              <a:gd name="connsiteY103" fmla="*/ 6345112 h 6855225"/>
              <a:gd name="connsiteX104" fmla="*/ 9752511 w 12199799"/>
              <a:gd name="connsiteY104" fmla="*/ 5891811 h 6855225"/>
              <a:gd name="connsiteX105" fmla="*/ 10567683 w 12199799"/>
              <a:gd name="connsiteY105" fmla="*/ 5438511 h 6855225"/>
              <a:gd name="connsiteX106" fmla="*/ 9786128 w 12199799"/>
              <a:gd name="connsiteY106" fmla="*/ 5891812 h 6855225"/>
              <a:gd name="connsiteX107" fmla="*/ 10567683 w 12199799"/>
              <a:gd name="connsiteY107" fmla="*/ 6345112 h 6855225"/>
              <a:gd name="connsiteX108" fmla="*/ 10603076 w 12199799"/>
              <a:gd name="connsiteY108" fmla="*/ 5438511 h 6855225"/>
              <a:gd name="connsiteX109" fmla="*/ 10603076 w 12199799"/>
              <a:gd name="connsiteY109" fmla="*/ 6345112 h 6855225"/>
              <a:gd name="connsiteX110" fmla="*/ 11384630 w 12199799"/>
              <a:gd name="connsiteY110" fmla="*/ 5891811 h 6855225"/>
              <a:gd name="connsiteX111" fmla="*/ 12199799 w 12199799"/>
              <a:gd name="connsiteY111" fmla="*/ 5438511 h 6855225"/>
              <a:gd name="connsiteX112" fmla="*/ 11418248 w 12199799"/>
              <a:gd name="connsiteY112" fmla="*/ 5891812 h 6855225"/>
              <a:gd name="connsiteX113" fmla="*/ 12199799 w 12199799"/>
              <a:gd name="connsiteY113" fmla="*/ 6345112 h 6855225"/>
              <a:gd name="connsiteX114" fmla="*/ 1596722 w 12199799"/>
              <a:gd name="connsiteY114" fmla="*/ 4943763 h 6855225"/>
              <a:gd name="connsiteX115" fmla="*/ 815170 w 12199799"/>
              <a:gd name="connsiteY115" fmla="*/ 5397063 h 6855225"/>
              <a:gd name="connsiteX116" fmla="*/ 1596722 w 12199799"/>
              <a:gd name="connsiteY116" fmla="*/ 5850364 h 6855225"/>
              <a:gd name="connsiteX117" fmla="*/ 3228838 w 12199799"/>
              <a:gd name="connsiteY117" fmla="*/ 4943763 h 6855225"/>
              <a:gd name="connsiteX118" fmla="*/ 2447286 w 12199799"/>
              <a:gd name="connsiteY118" fmla="*/ 5397063 h 6855225"/>
              <a:gd name="connsiteX119" fmla="*/ 3228838 w 12199799"/>
              <a:gd name="connsiteY119" fmla="*/ 5850364 h 6855225"/>
              <a:gd name="connsiteX120" fmla="*/ 4857957 w 12199799"/>
              <a:gd name="connsiteY120" fmla="*/ 4943763 h 6855225"/>
              <a:gd name="connsiteX121" fmla="*/ 4076405 w 12199799"/>
              <a:gd name="connsiteY121" fmla="*/ 5397063 h 6855225"/>
              <a:gd name="connsiteX122" fmla="*/ 4857957 w 12199799"/>
              <a:gd name="connsiteY122" fmla="*/ 5850364 h 6855225"/>
              <a:gd name="connsiteX123" fmla="*/ 6490069 w 12199799"/>
              <a:gd name="connsiteY123" fmla="*/ 4943763 h 6855225"/>
              <a:gd name="connsiteX124" fmla="*/ 5708521 w 12199799"/>
              <a:gd name="connsiteY124" fmla="*/ 5397063 h 6855225"/>
              <a:gd name="connsiteX125" fmla="*/ 6490069 w 12199799"/>
              <a:gd name="connsiteY125" fmla="*/ 5850364 h 6855225"/>
              <a:gd name="connsiteX126" fmla="*/ 8120394 w 12199799"/>
              <a:gd name="connsiteY126" fmla="*/ 4943763 h 6855225"/>
              <a:gd name="connsiteX127" fmla="*/ 7338859 w 12199799"/>
              <a:gd name="connsiteY127" fmla="*/ 5397063 h 6855225"/>
              <a:gd name="connsiteX128" fmla="*/ 8120394 w 12199799"/>
              <a:gd name="connsiteY128" fmla="*/ 5850364 h 6855225"/>
              <a:gd name="connsiteX129" fmla="*/ 9752510 w 12199799"/>
              <a:gd name="connsiteY129" fmla="*/ 4943763 h 6855225"/>
              <a:gd name="connsiteX130" fmla="*/ 8970960 w 12199799"/>
              <a:gd name="connsiteY130" fmla="*/ 5397063 h 6855225"/>
              <a:gd name="connsiteX131" fmla="*/ 9752510 w 12199799"/>
              <a:gd name="connsiteY131" fmla="*/ 5850364 h 6855225"/>
              <a:gd name="connsiteX132" fmla="*/ 11384629 w 12199799"/>
              <a:gd name="connsiteY132" fmla="*/ 4943763 h 6855225"/>
              <a:gd name="connsiteX133" fmla="*/ 10603076 w 12199799"/>
              <a:gd name="connsiteY133" fmla="*/ 5397063 h 6855225"/>
              <a:gd name="connsiteX134" fmla="*/ 11384629 w 12199799"/>
              <a:gd name="connsiteY134" fmla="*/ 5850364 h 6855225"/>
              <a:gd name="connsiteX135" fmla="*/ 0 w 12199799"/>
              <a:gd name="connsiteY135" fmla="*/ 4943763 h 6855225"/>
              <a:gd name="connsiteX136" fmla="*/ 0 w 12199799"/>
              <a:gd name="connsiteY136" fmla="*/ 5850365 h 6855225"/>
              <a:gd name="connsiteX137" fmla="*/ 781552 w 12199799"/>
              <a:gd name="connsiteY137" fmla="*/ 5397064 h 6855225"/>
              <a:gd name="connsiteX138" fmla="*/ 1630341 w 12199799"/>
              <a:gd name="connsiteY138" fmla="*/ 4943763 h 6855225"/>
              <a:gd name="connsiteX139" fmla="*/ 1630341 w 12199799"/>
              <a:gd name="connsiteY139" fmla="*/ 5850365 h 6855225"/>
              <a:gd name="connsiteX140" fmla="*/ 2411893 w 12199799"/>
              <a:gd name="connsiteY140" fmla="*/ 5397064 h 6855225"/>
              <a:gd name="connsiteX141" fmla="*/ 3261235 w 12199799"/>
              <a:gd name="connsiteY141" fmla="*/ 4943763 h 6855225"/>
              <a:gd name="connsiteX142" fmla="*/ 3261235 w 12199799"/>
              <a:gd name="connsiteY142" fmla="*/ 5850365 h 6855225"/>
              <a:gd name="connsiteX143" fmla="*/ 4042787 w 12199799"/>
              <a:gd name="connsiteY143" fmla="*/ 5397064 h 6855225"/>
              <a:gd name="connsiteX144" fmla="*/ 4891576 w 12199799"/>
              <a:gd name="connsiteY144" fmla="*/ 4943763 h 6855225"/>
              <a:gd name="connsiteX145" fmla="*/ 4891576 w 12199799"/>
              <a:gd name="connsiteY145" fmla="*/ 5850365 h 6855225"/>
              <a:gd name="connsiteX146" fmla="*/ 5673128 w 12199799"/>
              <a:gd name="connsiteY146" fmla="*/ 5397064 h 6855225"/>
              <a:gd name="connsiteX147" fmla="*/ 6523688 w 12199799"/>
              <a:gd name="connsiteY147" fmla="*/ 4943763 h 6855225"/>
              <a:gd name="connsiteX148" fmla="*/ 6523688 w 12199799"/>
              <a:gd name="connsiteY148" fmla="*/ 5850365 h 6855225"/>
              <a:gd name="connsiteX149" fmla="*/ 7305243 w 12199799"/>
              <a:gd name="connsiteY149" fmla="*/ 5397064 h 6855225"/>
              <a:gd name="connsiteX150" fmla="*/ 8154013 w 12199799"/>
              <a:gd name="connsiteY150" fmla="*/ 4943763 h 6855225"/>
              <a:gd name="connsiteX151" fmla="*/ 8154013 w 12199799"/>
              <a:gd name="connsiteY151" fmla="*/ 5850365 h 6855225"/>
              <a:gd name="connsiteX152" fmla="*/ 8935564 w 12199799"/>
              <a:gd name="connsiteY152" fmla="*/ 5397064 h 6855225"/>
              <a:gd name="connsiteX153" fmla="*/ 9786128 w 12199799"/>
              <a:gd name="connsiteY153" fmla="*/ 4943763 h 6855225"/>
              <a:gd name="connsiteX154" fmla="*/ 9786128 w 12199799"/>
              <a:gd name="connsiteY154" fmla="*/ 5850365 h 6855225"/>
              <a:gd name="connsiteX155" fmla="*/ 10567681 w 12199799"/>
              <a:gd name="connsiteY155" fmla="*/ 5397064 h 6855225"/>
              <a:gd name="connsiteX156" fmla="*/ 11418247 w 12199799"/>
              <a:gd name="connsiteY156" fmla="*/ 4943763 h 6855225"/>
              <a:gd name="connsiteX157" fmla="*/ 11418247 w 12199799"/>
              <a:gd name="connsiteY157" fmla="*/ 5850365 h 6855225"/>
              <a:gd name="connsiteX158" fmla="*/ 12199798 w 12199799"/>
              <a:gd name="connsiteY158" fmla="*/ 5397064 h 6855225"/>
              <a:gd name="connsiteX159" fmla="*/ 781554 w 12199799"/>
              <a:gd name="connsiteY159" fmla="*/ 4455068 h 6855225"/>
              <a:gd name="connsiteX160" fmla="*/ 1 w 12199799"/>
              <a:gd name="connsiteY160" fmla="*/ 4908369 h 6855225"/>
              <a:gd name="connsiteX161" fmla="*/ 781554 w 12199799"/>
              <a:gd name="connsiteY161" fmla="*/ 5361669 h 6855225"/>
              <a:gd name="connsiteX162" fmla="*/ 815170 w 12199799"/>
              <a:gd name="connsiteY162" fmla="*/ 4455068 h 6855225"/>
              <a:gd name="connsiteX163" fmla="*/ 815170 w 12199799"/>
              <a:gd name="connsiteY163" fmla="*/ 5361669 h 6855225"/>
              <a:gd name="connsiteX164" fmla="*/ 1596723 w 12199799"/>
              <a:gd name="connsiteY164" fmla="*/ 4908368 h 6855225"/>
              <a:gd name="connsiteX165" fmla="*/ 2411894 w 12199799"/>
              <a:gd name="connsiteY165" fmla="*/ 4455068 h 6855225"/>
              <a:gd name="connsiteX166" fmla="*/ 1630341 w 12199799"/>
              <a:gd name="connsiteY166" fmla="*/ 4908369 h 6855225"/>
              <a:gd name="connsiteX167" fmla="*/ 2411894 w 12199799"/>
              <a:gd name="connsiteY167" fmla="*/ 5361669 h 6855225"/>
              <a:gd name="connsiteX168" fmla="*/ 2447286 w 12199799"/>
              <a:gd name="connsiteY168" fmla="*/ 4455068 h 6855225"/>
              <a:gd name="connsiteX169" fmla="*/ 2447286 w 12199799"/>
              <a:gd name="connsiteY169" fmla="*/ 5361669 h 6855225"/>
              <a:gd name="connsiteX170" fmla="*/ 3228839 w 12199799"/>
              <a:gd name="connsiteY170" fmla="*/ 4908368 h 6855225"/>
              <a:gd name="connsiteX171" fmla="*/ 4042789 w 12199799"/>
              <a:gd name="connsiteY171" fmla="*/ 4455068 h 6855225"/>
              <a:gd name="connsiteX172" fmla="*/ 3261236 w 12199799"/>
              <a:gd name="connsiteY172" fmla="*/ 4908369 h 6855225"/>
              <a:gd name="connsiteX173" fmla="*/ 4042789 w 12199799"/>
              <a:gd name="connsiteY173" fmla="*/ 5361669 h 6855225"/>
              <a:gd name="connsiteX174" fmla="*/ 4076405 w 12199799"/>
              <a:gd name="connsiteY174" fmla="*/ 4455068 h 6855225"/>
              <a:gd name="connsiteX175" fmla="*/ 4076405 w 12199799"/>
              <a:gd name="connsiteY175" fmla="*/ 5361669 h 6855225"/>
              <a:gd name="connsiteX176" fmla="*/ 4857958 w 12199799"/>
              <a:gd name="connsiteY176" fmla="*/ 4908368 h 6855225"/>
              <a:gd name="connsiteX177" fmla="*/ 5673129 w 12199799"/>
              <a:gd name="connsiteY177" fmla="*/ 4455068 h 6855225"/>
              <a:gd name="connsiteX178" fmla="*/ 4891576 w 12199799"/>
              <a:gd name="connsiteY178" fmla="*/ 4908369 h 6855225"/>
              <a:gd name="connsiteX179" fmla="*/ 5673129 w 12199799"/>
              <a:gd name="connsiteY179" fmla="*/ 5361669 h 6855225"/>
              <a:gd name="connsiteX180" fmla="*/ 5708521 w 12199799"/>
              <a:gd name="connsiteY180" fmla="*/ 4455068 h 6855225"/>
              <a:gd name="connsiteX181" fmla="*/ 5708521 w 12199799"/>
              <a:gd name="connsiteY181" fmla="*/ 5361669 h 6855225"/>
              <a:gd name="connsiteX182" fmla="*/ 6490069 w 12199799"/>
              <a:gd name="connsiteY182" fmla="*/ 4908368 h 6855225"/>
              <a:gd name="connsiteX183" fmla="*/ 7305243 w 12199799"/>
              <a:gd name="connsiteY183" fmla="*/ 4455068 h 6855225"/>
              <a:gd name="connsiteX184" fmla="*/ 6523688 w 12199799"/>
              <a:gd name="connsiteY184" fmla="*/ 4908369 h 6855225"/>
              <a:gd name="connsiteX185" fmla="*/ 7305243 w 12199799"/>
              <a:gd name="connsiteY185" fmla="*/ 5361669 h 6855225"/>
              <a:gd name="connsiteX186" fmla="*/ 7338859 w 12199799"/>
              <a:gd name="connsiteY186" fmla="*/ 4455068 h 6855225"/>
              <a:gd name="connsiteX187" fmla="*/ 7338859 w 12199799"/>
              <a:gd name="connsiteY187" fmla="*/ 5361669 h 6855225"/>
              <a:gd name="connsiteX188" fmla="*/ 8120395 w 12199799"/>
              <a:gd name="connsiteY188" fmla="*/ 4908368 h 6855225"/>
              <a:gd name="connsiteX189" fmla="*/ 8935566 w 12199799"/>
              <a:gd name="connsiteY189" fmla="*/ 4455068 h 6855225"/>
              <a:gd name="connsiteX190" fmla="*/ 8154014 w 12199799"/>
              <a:gd name="connsiteY190" fmla="*/ 4908369 h 6855225"/>
              <a:gd name="connsiteX191" fmla="*/ 8935566 w 12199799"/>
              <a:gd name="connsiteY191" fmla="*/ 5361669 h 6855225"/>
              <a:gd name="connsiteX192" fmla="*/ 8970959 w 12199799"/>
              <a:gd name="connsiteY192" fmla="*/ 4455068 h 6855225"/>
              <a:gd name="connsiteX193" fmla="*/ 8970959 w 12199799"/>
              <a:gd name="connsiteY193" fmla="*/ 5361669 h 6855225"/>
              <a:gd name="connsiteX194" fmla="*/ 9752511 w 12199799"/>
              <a:gd name="connsiteY194" fmla="*/ 4908368 h 6855225"/>
              <a:gd name="connsiteX195" fmla="*/ 10567683 w 12199799"/>
              <a:gd name="connsiteY195" fmla="*/ 4455068 h 6855225"/>
              <a:gd name="connsiteX196" fmla="*/ 9786128 w 12199799"/>
              <a:gd name="connsiteY196" fmla="*/ 4908369 h 6855225"/>
              <a:gd name="connsiteX197" fmla="*/ 10567683 w 12199799"/>
              <a:gd name="connsiteY197" fmla="*/ 5361669 h 6855225"/>
              <a:gd name="connsiteX198" fmla="*/ 10603076 w 12199799"/>
              <a:gd name="connsiteY198" fmla="*/ 4455068 h 6855225"/>
              <a:gd name="connsiteX199" fmla="*/ 10603076 w 12199799"/>
              <a:gd name="connsiteY199" fmla="*/ 5361669 h 6855225"/>
              <a:gd name="connsiteX200" fmla="*/ 11384629 w 12199799"/>
              <a:gd name="connsiteY200" fmla="*/ 4908368 h 6855225"/>
              <a:gd name="connsiteX201" fmla="*/ 12199799 w 12199799"/>
              <a:gd name="connsiteY201" fmla="*/ 4455068 h 6855225"/>
              <a:gd name="connsiteX202" fmla="*/ 11418247 w 12199799"/>
              <a:gd name="connsiteY202" fmla="*/ 4908369 h 6855225"/>
              <a:gd name="connsiteX203" fmla="*/ 12199799 w 12199799"/>
              <a:gd name="connsiteY203" fmla="*/ 5361669 h 6855225"/>
              <a:gd name="connsiteX204" fmla="*/ 1596722 w 12199799"/>
              <a:gd name="connsiteY204" fmla="*/ 3960320 h 6855225"/>
              <a:gd name="connsiteX205" fmla="*/ 815170 w 12199799"/>
              <a:gd name="connsiteY205" fmla="*/ 4413620 h 6855225"/>
              <a:gd name="connsiteX206" fmla="*/ 1596722 w 12199799"/>
              <a:gd name="connsiteY206" fmla="*/ 4866921 h 6855225"/>
              <a:gd name="connsiteX207" fmla="*/ 3228838 w 12199799"/>
              <a:gd name="connsiteY207" fmla="*/ 3960320 h 6855225"/>
              <a:gd name="connsiteX208" fmla="*/ 2447286 w 12199799"/>
              <a:gd name="connsiteY208" fmla="*/ 4413620 h 6855225"/>
              <a:gd name="connsiteX209" fmla="*/ 3228838 w 12199799"/>
              <a:gd name="connsiteY209" fmla="*/ 4866921 h 6855225"/>
              <a:gd name="connsiteX210" fmla="*/ 4857957 w 12199799"/>
              <a:gd name="connsiteY210" fmla="*/ 3960320 h 6855225"/>
              <a:gd name="connsiteX211" fmla="*/ 4076405 w 12199799"/>
              <a:gd name="connsiteY211" fmla="*/ 4413620 h 6855225"/>
              <a:gd name="connsiteX212" fmla="*/ 4857957 w 12199799"/>
              <a:gd name="connsiteY212" fmla="*/ 4866921 h 6855225"/>
              <a:gd name="connsiteX213" fmla="*/ 6490069 w 12199799"/>
              <a:gd name="connsiteY213" fmla="*/ 3960320 h 6855225"/>
              <a:gd name="connsiteX214" fmla="*/ 5708521 w 12199799"/>
              <a:gd name="connsiteY214" fmla="*/ 4413620 h 6855225"/>
              <a:gd name="connsiteX215" fmla="*/ 6490069 w 12199799"/>
              <a:gd name="connsiteY215" fmla="*/ 4866921 h 6855225"/>
              <a:gd name="connsiteX216" fmla="*/ 8120394 w 12199799"/>
              <a:gd name="connsiteY216" fmla="*/ 3960320 h 6855225"/>
              <a:gd name="connsiteX217" fmla="*/ 7338859 w 12199799"/>
              <a:gd name="connsiteY217" fmla="*/ 4413620 h 6855225"/>
              <a:gd name="connsiteX218" fmla="*/ 8120394 w 12199799"/>
              <a:gd name="connsiteY218" fmla="*/ 4866921 h 6855225"/>
              <a:gd name="connsiteX219" fmla="*/ 9752510 w 12199799"/>
              <a:gd name="connsiteY219" fmla="*/ 3960320 h 6855225"/>
              <a:gd name="connsiteX220" fmla="*/ 8970960 w 12199799"/>
              <a:gd name="connsiteY220" fmla="*/ 4413620 h 6855225"/>
              <a:gd name="connsiteX221" fmla="*/ 9752510 w 12199799"/>
              <a:gd name="connsiteY221" fmla="*/ 4866921 h 6855225"/>
              <a:gd name="connsiteX222" fmla="*/ 11384629 w 12199799"/>
              <a:gd name="connsiteY222" fmla="*/ 3960320 h 6855225"/>
              <a:gd name="connsiteX223" fmla="*/ 10603076 w 12199799"/>
              <a:gd name="connsiteY223" fmla="*/ 4413620 h 6855225"/>
              <a:gd name="connsiteX224" fmla="*/ 11384629 w 12199799"/>
              <a:gd name="connsiteY224" fmla="*/ 4866921 h 6855225"/>
              <a:gd name="connsiteX225" fmla="*/ 0 w 12199799"/>
              <a:gd name="connsiteY225" fmla="*/ 3960320 h 6855225"/>
              <a:gd name="connsiteX226" fmla="*/ 0 w 12199799"/>
              <a:gd name="connsiteY226" fmla="*/ 4866922 h 6855225"/>
              <a:gd name="connsiteX227" fmla="*/ 781552 w 12199799"/>
              <a:gd name="connsiteY227" fmla="*/ 4413621 h 6855225"/>
              <a:gd name="connsiteX228" fmla="*/ 1630341 w 12199799"/>
              <a:gd name="connsiteY228" fmla="*/ 3960320 h 6855225"/>
              <a:gd name="connsiteX229" fmla="*/ 1630341 w 12199799"/>
              <a:gd name="connsiteY229" fmla="*/ 4866922 h 6855225"/>
              <a:gd name="connsiteX230" fmla="*/ 2411893 w 12199799"/>
              <a:gd name="connsiteY230" fmla="*/ 4413621 h 6855225"/>
              <a:gd name="connsiteX231" fmla="*/ 3261235 w 12199799"/>
              <a:gd name="connsiteY231" fmla="*/ 3960320 h 6855225"/>
              <a:gd name="connsiteX232" fmla="*/ 3261235 w 12199799"/>
              <a:gd name="connsiteY232" fmla="*/ 4866922 h 6855225"/>
              <a:gd name="connsiteX233" fmla="*/ 4042787 w 12199799"/>
              <a:gd name="connsiteY233" fmla="*/ 4413621 h 6855225"/>
              <a:gd name="connsiteX234" fmla="*/ 4891576 w 12199799"/>
              <a:gd name="connsiteY234" fmla="*/ 3960320 h 6855225"/>
              <a:gd name="connsiteX235" fmla="*/ 4891576 w 12199799"/>
              <a:gd name="connsiteY235" fmla="*/ 4866922 h 6855225"/>
              <a:gd name="connsiteX236" fmla="*/ 5673128 w 12199799"/>
              <a:gd name="connsiteY236" fmla="*/ 4413621 h 6855225"/>
              <a:gd name="connsiteX237" fmla="*/ 6523688 w 12199799"/>
              <a:gd name="connsiteY237" fmla="*/ 3960320 h 6855225"/>
              <a:gd name="connsiteX238" fmla="*/ 6523688 w 12199799"/>
              <a:gd name="connsiteY238" fmla="*/ 4866922 h 6855225"/>
              <a:gd name="connsiteX239" fmla="*/ 7305243 w 12199799"/>
              <a:gd name="connsiteY239" fmla="*/ 4413621 h 6855225"/>
              <a:gd name="connsiteX240" fmla="*/ 8154013 w 12199799"/>
              <a:gd name="connsiteY240" fmla="*/ 3960320 h 6855225"/>
              <a:gd name="connsiteX241" fmla="*/ 8154013 w 12199799"/>
              <a:gd name="connsiteY241" fmla="*/ 4866922 h 6855225"/>
              <a:gd name="connsiteX242" fmla="*/ 8935564 w 12199799"/>
              <a:gd name="connsiteY242" fmla="*/ 4413621 h 6855225"/>
              <a:gd name="connsiteX243" fmla="*/ 9786127 w 12199799"/>
              <a:gd name="connsiteY243" fmla="*/ 3960320 h 6855225"/>
              <a:gd name="connsiteX244" fmla="*/ 9786127 w 12199799"/>
              <a:gd name="connsiteY244" fmla="*/ 4866922 h 6855225"/>
              <a:gd name="connsiteX245" fmla="*/ 10567681 w 12199799"/>
              <a:gd name="connsiteY245" fmla="*/ 4413621 h 6855225"/>
              <a:gd name="connsiteX246" fmla="*/ 11418247 w 12199799"/>
              <a:gd name="connsiteY246" fmla="*/ 3960320 h 6855225"/>
              <a:gd name="connsiteX247" fmla="*/ 11418247 w 12199799"/>
              <a:gd name="connsiteY247" fmla="*/ 4866922 h 6855225"/>
              <a:gd name="connsiteX248" fmla="*/ 12199798 w 12199799"/>
              <a:gd name="connsiteY248" fmla="*/ 4413621 h 6855225"/>
              <a:gd name="connsiteX249" fmla="*/ 781554 w 12199799"/>
              <a:gd name="connsiteY249" fmla="*/ 3468161 h 6855225"/>
              <a:gd name="connsiteX250" fmla="*/ 1 w 12199799"/>
              <a:gd name="connsiteY250" fmla="*/ 3921462 h 6855225"/>
              <a:gd name="connsiteX251" fmla="*/ 781554 w 12199799"/>
              <a:gd name="connsiteY251" fmla="*/ 4374762 h 6855225"/>
              <a:gd name="connsiteX252" fmla="*/ 815170 w 12199799"/>
              <a:gd name="connsiteY252" fmla="*/ 3468161 h 6855225"/>
              <a:gd name="connsiteX253" fmla="*/ 815170 w 12199799"/>
              <a:gd name="connsiteY253" fmla="*/ 4374762 h 6855225"/>
              <a:gd name="connsiteX254" fmla="*/ 1596723 w 12199799"/>
              <a:gd name="connsiteY254" fmla="*/ 3921461 h 6855225"/>
              <a:gd name="connsiteX255" fmla="*/ 2411894 w 12199799"/>
              <a:gd name="connsiteY255" fmla="*/ 3468161 h 6855225"/>
              <a:gd name="connsiteX256" fmla="*/ 1630341 w 12199799"/>
              <a:gd name="connsiteY256" fmla="*/ 3921462 h 6855225"/>
              <a:gd name="connsiteX257" fmla="*/ 2411894 w 12199799"/>
              <a:gd name="connsiteY257" fmla="*/ 4374762 h 6855225"/>
              <a:gd name="connsiteX258" fmla="*/ 2447286 w 12199799"/>
              <a:gd name="connsiteY258" fmla="*/ 3468161 h 6855225"/>
              <a:gd name="connsiteX259" fmla="*/ 2447286 w 12199799"/>
              <a:gd name="connsiteY259" fmla="*/ 4374762 h 6855225"/>
              <a:gd name="connsiteX260" fmla="*/ 3228839 w 12199799"/>
              <a:gd name="connsiteY260" fmla="*/ 3921461 h 6855225"/>
              <a:gd name="connsiteX261" fmla="*/ 4042789 w 12199799"/>
              <a:gd name="connsiteY261" fmla="*/ 3468161 h 6855225"/>
              <a:gd name="connsiteX262" fmla="*/ 3261236 w 12199799"/>
              <a:gd name="connsiteY262" fmla="*/ 3921462 h 6855225"/>
              <a:gd name="connsiteX263" fmla="*/ 4042789 w 12199799"/>
              <a:gd name="connsiteY263" fmla="*/ 4374762 h 6855225"/>
              <a:gd name="connsiteX264" fmla="*/ 4076405 w 12199799"/>
              <a:gd name="connsiteY264" fmla="*/ 3468161 h 6855225"/>
              <a:gd name="connsiteX265" fmla="*/ 4076405 w 12199799"/>
              <a:gd name="connsiteY265" fmla="*/ 4374762 h 6855225"/>
              <a:gd name="connsiteX266" fmla="*/ 4857958 w 12199799"/>
              <a:gd name="connsiteY266" fmla="*/ 3921461 h 6855225"/>
              <a:gd name="connsiteX267" fmla="*/ 5673129 w 12199799"/>
              <a:gd name="connsiteY267" fmla="*/ 3468161 h 6855225"/>
              <a:gd name="connsiteX268" fmla="*/ 4891576 w 12199799"/>
              <a:gd name="connsiteY268" fmla="*/ 3921462 h 6855225"/>
              <a:gd name="connsiteX269" fmla="*/ 5673129 w 12199799"/>
              <a:gd name="connsiteY269" fmla="*/ 4374762 h 6855225"/>
              <a:gd name="connsiteX270" fmla="*/ 5708521 w 12199799"/>
              <a:gd name="connsiteY270" fmla="*/ 3468161 h 6855225"/>
              <a:gd name="connsiteX271" fmla="*/ 5708521 w 12199799"/>
              <a:gd name="connsiteY271" fmla="*/ 4374762 h 6855225"/>
              <a:gd name="connsiteX272" fmla="*/ 6490069 w 12199799"/>
              <a:gd name="connsiteY272" fmla="*/ 3921461 h 6855225"/>
              <a:gd name="connsiteX273" fmla="*/ 7305243 w 12199799"/>
              <a:gd name="connsiteY273" fmla="*/ 3468161 h 6855225"/>
              <a:gd name="connsiteX274" fmla="*/ 6523688 w 12199799"/>
              <a:gd name="connsiteY274" fmla="*/ 3921462 h 6855225"/>
              <a:gd name="connsiteX275" fmla="*/ 7305243 w 12199799"/>
              <a:gd name="connsiteY275" fmla="*/ 4374762 h 6855225"/>
              <a:gd name="connsiteX276" fmla="*/ 7338859 w 12199799"/>
              <a:gd name="connsiteY276" fmla="*/ 3468161 h 6855225"/>
              <a:gd name="connsiteX277" fmla="*/ 7338859 w 12199799"/>
              <a:gd name="connsiteY277" fmla="*/ 4374762 h 6855225"/>
              <a:gd name="connsiteX278" fmla="*/ 8120395 w 12199799"/>
              <a:gd name="connsiteY278" fmla="*/ 3921461 h 6855225"/>
              <a:gd name="connsiteX279" fmla="*/ 8935566 w 12199799"/>
              <a:gd name="connsiteY279" fmla="*/ 3468161 h 6855225"/>
              <a:gd name="connsiteX280" fmla="*/ 8154014 w 12199799"/>
              <a:gd name="connsiteY280" fmla="*/ 3921462 h 6855225"/>
              <a:gd name="connsiteX281" fmla="*/ 8935566 w 12199799"/>
              <a:gd name="connsiteY281" fmla="*/ 4374762 h 6855225"/>
              <a:gd name="connsiteX282" fmla="*/ 8970959 w 12199799"/>
              <a:gd name="connsiteY282" fmla="*/ 3468161 h 6855225"/>
              <a:gd name="connsiteX283" fmla="*/ 8970959 w 12199799"/>
              <a:gd name="connsiteY283" fmla="*/ 4374762 h 6855225"/>
              <a:gd name="connsiteX284" fmla="*/ 9752511 w 12199799"/>
              <a:gd name="connsiteY284" fmla="*/ 3921461 h 6855225"/>
              <a:gd name="connsiteX285" fmla="*/ 10567680 w 12199799"/>
              <a:gd name="connsiteY285" fmla="*/ 3468161 h 6855225"/>
              <a:gd name="connsiteX286" fmla="*/ 9786128 w 12199799"/>
              <a:gd name="connsiteY286" fmla="*/ 3921462 h 6855225"/>
              <a:gd name="connsiteX287" fmla="*/ 10567680 w 12199799"/>
              <a:gd name="connsiteY287" fmla="*/ 4374762 h 6855225"/>
              <a:gd name="connsiteX288" fmla="*/ 10603074 w 12199799"/>
              <a:gd name="connsiteY288" fmla="*/ 3468161 h 6855225"/>
              <a:gd name="connsiteX289" fmla="*/ 10603074 w 12199799"/>
              <a:gd name="connsiteY289" fmla="*/ 4374762 h 6855225"/>
              <a:gd name="connsiteX290" fmla="*/ 11384627 w 12199799"/>
              <a:gd name="connsiteY290" fmla="*/ 3921461 h 6855225"/>
              <a:gd name="connsiteX291" fmla="*/ 12199796 w 12199799"/>
              <a:gd name="connsiteY291" fmla="*/ 3468161 h 6855225"/>
              <a:gd name="connsiteX292" fmla="*/ 11418245 w 12199799"/>
              <a:gd name="connsiteY292" fmla="*/ 3921462 h 6855225"/>
              <a:gd name="connsiteX293" fmla="*/ 12199796 w 12199799"/>
              <a:gd name="connsiteY293" fmla="*/ 4374762 h 6855225"/>
              <a:gd name="connsiteX294" fmla="*/ 6523688 w 12199799"/>
              <a:gd name="connsiteY294" fmla="*/ 2973432 h 6855225"/>
              <a:gd name="connsiteX295" fmla="*/ 6523688 w 12199799"/>
              <a:gd name="connsiteY295" fmla="*/ 3880015 h 6855225"/>
              <a:gd name="connsiteX296" fmla="*/ 7305243 w 12199799"/>
              <a:gd name="connsiteY296" fmla="*/ 3426715 h 6855225"/>
              <a:gd name="connsiteX297" fmla="*/ 8120394 w 12199799"/>
              <a:gd name="connsiteY297" fmla="*/ 2973430 h 6855225"/>
              <a:gd name="connsiteX298" fmla="*/ 7338859 w 12199799"/>
              <a:gd name="connsiteY298" fmla="*/ 3426715 h 6855225"/>
              <a:gd name="connsiteX299" fmla="*/ 8120394 w 12199799"/>
              <a:gd name="connsiteY299" fmla="*/ 3880014 h 6855225"/>
              <a:gd name="connsiteX300" fmla="*/ 8154013 w 12199799"/>
              <a:gd name="connsiteY300" fmla="*/ 2973430 h 6855225"/>
              <a:gd name="connsiteX301" fmla="*/ 8154013 w 12199799"/>
              <a:gd name="connsiteY301" fmla="*/ 3880015 h 6855225"/>
              <a:gd name="connsiteX302" fmla="*/ 8935564 w 12199799"/>
              <a:gd name="connsiteY302" fmla="*/ 3426715 h 6855225"/>
              <a:gd name="connsiteX303" fmla="*/ 9752510 w 12199799"/>
              <a:gd name="connsiteY303" fmla="*/ 2973428 h 6855225"/>
              <a:gd name="connsiteX304" fmla="*/ 8970960 w 12199799"/>
              <a:gd name="connsiteY304" fmla="*/ 3426715 h 6855225"/>
              <a:gd name="connsiteX305" fmla="*/ 9752510 w 12199799"/>
              <a:gd name="connsiteY305" fmla="*/ 3880014 h 6855225"/>
              <a:gd name="connsiteX306" fmla="*/ 9786127 w 12199799"/>
              <a:gd name="connsiteY306" fmla="*/ 2973428 h 6855225"/>
              <a:gd name="connsiteX307" fmla="*/ 9786127 w 12199799"/>
              <a:gd name="connsiteY307" fmla="*/ 3880015 h 6855225"/>
              <a:gd name="connsiteX308" fmla="*/ 10567678 w 12199799"/>
              <a:gd name="connsiteY308" fmla="*/ 3426715 h 6855225"/>
              <a:gd name="connsiteX309" fmla="*/ 11384626 w 12199799"/>
              <a:gd name="connsiteY309" fmla="*/ 2973428 h 6855225"/>
              <a:gd name="connsiteX310" fmla="*/ 10603074 w 12199799"/>
              <a:gd name="connsiteY310" fmla="*/ 3426714 h 6855225"/>
              <a:gd name="connsiteX311" fmla="*/ 11384626 w 12199799"/>
              <a:gd name="connsiteY311" fmla="*/ 3880014 h 6855225"/>
              <a:gd name="connsiteX312" fmla="*/ 11418245 w 12199799"/>
              <a:gd name="connsiteY312" fmla="*/ 2973427 h 6855225"/>
              <a:gd name="connsiteX313" fmla="*/ 11418245 w 12199799"/>
              <a:gd name="connsiteY313" fmla="*/ 3880015 h 6855225"/>
              <a:gd name="connsiteX314" fmla="*/ 12199795 w 12199799"/>
              <a:gd name="connsiteY314" fmla="*/ 3426714 h 6855225"/>
              <a:gd name="connsiteX315" fmla="*/ 3261235 w 12199799"/>
              <a:gd name="connsiteY315" fmla="*/ 2973422 h 6855225"/>
              <a:gd name="connsiteX316" fmla="*/ 3261235 w 12199799"/>
              <a:gd name="connsiteY316" fmla="*/ 3880015 h 6855225"/>
              <a:gd name="connsiteX317" fmla="*/ 4042787 w 12199799"/>
              <a:gd name="connsiteY317" fmla="*/ 3426714 h 6855225"/>
              <a:gd name="connsiteX318" fmla="*/ 4857957 w 12199799"/>
              <a:gd name="connsiteY318" fmla="*/ 2973422 h 6855225"/>
              <a:gd name="connsiteX319" fmla="*/ 4076405 w 12199799"/>
              <a:gd name="connsiteY319" fmla="*/ 3426714 h 6855225"/>
              <a:gd name="connsiteX320" fmla="*/ 4857957 w 12199799"/>
              <a:gd name="connsiteY320" fmla="*/ 3880014 h 6855225"/>
              <a:gd name="connsiteX321" fmla="*/ 4891576 w 12199799"/>
              <a:gd name="connsiteY321" fmla="*/ 2973422 h 6855225"/>
              <a:gd name="connsiteX322" fmla="*/ 4891576 w 12199799"/>
              <a:gd name="connsiteY322" fmla="*/ 3880015 h 6855225"/>
              <a:gd name="connsiteX323" fmla="*/ 5673128 w 12199799"/>
              <a:gd name="connsiteY323" fmla="*/ 3426714 h 6855225"/>
              <a:gd name="connsiteX324" fmla="*/ 6490069 w 12199799"/>
              <a:gd name="connsiteY324" fmla="*/ 2973421 h 6855225"/>
              <a:gd name="connsiteX325" fmla="*/ 5708521 w 12199799"/>
              <a:gd name="connsiteY325" fmla="*/ 3426714 h 6855225"/>
              <a:gd name="connsiteX326" fmla="*/ 6490069 w 12199799"/>
              <a:gd name="connsiteY326" fmla="*/ 3880014 h 6855225"/>
              <a:gd name="connsiteX327" fmla="*/ 0 w 12199799"/>
              <a:gd name="connsiteY327" fmla="*/ 2973417 h 6855225"/>
              <a:gd name="connsiteX328" fmla="*/ 0 w 12199799"/>
              <a:gd name="connsiteY328" fmla="*/ 3880015 h 6855225"/>
              <a:gd name="connsiteX329" fmla="*/ 781552 w 12199799"/>
              <a:gd name="connsiteY329" fmla="*/ 3426714 h 6855225"/>
              <a:gd name="connsiteX330" fmla="*/ 1596722 w 12199799"/>
              <a:gd name="connsiteY330" fmla="*/ 2973417 h 6855225"/>
              <a:gd name="connsiteX331" fmla="*/ 815170 w 12199799"/>
              <a:gd name="connsiteY331" fmla="*/ 3426714 h 6855225"/>
              <a:gd name="connsiteX332" fmla="*/ 1596722 w 12199799"/>
              <a:gd name="connsiteY332" fmla="*/ 3880014 h 6855225"/>
              <a:gd name="connsiteX333" fmla="*/ 1630341 w 12199799"/>
              <a:gd name="connsiteY333" fmla="*/ 2973416 h 6855225"/>
              <a:gd name="connsiteX334" fmla="*/ 1630341 w 12199799"/>
              <a:gd name="connsiteY334" fmla="*/ 3880015 h 6855225"/>
              <a:gd name="connsiteX335" fmla="*/ 2411893 w 12199799"/>
              <a:gd name="connsiteY335" fmla="*/ 3426714 h 6855225"/>
              <a:gd name="connsiteX336" fmla="*/ 3228838 w 12199799"/>
              <a:gd name="connsiteY336" fmla="*/ 2973416 h 6855225"/>
              <a:gd name="connsiteX337" fmla="*/ 2447286 w 12199799"/>
              <a:gd name="connsiteY337" fmla="*/ 3426714 h 6855225"/>
              <a:gd name="connsiteX338" fmla="*/ 3228838 w 12199799"/>
              <a:gd name="connsiteY338" fmla="*/ 3880014 h 6855225"/>
              <a:gd name="connsiteX339" fmla="*/ 7305243 w 12199799"/>
              <a:gd name="connsiteY339" fmla="*/ 2484744 h 6855225"/>
              <a:gd name="connsiteX340" fmla="*/ 6523688 w 12199799"/>
              <a:gd name="connsiteY340" fmla="*/ 2938039 h 6855225"/>
              <a:gd name="connsiteX341" fmla="*/ 7305243 w 12199799"/>
              <a:gd name="connsiteY341" fmla="*/ 3391326 h 6855225"/>
              <a:gd name="connsiteX342" fmla="*/ 7338859 w 12199799"/>
              <a:gd name="connsiteY342" fmla="*/ 2484740 h 6855225"/>
              <a:gd name="connsiteX343" fmla="*/ 7338859 w 12199799"/>
              <a:gd name="connsiteY343" fmla="*/ 3391326 h 6855225"/>
              <a:gd name="connsiteX344" fmla="*/ 8120395 w 12199799"/>
              <a:gd name="connsiteY344" fmla="*/ 2938038 h 6855225"/>
              <a:gd name="connsiteX345" fmla="*/ 8935566 w 12199799"/>
              <a:gd name="connsiteY345" fmla="*/ 2484740 h 6855225"/>
              <a:gd name="connsiteX346" fmla="*/ 8154014 w 12199799"/>
              <a:gd name="connsiteY346" fmla="*/ 2938039 h 6855225"/>
              <a:gd name="connsiteX347" fmla="*/ 8935566 w 12199799"/>
              <a:gd name="connsiteY347" fmla="*/ 3391326 h 6855225"/>
              <a:gd name="connsiteX348" fmla="*/ 8970959 w 12199799"/>
              <a:gd name="connsiteY348" fmla="*/ 2484740 h 6855225"/>
              <a:gd name="connsiteX349" fmla="*/ 8970959 w 12199799"/>
              <a:gd name="connsiteY349" fmla="*/ 3391326 h 6855225"/>
              <a:gd name="connsiteX350" fmla="*/ 9752511 w 12199799"/>
              <a:gd name="connsiteY350" fmla="*/ 2938036 h 6855225"/>
              <a:gd name="connsiteX351" fmla="*/ 10567680 w 12199799"/>
              <a:gd name="connsiteY351" fmla="*/ 2484740 h 6855225"/>
              <a:gd name="connsiteX352" fmla="*/ 9786128 w 12199799"/>
              <a:gd name="connsiteY352" fmla="*/ 2938038 h 6855225"/>
              <a:gd name="connsiteX353" fmla="*/ 10567680 w 12199799"/>
              <a:gd name="connsiteY353" fmla="*/ 3391326 h 6855225"/>
              <a:gd name="connsiteX354" fmla="*/ 10603074 w 12199799"/>
              <a:gd name="connsiteY354" fmla="*/ 2484738 h 6855225"/>
              <a:gd name="connsiteX355" fmla="*/ 10603074 w 12199799"/>
              <a:gd name="connsiteY355" fmla="*/ 3391323 h 6855225"/>
              <a:gd name="connsiteX356" fmla="*/ 11384627 w 12199799"/>
              <a:gd name="connsiteY356" fmla="*/ 2938033 h 6855225"/>
              <a:gd name="connsiteX357" fmla="*/ 12199796 w 12199799"/>
              <a:gd name="connsiteY357" fmla="*/ 2484738 h 6855225"/>
              <a:gd name="connsiteX358" fmla="*/ 11418245 w 12199799"/>
              <a:gd name="connsiteY358" fmla="*/ 2938035 h 6855225"/>
              <a:gd name="connsiteX359" fmla="*/ 12199796 w 12199799"/>
              <a:gd name="connsiteY359" fmla="*/ 3391323 h 6855225"/>
              <a:gd name="connsiteX360" fmla="*/ 4042789 w 12199799"/>
              <a:gd name="connsiteY360" fmla="*/ 2484731 h 6855225"/>
              <a:gd name="connsiteX361" fmla="*/ 3261236 w 12199799"/>
              <a:gd name="connsiteY361" fmla="*/ 2938029 h 6855225"/>
              <a:gd name="connsiteX362" fmla="*/ 4042789 w 12199799"/>
              <a:gd name="connsiteY362" fmla="*/ 3391323 h 6855225"/>
              <a:gd name="connsiteX363" fmla="*/ 4076405 w 12199799"/>
              <a:gd name="connsiteY363" fmla="*/ 2484731 h 6855225"/>
              <a:gd name="connsiteX364" fmla="*/ 4076405 w 12199799"/>
              <a:gd name="connsiteY364" fmla="*/ 3391321 h 6855225"/>
              <a:gd name="connsiteX365" fmla="*/ 4857958 w 12199799"/>
              <a:gd name="connsiteY365" fmla="*/ 2938027 h 6855225"/>
              <a:gd name="connsiteX366" fmla="*/ 5673129 w 12199799"/>
              <a:gd name="connsiteY366" fmla="*/ 2484731 h 6855225"/>
              <a:gd name="connsiteX367" fmla="*/ 4891576 w 12199799"/>
              <a:gd name="connsiteY367" fmla="*/ 2938029 h 6855225"/>
              <a:gd name="connsiteX368" fmla="*/ 5673129 w 12199799"/>
              <a:gd name="connsiteY368" fmla="*/ 3391321 h 6855225"/>
              <a:gd name="connsiteX369" fmla="*/ 5708521 w 12199799"/>
              <a:gd name="connsiteY369" fmla="*/ 2484729 h 6855225"/>
              <a:gd name="connsiteX370" fmla="*/ 5708521 w 12199799"/>
              <a:gd name="connsiteY370" fmla="*/ 3391321 h 6855225"/>
              <a:gd name="connsiteX371" fmla="*/ 6490069 w 12199799"/>
              <a:gd name="connsiteY371" fmla="*/ 2938026 h 6855225"/>
              <a:gd name="connsiteX372" fmla="*/ 781554 w 12199799"/>
              <a:gd name="connsiteY372" fmla="*/ 2484725 h 6855225"/>
              <a:gd name="connsiteX373" fmla="*/ 1 w 12199799"/>
              <a:gd name="connsiteY373" fmla="*/ 2938024 h 6855225"/>
              <a:gd name="connsiteX374" fmla="*/ 781554 w 12199799"/>
              <a:gd name="connsiteY374" fmla="*/ 3391320 h 6855225"/>
              <a:gd name="connsiteX375" fmla="*/ 815170 w 12199799"/>
              <a:gd name="connsiteY375" fmla="*/ 2484723 h 6855225"/>
              <a:gd name="connsiteX376" fmla="*/ 815170 w 12199799"/>
              <a:gd name="connsiteY376" fmla="*/ 3391320 h 6855225"/>
              <a:gd name="connsiteX377" fmla="*/ 1596723 w 12199799"/>
              <a:gd name="connsiteY377" fmla="*/ 2938021 h 6855225"/>
              <a:gd name="connsiteX378" fmla="*/ 2411894 w 12199799"/>
              <a:gd name="connsiteY378" fmla="*/ 2484723 h 6855225"/>
              <a:gd name="connsiteX379" fmla="*/ 1630341 w 12199799"/>
              <a:gd name="connsiteY379" fmla="*/ 2938023 h 6855225"/>
              <a:gd name="connsiteX380" fmla="*/ 2411894 w 12199799"/>
              <a:gd name="connsiteY380" fmla="*/ 3391320 h 6855225"/>
              <a:gd name="connsiteX381" fmla="*/ 2447286 w 12199799"/>
              <a:gd name="connsiteY381" fmla="*/ 2484721 h 6855225"/>
              <a:gd name="connsiteX382" fmla="*/ 2447286 w 12199799"/>
              <a:gd name="connsiteY382" fmla="*/ 3391320 h 6855225"/>
              <a:gd name="connsiteX383" fmla="*/ 3228839 w 12199799"/>
              <a:gd name="connsiteY383" fmla="*/ 2938021 h 6855225"/>
              <a:gd name="connsiteX384" fmla="*/ 9752510 w 12199799"/>
              <a:gd name="connsiteY384" fmla="*/ 1989995 h 6855225"/>
              <a:gd name="connsiteX385" fmla="*/ 8970960 w 12199799"/>
              <a:gd name="connsiteY385" fmla="*/ 2443295 h 6855225"/>
              <a:gd name="connsiteX386" fmla="*/ 9752510 w 12199799"/>
              <a:gd name="connsiteY386" fmla="*/ 2896592 h 6855225"/>
              <a:gd name="connsiteX387" fmla="*/ 6523688 w 12199799"/>
              <a:gd name="connsiteY387" fmla="*/ 1989994 h 6855225"/>
              <a:gd name="connsiteX388" fmla="*/ 6523688 w 12199799"/>
              <a:gd name="connsiteY388" fmla="*/ 2896592 h 6855225"/>
              <a:gd name="connsiteX389" fmla="*/ 7305243 w 12199799"/>
              <a:gd name="connsiteY389" fmla="*/ 2443295 h 6855225"/>
              <a:gd name="connsiteX390" fmla="*/ 8120394 w 12199799"/>
              <a:gd name="connsiteY390" fmla="*/ 1989992 h 6855225"/>
              <a:gd name="connsiteX391" fmla="*/ 7338859 w 12199799"/>
              <a:gd name="connsiteY391" fmla="*/ 2443293 h 6855225"/>
              <a:gd name="connsiteX392" fmla="*/ 8120394 w 12199799"/>
              <a:gd name="connsiteY392" fmla="*/ 2896591 h 6855225"/>
              <a:gd name="connsiteX393" fmla="*/ 8154013 w 12199799"/>
              <a:gd name="connsiteY393" fmla="*/ 1989992 h 6855225"/>
              <a:gd name="connsiteX394" fmla="*/ 8154013 w 12199799"/>
              <a:gd name="connsiteY394" fmla="*/ 2896591 h 6855225"/>
              <a:gd name="connsiteX395" fmla="*/ 8935564 w 12199799"/>
              <a:gd name="connsiteY395" fmla="*/ 2443293 h 6855225"/>
              <a:gd name="connsiteX396" fmla="*/ 9786127 w 12199799"/>
              <a:gd name="connsiteY396" fmla="*/ 1989991 h 6855225"/>
              <a:gd name="connsiteX397" fmla="*/ 9786127 w 12199799"/>
              <a:gd name="connsiteY397" fmla="*/ 2896589 h 6855225"/>
              <a:gd name="connsiteX398" fmla="*/ 10567678 w 12199799"/>
              <a:gd name="connsiteY398" fmla="*/ 2443292 h 6855225"/>
              <a:gd name="connsiteX399" fmla="*/ 11384626 w 12199799"/>
              <a:gd name="connsiteY399" fmla="*/ 1989989 h 6855225"/>
              <a:gd name="connsiteX400" fmla="*/ 10603074 w 12199799"/>
              <a:gd name="connsiteY400" fmla="*/ 2443289 h 6855225"/>
              <a:gd name="connsiteX401" fmla="*/ 11384626 w 12199799"/>
              <a:gd name="connsiteY401" fmla="*/ 2896587 h 6855225"/>
              <a:gd name="connsiteX402" fmla="*/ 11418245 w 12199799"/>
              <a:gd name="connsiteY402" fmla="*/ 1989989 h 6855225"/>
              <a:gd name="connsiteX403" fmla="*/ 11418245 w 12199799"/>
              <a:gd name="connsiteY403" fmla="*/ 2896588 h 6855225"/>
              <a:gd name="connsiteX404" fmla="*/ 12199795 w 12199799"/>
              <a:gd name="connsiteY404" fmla="*/ 2443289 h 6855225"/>
              <a:gd name="connsiteX405" fmla="*/ 3261235 w 12199799"/>
              <a:gd name="connsiteY405" fmla="*/ 1989983 h 6855225"/>
              <a:gd name="connsiteX406" fmla="*/ 3261235 w 12199799"/>
              <a:gd name="connsiteY406" fmla="*/ 2896583 h 6855225"/>
              <a:gd name="connsiteX407" fmla="*/ 4042787 w 12199799"/>
              <a:gd name="connsiteY407" fmla="*/ 2443283 h 6855225"/>
              <a:gd name="connsiteX408" fmla="*/ 4857957 w 12199799"/>
              <a:gd name="connsiteY408" fmla="*/ 1989982 h 6855225"/>
              <a:gd name="connsiteX409" fmla="*/ 4076405 w 12199799"/>
              <a:gd name="connsiteY409" fmla="*/ 2443281 h 6855225"/>
              <a:gd name="connsiteX410" fmla="*/ 4857957 w 12199799"/>
              <a:gd name="connsiteY410" fmla="*/ 2896581 h 6855225"/>
              <a:gd name="connsiteX411" fmla="*/ 4891576 w 12199799"/>
              <a:gd name="connsiteY411" fmla="*/ 1989982 h 6855225"/>
              <a:gd name="connsiteX412" fmla="*/ 4891576 w 12199799"/>
              <a:gd name="connsiteY412" fmla="*/ 2896581 h 6855225"/>
              <a:gd name="connsiteX413" fmla="*/ 5673128 w 12199799"/>
              <a:gd name="connsiteY413" fmla="*/ 2443281 h 6855225"/>
              <a:gd name="connsiteX414" fmla="*/ 6490069 w 12199799"/>
              <a:gd name="connsiteY414" fmla="*/ 1989981 h 6855225"/>
              <a:gd name="connsiteX415" fmla="*/ 5708521 w 12199799"/>
              <a:gd name="connsiteY415" fmla="*/ 2443280 h 6855225"/>
              <a:gd name="connsiteX416" fmla="*/ 6490069 w 12199799"/>
              <a:gd name="connsiteY416" fmla="*/ 2896580 h 6855225"/>
              <a:gd name="connsiteX417" fmla="*/ 0 w 12199799"/>
              <a:gd name="connsiteY417" fmla="*/ 1989976 h 6855225"/>
              <a:gd name="connsiteX418" fmla="*/ 0 w 12199799"/>
              <a:gd name="connsiteY418" fmla="*/ 2896577 h 6855225"/>
              <a:gd name="connsiteX419" fmla="*/ 781552 w 12199799"/>
              <a:gd name="connsiteY419" fmla="*/ 2443276 h 6855225"/>
              <a:gd name="connsiteX420" fmla="*/ 1596722 w 12199799"/>
              <a:gd name="connsiteY420" fmla="*/ 1989975 h 6855225"/>
              <a:gd name="connsiteX421" fmla="*/ 815170 w 12199799"/>
              <a:gd name="connsiteY421" fmla="*/ 2443275 h 6855225"/>
              <a:gd name="connsiteX422" fmla="*/ 1596722 w 12199799"/>
              <a:gd name="connsiteY422" fmla="*/ 2896575 h 6855225"/>
              <a:gd name="connsiteX423" fmla="*/ 1630341 w 12199799"/>
              <a:gd name="connsiteY423" fmla="*/ 1989975 h 6855225"/>
              <a:gd name="connsiteX424" fmla="*/ 1630341 w 12199799"/>
              <a:gd name="connsiteY424" fmla="*/ 2896576 h 6855225"/>
              <a:gd name="connsiteX425" fmla="*/ 2411893 w 12199799"/>
              <a:gd name="connsiteY425" fmla="*/ 2443276 h 6855225"/>
              <a:gd name="connsiteX426" fmla="*/ 3228838 w 12199799"/>
              <a:gd name="connsiteY426" fmla="*/ 1989974 h 6855225"/>
              <a:gd name="connsiteX427" fmla="*/ 2447286 w 12199799"/>
              <a:gd name="connsiteY427" fmla="*/ 2443273 h 6855225"/>
              <a:gd name="connsiteX428" fmla="*/ 3228838 w 12199799"/>
              <a:gd name="connsiteY428" fmla="*/ 2896575 h 6855225"/>
              <a:gd name="connsiteX429" fmla="*/ 7305243 w 12199799"/>
              <a:gd name="connsiteY429" fmla="*/ 1503884 h 6855225"/>
              <a:gd name="connsiteX430" fmla="*/ 6523688 w 12199799"/>
              <a:gd name="connsiteY430" fmla="*/ 1957188 h 6855225"/>
              <a:gd name="connsiteX431" fmla="*/ 7305243 w 12199799"/>
              <a:gd name="connsiteY431" fmla="*/ 2410485 h 6855225"/>
              <a:gd name="connsiteX432" fmla="*/ 7338859 w 12199799"/>
              <a:gd name="connsiteY432" fmla="*/ 1503883 h 6855225"/>
              <a:gd name="connsiteX433" fmla="*/ 7338859 w 12199799"/>
              <a:gd name="connsiteY433" fmla="*/ 2410484 h 6855225"/>
              <a:gd name="connsiteX434" fmla="*/ 8120395 w 12199799"/>
              <a:gd name="connsiteY434" fmla="*/ 1957186 h 6855225"/>
              <a:gd name="connsiteX435" fmla="*/ 8935566 w 12199799"/>
              <a:gd name="connsiteY435" fmla="*/ 1503883 h 6855225"/>
              <a:gd name="connsiteX436" fmla="*/ 8154014 w 12199799"/>
              <a:gd name="connsiteY436" fmla="*/ 1957188 h 6855225"/>
              <a:gd name="connsiteX437" fmla="*/ 8935566 w 12199799"/>
              <a:gd name="connsiteY437" fmla="*/ 2410484 h 6855225"/>
              <a:gd name="connsiteX438" fmla="*/ 10567680 w 12199799"/>
              <a:gd name="connsiteY438" fmla="*/ 1503881 h 6855225"/>
              <a:gd name="connsiteX439" fmla="*/ 9786128 w 12199799"/>
              <a:gd name="connsiteY439" fmla="*/ 1957185 h 6855225"/>
              <a:gd name="connsiteX440" fmla="*/ 10567680 w 12199799"/>
              <a:gd name="connsiteY440" fmla="*/ 2410481 h 6855225"/>
              <a:gd name="connsiteX441" fmla="*/ 8970959 w 12199799"/>
              <a:gd name="connsiteY441" fmla="*/ 1503881 h 6855225"/>
              <a:gd name="connsiteX442" fmla="*/ 8970959 w 12199799"/>
              <a:gd name="connsiteY442" fmla="*/ 2410481 h 6855225"/>
              <a:gd name="connsiteX443" fmla="*/ 9752511 w 12199799"/>
              <a:gd name="connsiteY443" fmla="*/ 1957184 h 6855225"/>
              <a:gd name="connsiteX444" fmla="*/ 10603073 w 12199799"/>
              <a:gd name="connsiteY444" fmla="*/ 1503879 h 6855225"/>
              <a:gd name="connsiteX445" fmla="*/ 10603073 w 12199799"/>
              <a:gd name="connsiteY445" fmla="*/ 2410480 h 6855225"/>
              <a:gd name="connsiteX446" fmla="*/ 11384627 w 12199799"/>
              <a:gd name="connsiteY446" fmla="*/ 1957182 h 6855225"/>
              <a:gd name="connsiteX447" fmla="*/ 12199796 w 12199799"/>
              <a:gd name="connsiteY447" fmla="*/ 1503879 h 6855225"/>
              <a:gd name="connsiteX448" fmla="*/ 11418245 w 12199799"/>
              <a:gd name="connsiteY448" fmla="*/ 1957183 h 6855225"/>
              <a:gd name="connsiteX449" fmla="*/ 12199796 w 12199799"/>
              <a:gd name="connsiteY449" fmla="*/ 2410480 h 6855225"/>
              <a:gd name="connsiteX450" fmla="*/ 4042789 w 12199799"/>
              <a:gd name="connsiteY450" fmla="*/ 1503874 h 6855225"/>
              <a:gd name="connsiteX451" fmla="*/ 3261236 w 12199799"/>
              <a:gd name="connsiteY451" fmla="*/ 1957177 h 6855225"/>
              <a:gd name="connsiteX452" fmla="*/ 4042789 w 12199799"/>
              <a:gd name="connsiteY452" fmla="*/ 2410474 h 6855225"/>
              <a:gd name="connsiteX453" fmla="*/ 4076405 w 12199799"/>
              <a:gd name="connsiteY453" fmla="*/ 1503873 h 6855225"/>
              <a:gd name="connsiteX454" fmla="*/ 4076405 w 12199799"/>
              <a:gd name="connsiteY454" fmla="*/ 2410472 h 6855225"/>
              <a:gd name="connsiteX455" fmla="*/ 4857958 w 12199799"/>
              <a:gd name="connsiteY455" fmla="*/ 1957175 h 6855225"/>
              <a:gd name="connsiteX456" fmla="*/ 5673129 w 12199799"/>
              <a:gd name="connsiteY456" fmla="*/ 1503873 h 6855225"/>
              <a:gd name="connsiteX457" fmla="*/ 4891576 w 12199799"/>
              <a:gd name="connsiteY457" fmla="*/ 1957176 h 6855225"/>
              <a:gd name="connsiteX458" fmla="*/ 5673129 w 12199799"/>
              <a:gd name="connsiteY458" fmla="*/ 2410472 h 6855225"/>
              <a:gd name="connsiteX459" fmla="*/ 5708521 w 12199799"/>
              <a:gd name="connsiteY459" fmla="*/ 1503872 h 6855225"/>
              <a:gd name="connsiteX460" fmla="*/ 5708521 w 12199799"/>
              <a:gd name="connsiteY460" fmla="*/ 2410471 h 6855225"/>
              <a:gd name="connsiteX461" fmla="*/ 6490069 w 12199799"/>
              <a:gd name="connsiteY461" fmla="*/ 1957174 h 6855225"/>
              <a:gd name="connsiteX462" fmla="*/ 781554 w 12199799"/>
              <a:gd name="connsiteY462" fmla="*/ 1503868 h 6855225"/>
              <a:gd name="connsiteX463" fmla="*/ 1 w 12199799"/>
              <a:gd name="connsiteY463" fmla="*/ 1957170 h 6855225"/>
              <a:gd name="connsiteX464" fmla="*/ 781554 w 12199799"/>
              <a:gd name="connsiteY464" fmla="*/ 2410469 h 6855225"/>
              <a:gd name="connsiteX465" fmla="*/ 2411894 w 12199799"/>
              <a:gd name="connsiteY465" fmla="*/ 1503867 h 6855225"/>
              <a:gd name="connsiteX466" fmla="*/ 1630341 w 12199799"/>
              <a:gd name="connsiteY466" fmla="*/ 1957169 h 6855225"/>
              <a:gd name="connsiteX467" fmla="*/ 2411894 w 12199799"/>
              <a:gd name="connsiteY467" fmla="*/ 2410468 h 6855225"/>
              <a:gd name="connsiteX468" fmla="*/ 815170 w 12199799"/>
              <a:gd name="connsiteY468" fmla="*/ 1503867 h 6855225"/>
              <a:gd name="connsiteX469" fmla="*/ 815170 w 12199799"/>
              <a:gd name="connsiteY469" fmla="*/ 2410468 h 6855225"/>
              <a:gd name="connsiteX470" fmla="*/ 1596723 w 12199799"/>
              <a:gd name="connsiteY470" fmla="*/ 1957168 h 6855225"/>
              <a:gd name="connsiteX471" fmla="*/ 2447286 w 12199799"/>
              <a:gd name="connsiteY471" fmla="*/ 1503866 h 6855225"/>
              <a:gd name="connsiteX472" fmla="*/ 2447286 w 12199799"/>
              <a:gd name="connsiteY472" fmla="*/ 2410467 h 6855225"/>
              <a:gd name="connsiteX473" fmla="*/ 3228839 w 12199799"/>
              <a:gd name="connsiteY473" fmla="*/ 1957166 h 6855225"/>
              <a:gd name="connsiteX474" fmla="*/ 6523688 w 12199799"/>
              <a:gd name="connsiteY474" fmla="*/ 1009133 h 6855225"/>
              <a:gd name="connsiteX475" fmla="*/ 6523688 w 12199799"/>
              <a:gd name="connsiteY475" fmla="*/ 1915742 h 6855225"/>
              <a:gd name="connsiteX476" fmla="*/ 7305243 w 12199799"/>
              <a:gd name="connsiteY476" fmla="*/ 1462437 h 6855225"/>
              <a:gd name="connsiteX477" fmla="*/ 8120394 w 12199799"/>
              <a:gd name="connsiteY477" fmla="*/ 1009133 h 6855225"/>
              <a:gd name="connsiteX478" fmla="*/ 7338859 w 12199799"/>
              <a:gd name="connsiteY478" fmla="*/ 1462436 h 6855225"/>
              <a:gd name="connsiteX479" fmla="*/ 8120394 w 12199799"/>
              <a:gd name="connsiteY479" fmla="*/ 1915740 h 6855225"/>
              <a:gd name="connsiteX480" fmla="*/ 8154013 w 12199799"/>
              <a:gd name="connsiteY480" fmla="*/ 1009132 h 6855225"/>
              <a:gd name="connsiteX481" fmla="*/ 8154013 w 12199799"/>
              <a:gd name="connsiteY481" fmla="*/ 1915741 h 6855225"/>
              <a:gd name="connsiteX482" fmla="*/ 8935564 w 12199799"/>
              <a:gd name="connsiteY482" fmla="*/ 1462436 h 6855225"/>
              <a:gd name="connsiteX483" fmla="*/ 9752510 w 12199799"/>
              <a:gd name="connsiteY483" fmla="*/ 1009131 h 6855225"/>
              <a:gd name="connsiteX484" fmla="*/ 8970960 w 12199799"/>
              <a:gd name="connsiteY484" fmla="*/ 1462434 h 6855225"/>
              <a:gd name="connsiteX485" fmla="*/ 9752510 w 12199799"/>
              <a:gd name="connsiteY485" fmla="*/ 1915739 h 6855225"/>
              <a:gd name="connsiteX486" fmla="*/ 9786127 w 12199799"/>
              <a:gd name="connsiteY486" fmla="*/ 1009131 h 6855225"/>
              <a:gd name="connsiteX487" fmla="*/ 9786127 w 12199799"/>
              <a:gd name="connsiteY487" fmla="*/ 1915739 h 6855225"/>
              <a:gd name="connsiteX488" fmla="*/ 10567678 w 12199799"/>
              <a:gd name="connsiteY488" fmla="*/ 1462435 h 6855225"/>
              <a:gd name="connsiteX489" fmla="*/ 11384626 w 12199799"/>
              <a:gd name="connsiteY489" fmla="*/ 1009130 h 6855225"/>
              <a:gd name="connsiteX490" fmla="*/ 10603074 w 12199799"/>
              <a:gd name="connsiteY490" fmla="*/ 1462432 h 6855225"/>
              <a:gd name="connsiteX491" fmla="*/ 11384626 w 12199799"/>
              <a:gd name="connsiteY491" fmla="*/ 1915737 h 6855225"/>
              <a:gd name="connsiteX492" fmla="*/ 11418245 w 12199799"/>
              <a:gd name="connsiteY492" fmla="*/ 1009129 h 6855225"/>
              <a:gd name="connsiteX493" fmla="*/ 11418245 w 12199799"/>
              <a:gd name="connsiteY493" fmla="*/ 1915737 h 6855225"/>
              <a:gd name="connsiteX494" fmla="*/ 12199795 w 12199799"/>
              <a:gd name="connsiteY494" fmla="*/ 1462433 h 6855225"/>
              <a:gd name="connsiteX495" fmla="*/ 3261235 w 12199799"/>
              <a:gd name="connsiteY495" fmla="*/ 1009125 h 6855225"/>
              <a:gd name="connsiteX496" fmla="*/ 3261235 w 12199799"/>
              <a:gd name="connsiteY496" fmla="*/ 1915731 h 6855225"/>
              <a:gd name="connsiteX497" fmla="*/ 4042787 w 12199799"/>
              <a:gd name="connsiteY497" fmla="*/ 1462428 h 6855225"/>
              <a:gd name="connsiteX498" fmla="*/ 4857957 w 12199799"/>
              <a:gd name="connsiteY498" fmla="*/ 1009125 h 6855225"/>
              <a:gd name="connsiteX499" fmla="*/ 4076405 w 12199799"/>
              <a:gd name="connsiteY499" fmla="*/ 1462427 h 6855225"/>
              <a:gd name="connsiteX500" fmla="*/ 4857957 w 12199799"/>
              <a:gd name="connsiteY500" fmla="*/ 1915729 h 6855225"/>
              <a:gd name="connsiteX501" fmla="*/ 4891576 w 12199799"/>
              <a:gd name="connsiteY501" fmla="*/ 1009124 h 6855225"/>
              <a:gd name="connsiteX502" fmla="*/ 4891576 w 12199799"/>
              <a:gd name="connsiteY502" fmla="*/ 1915730 h 6855225"/>
              <a:gd name="connsiteX503" fmla="*/ 5673128 w 12199799"/>
              <a:gd name="connsiteY503" fmla="*/ 1462427 h 6855225"/>
              <a:gd name="connsiteX504" fmla="*/ 6490069 w 12199799"/>
              <a:gd name="connsiteY504" fmla="*/ 1009123 h 6855225"/>
              <a:gd name="connsiteX505" fmla="*/ 5708521 w 12199799"/>
              <a:gd name="connsiteY505" fmla="*/ 1462425 h 6855225"/>
              <a:gd name="connsiteX506" fmla="*/ 6490069 w 12199799"/>
              <a:gd name="connsiteY506" fmla="*/ 1915727 h 6855225"/>
              <a:gd name="connsiteX507" fmla="*/ 0 w 12199799"/>
              <a:gd name="connsiteY507" fmla="*/ 1009120 h 6855225"/>
              <a:gd name="connsiteX508" fmla="*/ 0 w 12199799"/>
              <a:gd name="connsiteY508" fmla="*/ 1915724 h 6855225"/>
              <a:gd name="connsiteX509" fmla="*/ 781552 w 12199799"/>
              <a:gd name="connsiteY509" fmla="*/ 1462422 h 6855225"/>
              <a:gd name="connsiteX510" fmla="*/ 1596722 w 12199799"/>
              <a:gd name="connsiteY510" fmla="*/ 1009119 h 6855225"/>
              <a:gd name="connsiteX511" fmla="*/ 815170 w 12199799"/>
              <a:gd name="connsiteY511" fmla="*/ 1462420 h 6855225"/>
              <a:gd name="connsiteX512" fmla="*/ 1596722 w 12199799"/>
              <a:gd name="connsiteY512" fmla="*/ 1915722 h 6855225"/>
              <a:gd name="connsiteX513" fmla="*/ 1630341 w 12199799"/>
              <a:gd name="connsiteY513" fmla="*/ 1009119 h 6855225"/>
              <a:gd name="connsiteX514" fmla="*/ 1630341 w 12199799"/>
              <a:gd name="connsiteY514" fmla="*/ 1915722 h 6855225"/>
              <a:gd name="connsiteX515" fmla="*/ 2411893 w 12199799"/>
              <a:gd name="connsiteY515" fmla="*/ 1462420 h 6855225"/>
              <a:gd name="connsiteX516" fmla="*/ 3228838 w 12199799"/>
              <a:gd name="connsiteY516" fmla="*/ 1009118 h 6855225"/>
              <a:gd name="connsiteX517" fmla="*/ 2447286 w 12199799"/>
              <a:gd name="connsiteY517" fmla="*/ 1462419 h 6855225"/>
              <a:gd name="connsiteX518" fmla="*/ 3228838 w 12199799"/>
              <a:gd name="connsiteY518" fmla="*/ 1915720 h 6855225"/>
              <a:gd name="connsiteX519" fmla="*/ 7305243 w 12199799"/>
              <a:gd name="connsiteY519" fmla="*/ 520440 h 6855225"/>
              <a:gd name="connsiteX520" fmla="*/ 6523688 w 12199799"/>
              <a:gd name="connsiteY520" fmla="*/ 973739 h 6855225"/>
              <a:gd name="connsiteX521" fmla="*/ 7305243 w 12199799"/>
              <a:gd name="connsiteY521" fmla="*/ 1427041 h 6855225"/>
              <a:gd name="connsiteX522" fmla="*/ 8935566 w 12199799"/>
              <a:gd name="connsiteY522" fmla="*/ 520439 h 6855225"/>
              <a:gd name="connsiteX523" fmla="*/ 8154014 w 12199799"/>
              <a:gd name="connsiteY523" fmla="*/ 973739 h 6855225"/>
              <a:gd name="connsiteX524" fmla="*/ 8935566 w 12199799"/>
              <a:gd name="connsiteY524" fmla="*/ 1427041 h 6855225"/>
              <a:gd name="connsiteX525" fmla="*/ 7338859 w 12199799"/>
              <a:gd name="connsiteY525" fmla="*/ 520439 h 6855225"/>
              <a:gd name="connsiteX526" fmla="*/ 7338859 w 12199799"/>
              <a:gd name="connsiteY526" fmla="*/ 1427041 h 6855225"/>
              <a:gd name="connsiteX527" fmla="*/ 8120395 w 12199799"/>
              <a:gd name="connsiteY527" fmla="*/ 973738 h 6855225"/>
              <a:gd name="connsiteX528" fmla="*/ 8970959 w 12199799"/>
              <a:gd name="connsiteY528" fmla="*/ 520437 h 6855225"/>
              <a:gd name="connsiteX529" fmla="*/ 8970959 w 12199799"/>
              <a:gd name="connsiteY529" fmla="*/ 1427040 h 6855225"/>
              <a:gd name="connsiteX530" fmla="*/ 9752511 w 12199799"/>
              <a:gd name="connsiteY530" fmla="*/ 973736 h 6855225"/>
              <a:gd name="connsiteX531" fmla="*/ 10567680 w 12199799"/>
              <a:gd name="connsiteY531" fmla="*/ 520437 h 6855225"/>
              <a:gd name="connsiteX532" fmla="*/ 9786128 w 12199799"/>
              <a:gd name="connsiteY532" fmla="*/ 973737 h 6855225"/>
              <a:gd name="connsiteX533" fmla="*/ 10567680 w 12199799"/>
              <a:gd name="connsiteY533" fmla="*/ 1427040 h 6855225"/>
              <a:gd name="connsiteX534" fmla="*/ 10603073 w 12199799"/>
              <a:gd name="connsiteY534" fmla="*/ 520436 h 6855225"/>
              <a:gd name="connsiteX535" fmla="*/ 10603073 w 12199799"/>
              <a:gd name="connsiteY535" fmla="*/ 1427037 h 6855225"/>
              <a:gd name="connsiteX536" fmla="*/ 11384626 w 12199799"/>
              <a:gd name="connsiteY536" fmla="*/ 973735 h 6855225"/>
              <a:gd name="connsiteX537" fmla="*/ 12199795 w 12199799"/>
              <a:gd name="connsiteY537" fmla="*/ 520436 h 6855225"/>
              <a:gd name="connsiteX538" fmla="*/ 11418245 w 12199799"/>
              <a:gd name="connsiteY538" fmla="*/ 973736 h 6855225"/>
              <a:gd name="connsiteX539" fmla="*/ 12199795 w 12199799"/>
              <a:gd name="connsiteY539" fmla="*/ 1427037 h 6855225"/>
              <a:gd name="connsiteX540" fmla="*/ 4042789 w 12199799"/>
              <a:gd name="connsiteY540" fmla="*/ 520431 h 6855225"/>
              <a:gd name="connsiteX541" fmla="*/ 3261236 w 12199799"/>
              <a:gd name="connsiteY541" fmla="*/ 973731 h 6855225"/>
              <a:gd name="connsiteX542" fmla="*/ 4042789 w 12199799"/>
              <a:gd name="connsiteY542" fmla="*/ 1427033 h 6855225"/>
              <a:gd name="connsiteX543" fmla="*/ 5673129 w 12199799"/>
              <a:gd name="connsiteY543" fmla="*/ 520430 h 6855225"/>
              <a:gd name="connsiteX544" fmla="*/ 4891576 w 12199799"/>
              <a:gd name="connsiteY544" fmla="*/ 973730 h 6855225"/>
              <a:gd name="connsiteX545" fmla="*/ 5673129 w 12199799"/>
              <a:gd name="connsiteY545" fmla="*/ 1427032 h 6855225"/>
              <a:gd name="connsiteX546" fmla="*/ 4076405 w 12199799"/>
              <a:gd name="connsiteY546" fmla="*/ 520430 h 6855225"/>
              <a:gd name="connsiteX547" fmla="*/ 4076405 w 12199799"/>
              <a:gd name="connsiteY547" fmla="*/ 1427032 h 6855225"/>
              <a:gd name="connsiteX548" fmla="*/ 4857958 w 12199799"/>
              <a:gd name="connsiteY548" fmla="*/ 973729 h 6855225"/>
              <a:gd name="connsiteX549" fmla="*/ 5708521 w 12199799"/>
              <a:gd name="connsiteY549" fmla="*/ 520429 h 6855225"/>
              <a:gd name="connsiteX550" fmla="*/ 5708521 w 12199799"/>
              <a:gd name="connsiteY550" fmla="*/ 1427030 h 6855225"/>
              <a:gd name="connsiteX551" fmla="*/ 6490069 w 12199799"/>
              <a:gd name="connsiteY551" fmla="*/ 973728 h 6855225"/>
              <a:gd name="connsiteX552" fmla="*/ 781554 w 12199799"/>
              <a:gd name="connsiteY552" fmla="*/ 520425 h 6855225"/>
              <a:gd name="connsiteX553" fmla="*/ 1 w 12199799"/>
              <a:gd name="connsiteY553" fmla="*/ 973726 h 6855225"/>
              <a:gd name="connsiteX554" fmla="*/ 781554 w 12199799"/>
              <a:gd name="connsiteY554" fmla="*/ 1427027 h 6855225"/>
              <a:gd name="connsiteX555" fmla="*/ 2411894 w 12199799"/>
              <a:gd name="connsiteY555" fmla="*/ 520424 h 6855225"/>
              <a:gd name="connsiteX556" fmla="*/ 1630341 w 12199799"/>
              <a:gd name="connsiteY556" fmla="*/ 973725 h 6855225"/>
              <a:gd name="connsiteX557" fmla="*/ 2411894 w 12199799"/>
              <a:gd name="connsiteY557" fmla="*/ 1427026 h 6855225"/>
              <a:gd name="connsiteX558" fmla="*/ 815170 w 12199799"/>
              <a:gd name="connsiteY558" fmla="*/ 520424 h 6855225"/>
              <a:gd name="connsiteX559" fmla="*/ 815170 w 12199799"/>
              <a:gd name="connsiteY559" fmla="*/ 1427026 h 6855225"/>
              <a:gd name="connsiteX560" fmla="*/ 1596723 w 12199799"/>
              <a:gd name="connsiteY560" fmla="*/ 973724 h 6855225"/>
              <a:gd name="connsiteX561" fmla="*/ 2447286 w 12199799"/>
              <a:gd name="connsiteY561" fmla="*/ 520423 h 6855225"/>
              <a:gd name="connsiteX562" fmla="*/ 2447286 w 12199799"/>
              <a:gd name="connsiteY562" fmla="*/ 1427024 h 6855225"/>
              <a:gd name="connsiteX563" fmla="*/ 3228839 w 12199799"/>
              <a:gd name="connsiteY563" fmla="*/ 973723 h 6855225"/>
              <a:gd name="connsiteX564" fmla="*/ 6523688 w 12199799"/>
              <a:gd name="connsiteY564" fmla="*/ 25693 h 6855225"/>
              <a:gd name="connsiteX565" fmla="*/ 6523688 w 12199799"/>
              <a:gd name="connsiteY565" fmla="*/ 932293 h 6855225"/>
              <a:gd name="connsiteX566" fmla="*/ 7305243 w 12199799"/>
              <a:gd name="connsiteY566" fmla="*/ 478993 h 6855225"/>
              <a:gd name="connsiteX567" fmla="*/ 8120394 w 12199799"/>
              <a:gd name="connsiteY567" fmla="*/ 25693 h 6855225"/>
              <a:gd name="connsiteX568" fmla="*/ 7338859 w 12199799"/>
              <a:gd name="connsiteY568" fmla="*/ 478992 h 6855225"/>
              <a:gd name="connsiteX569" fmla="*/ 8120394 w 12199799"/>
              <a:gd name="connsiteY569" fmla="*/ 932291 h 6855225"/>
              <a:gd name="connsiteX570" fmla="*/ 8154013 w 12199799"/>
              <a:gd name="connsiteY570" fmla="*/ 25692 h 6855225"/>
              <a:gd name="connsiteX571" fmla="*/ 8154013 w 12199799"/>
              <a:gd name="connsiteY571" fmla="*/ 932292 h 6855225"/>
              <a:gd name="connsiteX572" fmla="*/ 8935564 w 12199799"/>
              <a:gd name="connsiteY572" fmla="*/ 478992 h 6855225"/>
              <a:gd name="connsiteX573" fmla="*/ 9752510 w 12199799"/>
              <a:gd name="connsiteY573" fmla="*/ 25691 h 6855225"/>
              <a:gd name="connsiteX574" fmla="*/ 8970960 w 12199799"/>
              <a:gd name="connsiteY574" fmla="*/ 478990 h 6855225"/>
              <a:gd name="connsiteX575" fmla="*/ 9752510 w 12199799"/>
              <a:gd name="connsiteY575" fmla="*/ 932290 h 6855225"/>
              <a:gd name="connsiteX576" fmla="*/ 9786127 w 12199799"/>
              <a:gd name="connsiteY576" fmla="*/ 25691 h 6855225"/>
              <a:gd name="connsiteX577" fmla="*/ 9786127 w 12199799"/>
              <a:gd name="connsiteY577" fmla="*/ 932290 h 6855225"/>
              <a:gd name="connsiteX578" fmla="*/ 10567678 w 12199799"/>
              <a:gd name="connsiteY578" fmla="*/ 478990 h 6855225"/>
              <a:gd name="connsiteX579" fmla="*/ 11384626 w 12199799"/>
              <a:gd name="connsiteY579" fmla="*/ 25690 h 6855225"/>
              <a:gd name="connsiteX580" fmla="*/ 10603073 w 12199799"/>
              <a:gd name="connsiteY580" fmla="*/ 478989 h 6855225"/>
              <a:gd name="connsiteX581" fmla="*/ 11384626 w 12199799"/>
              <a:gd name="connsiteY581" fmla="*/ 932289 h 6855225"/>
              <a:gd name="connsiteX582" fmla="*/ 11418244 w 12199799"/>
              <a:gd name="connsiteY582" fmla="*/ 25689 h 6855225"/>
              <a:gd name="connsiteX583" fmla="*/ 11418244 w 12199799"/>
              <a:gd name="connsiteY583" fmla="*/ 932289 h 6855225"/>
              <a:gd name="connsiteX584" fmla="*/ 12199794 w 12199799"/>
              <a:gd name="connsiteY584" fmla="*/ 478989 h 6855225"/>
              <a:gd name="connsiteX585" fmla="*/ 3261235 w 12199799"/>
              <a:gd name="connsiteY585" fmla="*/ 25684 h 6855225"/>
              <a:gd name="connsiteX586" fmla="*/ 3261235 w 12199799"/>
              <a:gd name="connsiteY586" fmla="*/ 932284 h 6855225"/>
              <a:gd name="connsiteX587" fmla="*/ 4042787 w 12199799"/>
              <a:gd name="connsiteY587" fmla="*/ 478984 h 6855225"/>
              <a:gd name="connsiteX588" fmla="*/ 4857957 w 12199799"/>
              <a:gd name="connsiteY588" fmla="*/ 25684 h 6855225"/>
              <a:gd name="connsiteX589" fmla="*/ 4076405 w 12199799"/>
              <a:gd name="connsiteY589" fmla="*/ 478983 h 6855225"/>
              <a:gd name="connsiteX590" fmla="*/ 4857957 w 12199799"/>
              <a:gd name="connsiteY590" fmla="*/ 932283 h 6855225"/>
              <a:gd name="connsiteX591" fmla="*/ 4891576 w 12199799"/>
              <a:gd name="connsiteY591" fmla="*/ 25683 h 6855225"/>
              <a:gd name="connsiteX592" fmla="*/ 4891576 w 12199799"/>
              <a:gd name="connsiteY592" fmla="*/ 932283 h 6855225"/>
              <a:gd name="connsiteX593" fmla="*/ 5673128 w 12199799"/>
              <a:gd name="connsiteY593" fmla="*/ 478983 h 6855225"/>
              <a:gd name="connsiteX594" fmla="*/ 6490069 w 12199799"/>
              <a:gd name="connsiteY594" fmla="*/ 25682 h 6855225"/>
              <a:gd name="connsiteX595" fmla="*/ 5708521 w 12199799"/>
              <a:gd name="connsiteY595" fmla="*/ 478981 h 6855225"/>
              <a:gd name="connsiteX596" fmla="*/ 6490069 w 12199799"/>
              <a:gd name="connsiteY596" fmla="*/ 932282 h 6855225"/>
              <a:gd name="connsiteX597" fmla="*/ 0 w 12199799"/>
              <a:gd name="connsiteY597" fmla="*/ 25678 h 6855225"/>
              <a:gd name="connsiteX598" fmla="*/ 0 w 12199799"/>
              <a:gd name="connsiteY598" fmla="*/ 932279 h 6855225"/>
              <a:gd name="connsiteX599" fmla="*/ 781552 w 12199799"/>
              <a:gd name="connsiteY599" fmla="*/ 478978 h 6855225"/>
              <a:gd name="connsiteX600" fmla="*/ 1596722 w 12199799"/>
              <a:gd name="connsiteY600" fmla="*/ 25677 h 6855225"/>
              <a:gd name="connsiteX601" fmla="*/ 815170 w 12199799"/>
              <a:gd name="connsiteY601" fmla="*/ 478977 h 6855225"/>
              <a:gd name="connsiteX602" fmla="*/ 1596722 w 12199799"/>
              <a:gd name="connsiteY602" fmla="*/ 932278 h 6855225"/>
              <a:gd name="connsiteX603" fmla="*/ 1630341 w 12199799"/>
              <a:gd name="connsiteY603" fmla="*/ 25677 h 6855225"/>
              <a:gd name="connsiteX604" fmla="*/ 1630341 w 12199799"/>
              <a:gd name="connsiteY604" fmla="*/ 932278 h 6855225"/>
              <a:gd name="connsiteX605" fmla="*/ 2411893 w 12199799"/>
              <a:gd name="connsiteY605" fmla="*/ 478978 h 6855225"/>
              <a:gd name="connsiteX606" fmla="*/ 3228838 w 12199799"/>
              <a:gd name="connsiteY606" fmla="*/ 25676 h 6855225"/>
              <a:gd name="connsiteX607" fmla="*/ 2447286 w 12199799"/>
              <a:gd name="connsiteY607" fmla="*/ 478976 h 6855225"/>
              <a:gd name="connsiteX608" fmla="*/ 3228838 w 12199799"/>
              <a:gd name="connsiteY608" fmla="*/ 932276 h 6855225"/>
              <a:gd name="connsiteX609" fmla="*/ 8098742 w 12199799"/>
              <a:gd name="connsiteY609" fmla="*/ 12 h 6855225"/>
              <a:gd name="connsiteX610" fmla="*/ 6544450 w 12199799"/>
              <a:gd name="connsiteY610" fmla="*/ 12 h 6855225"/>
              <a:gd name="connsiteX611" fmla="*/ 7321607 w 12199799"/>
              <a:gd name="connsiteY611" fmla="*/ 445615 h 6855225"/>
              <a:gd name="connsiteX612" fmla="*/ 9729969 w 12199799"/>
              <a:gd name="connsiteY612" fmla="*/ 12 h 6855225"/>
              <a:gd name="connsiteX613" fmla="*/ 8175665 w 12199799"/>
              <a:gd name="connsiteY613" fmla="*/ 12 h 6855225"/>
              <a:gd name="connsiteX614" fmla="*/ 8952816 w 12199799"/>
              <a:gd name="connsiteY614" fmla="*/ 445615 h 6855225"/>
              <a:gd name="connsiteX615" fmla="*/ 11361201 w 12199799"/>
              <a:gd name="connsiteY615" fmla="*/ 12 h 6855225"/>
              <a:gd name="connsiteX616" fmla="*/ 9806891 w 12199799"/>
              <a:gd name="connsiteY616" fmla="*/ 12 h 6855225"/>
              <a:gd name="connsiteX617" fmla="*/ 10584048 w 12199799"/>
              <a:gd name="connsiteY617" fmla="*/ 445615 h 6855225"/>
              <a:gd name="connsiteX618" fmla="*/ 4835861 w 12199799"/>
              <a:gd name="connsiteY618" fmla="*/ 7 h 6855225"/>
              <a:gd name="connsiteX619" fmla="*/ 3281555 w 12199799"/>
              <a:gd name="connsiteY619" fmla="*/ 7 h 6855225"/>
              <a:gd name="connsiteX620" fmla="*/ 4058708 w 12199799"/>
              <a:gd name="connsiteY620" fmla="*/ 445610 h 6855225"/>
              <a:gd name="connsiteX621" fmla="*/ 6467087 w 12199799"/>
              <a:gd name="connsiteY621" fmla="*/ 6 h 6855225"/>
              <a:gd name="connsiteX622" fmla="*/ 4912784 w 12199799"/>
              <a:gd name="connsiteY622" fmla="*/ 6 h 6855225"/>
              <a:gd name="connsiteX623" fmla="*/ 5689937 w 12199799"/>
              <a:gd name="connsiteY623" fmla="*/ 445610 h 6855225"/>
              <a:gd name="connsiteX624" fmla="*/ 1574626 w 12199799"/>
              <a:gd name="connsiteY624" fmla="*/ 1 h 6855225"/>
              <a:gd name="connsiteX625" fmla="*/ 20320 w 12199799"/>
              <a:gd name="connsiteY625" fmla="*/ 1 h 6855225"/>
              <a:gd name="connsiteX626" fmla="*/ 797473 w 12199799"/>
              <a:gd name="connsiteY626" fmla="*/ 445605 h 6855225"/>
              <a:gd name="connsiteX627" fmla="*/ 3205855 w 12199799"/>
              <a:gd name="connsiteY627" fmla="*/ 0 h 6855225"/>
              <a:gd name="connsiteX628" fmla="*/ 1651549 w 12199799"/>
              <a:gd name="connsiteY628" fmla="*/ 0 h 6855225"/>
              <a:gd name="connsiteX629" fmla="*/ 2428702 w 12199799"/>
              <a:gd name="connsiteY629" fmla="*/ 445604 h 6855225"/>
              <a:gd name="connsiteX630" fmla="*/ 12191998 w 12199799"/>
              <a:gd name="connsiteY630" fmla="*/ 0 h 6855225"/>
              <a:gd name="connsiteX631" fmla="*/ 11438139 w 12199799"/>
              <a:gd name="connsiteY631" fmla="*/ 0 h 6855225"/>
              <a:gd name="connsiteX632" fmla="*/ 12191998 w 12199799"/>
              <a:gd name="connsiteY632" fmla="*/ 432248 h 68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</a:cxnLst>
            <a:rect l="l" t="t" r="r" b="b"/>
            <a:pathLst>
              <a:path w="12199799" h="6855225">
                <a:moveTo>
                  <a:pt x="12191972" y="6422977"/>
                </a:moveTo>
                <a:lnTo>
                  <a:pt x="11438115" y="6855225"/>
                </a:lnTo>
                <a:lnTo>
                  <a:pt x="12191972" y="6855225"/>
                </a:lnTo>
                <a:close/>
                <a:moveTo>
                  <a:pt x="797473" y="6406846"/>
                </a:moveTo>
                <a:lnTo>
                  <a:pt x="20320" y="6852450"/>
                </a:lnTo>
                <a:lnTo>
                  <a:pt x="1574626" y="6852450"/>
                </a:lnTo>
                <a:close/>
                <a:moveTo>
                  <a:pt x="2428702" y="6406846"/>
                </a:moveTo>
                <a:lnTo>
                  <a:pt x="1651549" y="6852450"/>
                </a:lnTo>
                <a:lnTo>
                  <a:pt x="3205855" y="6852450"/>
                </a:lnTo>
                <a:close/>
                <a:moveTo>
                  <a:pt x="4058708" y="6406846"/>
                </a:moveTo>
                <a:lnTo>
                  <a:pt x="3281555" y="6852450"/>
                </a:lnTo>
                <a:lnTo>
                  <a:pt x="4835861" y="6852450"/>
                </a:lnTo>
                <a:close/>
                <a:moveTo>
                  <a:pt x="5689937" y="6406846"/>
                </a:moveTo>
                <a:lnTo>
                  <a:pt x="4912784" y="6852450"/>
                </a:lnTo>
                <a:lnTo>
                  <a:pt x="6467087" y="6852450"/>
                </a:lnTo>
                <a:close/>
                <a:moveTo>
                  <a:pt x="7321607" y="6406846"/>
                </a:moveTo>
                <a:lnTo>
                  <a:pt x="6544450" y="6852450"/>
                </a:lnTo>
                <a:lnTo>
                  <a:pt x="8098751" y="6852450"/>
                </a:lnTo>
                <a:close/>
                <a:moveTo>
                  <a:pt x="8952824" y="6406846"/>
                </a:moveTo>
                <a:lnTo>
                  <a:pt x="8175673" y="6852450"/>
                </a:lnTo>
                <a:lnTo>
                  <a:pt x="9729977" y="6852450"/>
                </a:lnTo>
                <a:close/>
                <a:moveTo>
                  <a:pt x="10584056" y="6406846"/>
                </a:moveTo>
                <a:lnTo>
                  <a:pt x="9806900" y="6852450"/>
                </a:lnTo>
                <a:lnTo>
                  <a:pt x="11361208" y="6852450"/>
                </a:lnTo>
                <a:close/>
                <a:moveTo>
                  <a:pt x="1596722" y="5924618"/>
                </a:moveTo>
                <a:lnTo>
                  <a:pt x="815170" y="6377918"/>
                </a:lnTo>
                <a:lnTo>
                  <a:pt x="1596722" y="6831220"/>
                </a:lnTo>
                <a:close/>
                <a:moveTo>
                  <a:pt x="3228838" y="5924618"/>
                </a:moveTo>
                <a:lnTo>
                  <a:pt x="2447286" y="6377918"/>
                </a:lnTo>
                <a:lnTo>
                  <a:pt x="3228838" y="6831220"/>
                </a:lnTo>
                <a:close/>
                <a:moveTo>
                  <a:pt x="4857957" y="5924618"/>
                </a:moveTo>
                <a:lnTo>
                  <a:pt x="4076405" y="6377918"/>
                </a:lnTo>
                <a:lnTo>
                  <a:pt x="4857957" y="6831220"/>
                </a:lnTo>
                <a:close/>
                <a:moveTo>
                  <a:pt x="6490069" y="5924618"/>
                </a:moveTo>
                <a:lnTo>
                  <a:pt x="5708521" y="6377918"/>
                </a:lnTo>
                <a:lnTo>
                  <a:pt x="6490069" y="6831220"/>
                </a:lnTo>
                <a:close/>
                <a:moveTo>
                  <a:pt x="8120394" y="5924618"/>
                </a:moveTo>
                <a:lnTo>
                  <a:pt x="7338859" y="6377918"/>
                </a:lnTo>
                <a:lnTo>
                  <a:pt x="8120394" y="6831220"/>
                </a:lnTo>
                <a:close/>
                <a:moveTo>
                  <a:pt x="9752510" y="5924618"/>
                </a:moveTo>
                <a:lnTo>
                  <a:pt x="8970960" y="6377918"/>
                </a:lnTo>
                <a:lnTo>
                  <a:pt x="9752510" y="6831220"/>
                </a:lnTo>
                <a:close/>
                <a:moveTo>
                  <a:pt x="11384629" y="5924618"/>
                </a:moveTo>
                <a:lnTo>
                  <a:pt x="10603077" y="6377918"/>
                </a:lnTo>
                <a:lnTo>
                  <a:pt x="11384629" y="6831220"/>
                </a:lnTo>
                <a:close/>
                <a:moveTo>
                  <a:pt x="0" y="5924618"/>
                </a:moveTo>
                <a:lnTo>
                  <a:pt x="0" y="6831220"/>
                </a:lnTo>
                <a:lnTo>
                  <a:pt x="781552" y="6377919"/>
                </a:lnTo>
                <a:close/>
                <a:moveTo>
                  <a:pt x="1630341" y="5924618"/>
                </a:moveTo>
                <a:lnTo>
                  <a:pt x="1630341" y="6831220"/>
                </a:lnTo>
                <a:lnTo>
                  <a:pt x="2411893" y="6377919"/>
                </a:lnTo>
                <a:close/>
                <a:moveTo>
                  <a:pt x="3261235" y="5924618"/>
                </a:moveTo>
                <a:lnTo>
                  <a:pt x="3261235" y="6831220"/>
                </a:lnTo>
                <a:lnTo>
                  <a:pt x="4042787" y="6377919"/>
                </a:lnTo>
                <a:close/>
                <a:moveTo>
                  <a:pt x="4891576" y="5924618"/>
                </a:moveTo>
                <a:lnTo>
                  <a:pt x="4891576" y="6831220"/>
                </a:lnTo>
                <a:lnTo>
                  <a:pt x="5673128" y="6377919"/>
                </a:lnTo>
                <a:close/>
                <a:moveTo>
                  <a:pt x="6523688" y="5924618"/>
                </a:moveTo>
                <a:lnTo>
                  <a:pt x="6523688" y="6831220"/>
                </a:lnTo>
                <a:lnTo>
                  <a:pt x="7305243" y="6377919"/>
                </a:lnTo>
                <a:close/>
                <a:moveTo>
                  <a:pt x="8154013" y="5924618"/>
                </a:moveTo>
                <a:lnTo>
                  <a:pt x="8154013" y="6831220"/>
                </a:lnTo>
                <a:lnTo>
                  <a:pt x="8935564" y="6377919"/>
                </a:lnTo>
                <a:close/>
                <a:moveTo>
                  <a:pt x="9786128" y="5924618"/>
                </a:moveTo>
                <a:lnTo>
                  <a:pt x="9786128" y="6831220"/>
                </a:lnTo>
                <a:lnTo>
                  <a:pt x="10567682" y="6377919"/>
                </a:lnTo>
                <a:close/>
                <a:moveTo>
                  <a:pt x="11418248" y="5924618"/>
                </a:moveTo>
                <a:lnTo>
                  <a:pt x="11418248" y="6831220"/>
                </a:lnTo>
                <a:lnTo>
                  <a:pt x="12199798" y="6377919"/>
                </a:lnTo>
                <a:close/>
                <a:moveTo>
                  <a:pt x="781554" y="5438511"/>
                </a:moveTo>
                <a:lnTo>
                  <a:pt x="1" y="5891812"/>
                </a:lnTo>
                <a:lnTo>
                  <a:pt x="781554" y="6345112"/>
                </a:lnTo>
                <a:close/>
                <a:moveTo>
                  <a:pt x="815170" y="5438511"/>
                </a:moveTo>
                <a:lnTo>
                  <a:pt x="815170" y="6345112"/>
                </a:lnTo>
                <a:lnTo>
                  <a:pt x="1596723" y="5891811"/>
                </a:lnTo>
                <a:close/>
                <a:moveTo>
                  <a:pt x="2411894" y="5438511"/>
                </a:moveTo>
                <a:lnTo>
                  <a:pt x="1630341" y="5891812"/>
                </a:lnTo>
                <a:lnTo>
                  <a:pt x="2411894" y="6345112"/>
                </a:lnTo>
                <a:close/>
                <a:moveTo>
                  <a:pt x="2447286" y="5438511"/>
                </a:moveTo>
                <a:lnTo>
                  <a:pt x="2447286" y="6345112"/>
                </a:lnTo>
                <a:lnTo>
                  <a:pt x="3228839" y="5891811"/>
                </a:lnTo>
                <a:close/>
                <a:moveTo>
                  <a:pt x="4042789" y="5438511"/>
                </a:moveTo>
                <a:lnTo>
                  <a:pt x="3261236" y="5891812"/>
                </a:lnTo>
                <a:lnTo>
                  <a:pt x="4042789" y="6345112"/>
                </a:lnTo>
                <a:close/>
                <a:moveTo>
                  <a:pt x="4076405" y="5438511"/>
                </a:moveTo>
                <a:lnTo>
                  <a:pt x="4076405" y="6345112"/>
                </a:lnTo>
                <a:lnTo>
                  <a:pt x="4857958" y="5891811"/>
                </a:lnTo>
                <a:close/>
                <a:moveTo>
                  <a:pt x="5673129" y="5438511"/>
                </a:moveTo>
                <a:lnTo>
                  <a:pt x="4891576" y="5891812"/>
                </a:lnTo>
                <a:lnTo>
                  <a:pt x="5673129" y="6345112"/>
                </a:lnTo>
                <a:close/>
                <a:moveTo>
                  <a:pt x="5708521" y="5438511"/>
                </a:moveTo>
                <a:lnTo>
                  <a:pt x="5708521" y="6345112"/>
                </a:lnTo>
                <a:lnTo>
                  <a:pt x="6490069" y="5891811"/>
                </a:lnTo>
                <a:close/>
                <a:moveTo>
                  <a:pt x="7305243" y="5438511"/>
                </a:moveTo>
                <a:lnTo>
                  <a:pt x="6523688" y="5891812"/>
                </a:lnTo>
                <a:lnTo>
                  <a:pt x="7305243" y="6345112"/>
                </a:lnTo>
                <a:close/>
                <a:moveTo>
                  <a:pt x="7338859" y="5438511"/>
                </a:moveTo>
                <a:lnTo>
                  <a:pt x="7338859" y="6345112"/>
                </a:lnTo>
                <a:lnTo>
                  <a:pt x="8120395" y="5891811"/>
                </a:lnTo>
                <a:close/>
                <a:moveTo>
                  <a:pt x="8935566" y="5438511"/>
                </a:moveTo>
                <a:lnTo>
                  <a:pt x="8154014" y="5891812"/>
                </a:lnTo>
                <a:lnTo>
                  <a:pt x="8935566" y="6345112"/>
                </a:lnTo>
                <a:close/>
                <a:moveTo>
                  <a:pt x="8970959" y="5438511"/>
                </a:moveTo>
                <a:lnTo>
                  <a:pt x="8970959" y="6345112"/>
                </a:lnTo>
                <a:lnTo>
                  <a:pt x="9752511" y="5891811"/>
                </a:lnTo>
                <a:close/>
                <a:moveTo>
                  <a:pt x="10567683" y="5438511"/>
                </a:moveTo>
                <a:lnTo>
                  <a:pt x="9786128" y="5891812"/>
                </a:lnTo>
                <a:lnTo>
                  <a:pt x="10567683" y="6345112"/>
                </a:lnTo>
                <a:close/>
                <a:moveTo>
                  <a:pt x="10603076" y="5438511"/>
                </a:moveTo>
                <a:lnTo>
                  <a:pt x="10603076" y="6345112"/>
                </a:lnTo>
                <a:lnTo>
                  <a:pt x="11384630" y="5891811"/>
                </a:lnTo>
                <a:close/>
                <a:moveTo>
                  <a:pt x="12199799" y="5438511"/>
                </a:moveTo>
                <a:lnTo>
                  <a:pt x="11418248" y="5891812"/>
                </a:lnTo>
                <a:lnTo>
                  <a:pt x="12199799" y="6345112"/>
                </a:lnTo>
                <a:close/>
                <a:moveTo>
                  <a:pt x="1596722" y="4943763"/>
                </a:moveTo>
                <a:lnTo>
                  <a:pt x="815170" y="5397063"/>
                </a:lnTo>
                <a:lnTo>
                  <a:pt x="1596722" y="5850364"/>
                </a:lnTo>
                <a:close/>
                <a:moveTo>
                  <a:pt x="3228838" y="4943763"/>
                </a:moveTo>
                <a:lnTo>
                  <a:pt x="2447286" y="5397063"/>
                </a:lnTo>
                <a:lnTo>
                  <a:pt x="3228838" y="5850364"/>
                </a:lnTo>
                <a:close/>
                <a:moveTo>
                  <a:pt x="4857957" y="4943763"/>
                </a:moveTo>
                <a:lnTo>
                  <a:pt x="4076405" y="5397063"/>
                </a:lnTo>
                <a:lnTo>
                  <a:pt x="4857957" y="5850364"/>
                </a:lnTo>
                <a:close/>
                <a:moveTo>
                  <a:pt x="6490069" y="4943763"/>
                </a:moveTo>
                <a:lnTo>
                  <a:pt x="5708521" y="5397063"/>
                </a:lnTo>
                <a:lnTo>
                  <a:pt x="6490069" y="5850364"/>
                </a:lnTo>
                <a:close/>
                <a:moveTo>
                  <a:pt x="8120394" y="4943763"/>
                </a:moveTo>
                <a:lnTo>
                  <a:pt x="7338859" y="5397063"/>
                </a:lnTo>
                <a:lnTo>
                  <a:pt x="8120394" y="5850364"/>
                </a:lnTo>
                <a:close/>
                <a:moveTo>
                  <a:pt x="9752510" y="4943763"/>
                </a:moveTo>
                <a:lnTo>
                  <a:pt x="8970960" y="5397063"/>
                </a:lnTo>
                <a:lnTo>
                  <a:pt x="9752510" y="5850364"/>
                </a:lnTo>
                <a:close/>
                <a:moveTo>
                  <a:pt x="11384629" y="4943763"/>
                </a:moveTo>
                <a:lnTo>
                  <a:pt x="10603076" y="5397063"/>
                </a:lnTo>
                <a:lnTo>
                  <a:pt x="11384629" y="5850364"/>
                </a:lnTo>
                <a:close/>
                <a:moveTo>
                  <a:pt x="0" y="4943763"/>
                </a:moveTo>
                <a:lnTo>
                  <a:pt x="0" y="5850365"/>
                </a:lnTo>
                <a:lnTo>
                  <a:pt x="781552" y="5397064"/>
                </a:lnTo>
                <a:close/>
                <a:moveTo>
                  <a:pt x="1630341" y="4943763"/>
                </a:moveTo>
                <a:lnTo>
                  <a:pt x="1630341" y="5850365"/>
                </a:lnTo>
                <a:lnTo>
                  <a:pt x="2411893" y="5397064"/>
                </a:lnTo>
                <a:close/>
                <a:moveTo>
                  <a:pt x="3261235" y="4943763"/>
                </a:moveTo>
                <a:lnTo>
                  <a:pt x="3261235" y="5850365"/>
                </a:lnTo>
                <a:lnTo>
                  <a:pt x="4042787" y="5397064"/>
                </a:lnTo>
                <a:close/>
                <a:moveTo>
                  <a:pt x="4891576" y="4943763"/>
                </a:moveTo>
                <a:lnTo>
                  <a:pt x="4891576" y="5850365"/>
                </a:lnTo>
                <a:lnTo>
                  <a:pt x="5673128" y="5397064"/>
                </a:lnTo>
                <a:close/>
                <a:moveTo>
                  <a:pt x="6523688" y="4943763"/>
                </a:moveTo>
                <a:lnTo>
                  <a:pt x="6523688" y="5850365"/>
                </a:lnTo>
                <a:lnTo>
                  <a:pt x="7305243" y="5397064"/>
                </a:lnTo>
                <a:close/>
                <a:moveTo>
                  <a:pt x="8154013" y="4943763"/>
                </a:moveTo>
                <a:lnTo>
                  <a:pt x="8154013" y="5850365"/>
                </a:lnTo>
                <a:lnTo>
                  <a:pt x="8935564" y="5397064"/>
                </a:lnTo>
                <a:close/>
                <a:moveTo>
                  <a:pt x="9786128" y="4943763"/>
                </a:moveTo>
                <a:lnTo>
                  <a:pt x="9786128" y="5850365"/>
                </a:lnTo>
                <a:lnTo>
                  <a:pt x="10567681" y="5397064"/>
                </a:lnTo>
                <a:close/>
                <a:moveTo>
                  <a:pt x="11418247" y="4943763"/>
                </a:moveTo>
                <a:lnTo>
                  <a:pt x="11418247" y="5850365"/>
                </a:lnTo>
                <a:lnTo>
                  <a:pt x="12199798" y="5397064"/>
                </a:lnTo>
                <a:close/>
                <a:moveTo>
                  <a:pt x="781554" y="4455068"/>
                </a:moveTo>
                <a:lnTo>
                  <a:pt x="1" y="4908369"/>
                </a:lnTo>
                <a:lnTo>
                  <a:pt x="781554" y="5361669"/>
                </a:lnTo>
                <a:close/>
                <a:moveTo>
                  <a:pt x="815170" y="4455068"/>
                </a:moveTo>
                <a:lnTo>
                  <a:pt x="815170" y="5361669"/>
                </a:lnTo>
                <a:lnTo>
                  <a:pt x="1596723" y="4908368"/>
                </a:lnTo>
                <a:close/>
                <a:moveTo>
                  <a:pt x="2411894" y="4455068"/>
                </a:moveTo>
                <a:lnTo>
                  <a:pt x="1630341" y="4908369"/>
                </a:lnTo>
                <a:lnTo>
                  <a:pt x="2411894" y="5361669"/>
                </a:lnTo>
                <a:close/>
                <a:moveTo>
                  <a:pt x="2447286" y="4455068"/>
                </a:moveTo>
                <a:lnTo>
                  <a:pt x="2447286" y="5361669"/>
                </a:lnTo>
                <a:lnTo>
                  <a:pt x="3228839" y="4908368"/>
                </a:lnTo>
                <a:close/>
                <a:moveTo>
                  <a:pt x="4042789" y="4455068"/>
                </a:moveTo>
                <a:lnTo>
                  <a:pt x="3261236" y="4908369"/>
                </a:lnTo>
                <a:lnTo>
                  <a:pt x="4042789" y="5361669"/>
                </a:lnTo>
                <a:close/>
                <a:moveTo>
                  <a:pt x="4076405" y="4455068"/>
                </a:moveTo>
                <a:lnTo>
                  <a:pt x="4076405" y="5361669"/>
                </a:lnTo>
                <a:lnTo>
                  <a:pt x="4857958" y="4908368"/>
                </a:lnTo>
                <a:close/>
                <a:moveTo>
                  <a:pt x="5673129" y="4455068"/>
                </a:moveTo>
                <a:lnTo>
                  <a:pt x="4891576" y="4908369"/>
                </a:lnTo>
                <a:lnTo>
                  <a:pt x="5673129" y="5361669"/>
                </a:lnTo>
                <a:close/>
                <a:moveTo>
                  <a:pt x="5708521" y="4455068"/>
                </a:moveTo>
                <a:lnTo>
                  <a:pt x="5708521" y="5361669"/>
                </a:lnTo>
                <a:lnTo>
                  <a:pt x="6490069" y="4908368"/>
                </a:lnTo>
                <a:close/>
                <a:moveTo>
                  <a:pt x="7305243" y="4455068"/>
                </a:moveTo>
                <a:lnTo>
                  <a:pt x="6523688" y="4908369"/>
                </a:lnTo>
                <a:lnTo>
                  <a:pt x="7305243" y="5361669"/>
                </a:lnTo>
                <a:close/>
                <a:moveTo>
                  <a:pt x="7338859" y="4455068"/>
                </a:moveTo>
                <a:lnTo>
                  <a:pt x="7338859" y="5361669"/>
                </a:lnTo>
                <a:lnTo>
                  <a:pt x="8120395" y="4908368"/>
                </a:lnTo>
                <a:close/>
                <a:moveTo>
                  <a:pt x="8935566" y="4455068"/>
                </a:moveTo>
                <a:lnTo>
                  <a:pt x="8154014" y="4908369"/>
                </a:lnTo>
                <a:lnTo>
                  <a:pt x="8935566" y="5361669"/>
                </a:lnTo>
                <a:close/>
                <a:moveTo>
                  <a:pt x="8970959" y="4455068"/>
                </a:moveTo>
                <a:lnTo>
                  <a:pt x="8970959" y="5361669"/>
                </a:lnTo>
                <a:lnTo>
                  <a:pt x="9752511" y="4908368"/>
                </a:lnTo>
                <a:close/>
                <a:moveTo>
                  <a:pt x="10567683" y="4455068"/>
                </a:moveTo>
                <a:lnTo>
                  <a:pt x="9786128" y="4908369"/>
                </a:lnTo>
                <a:lnTo>
                  <a:pt x="10567683" y="5361669"/>
                </a:lnTo>
                <a:close/>
                <a:moveTo>
                  <a:pt x="10603076" y="4455068"/>
                </a:moveTo>
                <a:lnTo>
                  <a:pt x="10603076" y="5361669"/>
                </a:lnTo>
                <a:lnTo>
                  <a:pt x="11384629" y="4908368"/>
                </a:lnTo>
                <a:close/>
                <a:moveTo>
                  <a:pt x="12199799" y="4455068"/>
                </a:moveTo>
                <a:lnTo>
                  <a:pt x="11418247" y="4908369"/>
                </a:lnTo>
                <a:lnTo>
                  <a:pt x="12199799" y="5361669"/>
                </a:lnTo>
                <a:close/>
                <a:moveTo>
                  <a:pt x="1596722" y="3960320"/>
                </a:moveTo>
                <a:lnTo>
                  <a:pt x="815170" y="4413620"/>
                </a:lnTo>
                <a:lnTo>
                  <a:pt x="1596722" y="4866921"/>
                </a:lnTo>
                <a:close/>
                <a:moveTo>
                  <a:pt x="3228838" y="3960320"/>
                </a:moveTo>
                <a:lnTo>
                  <a:pt x="2447286" y="4413620"/>
                </a:lnTo>
                <a:lnTo>
                  <a:pt x="3228838" y="4866921"/>
                </a:lnTo>
                <a:close/>
                <a:moveTo>
                  <a:pt x="4857957" y="3960320"/>
                </a:moveTo>
                <a:lnTo>
                  <a:pt x="4076405" y="4413620"/>
                </a:lnTo>
                <a:lnTo>
                  <a:pt x="4857957" y="4866921"/>
                </a:lnTo>
                <a:close/>
                <a:moveTo>
                  <a:pt x="6490069" y="3960320"/>
                </a:moveTo>
                <a:lnTo>
                  <a:pt x="5708521" y="4413620"/>
                </a:lnTo>
                <a:lnTo>
                  <a:pt x="6490069" y="4866921"/>
                </a:lnTo>
                <a:close/>
                <a:moveTo>
                  <a:pt x="8120394" y="3960320"/>
                </a:moveTo>
                <a:lnTo>
                  <a:pt x="7338859" y="4413620"/>
                </a:lnTo>
                <a:lnTo>
                  <a:pt x="8120394" y="4866921"/>
                </a:lnTo>
                <a:close/>
                <a:moveTo>
                  <a:pt x="9752510" y="3960320"/>
                </a:moveTo>
                <a:lnTo>
                  <a:pt x="8970960" y="4413620"/>
                </a:lnTo>
                <a:lnTo>
                  <a:pt x="9752510" y="4866921"/>
                </a:lnTo>
                <a:close/>
                <a:moveTo>
                  <a:pt x="11384629" y="3960320"/>
                </a:moveTo>
                <a:lnTo>
                  <a:pt x="10603076" y="4413620"/>
                </a:lnTo>
                <a:lnTo>
                  <a:pt x="11384629" y="4866921"/>
                </a:lnTo>
                <a:close/>
                <a:moveTo>
                  <a:pt x="0" y="3960320"/>
                </a:moveTo>
                <a:lnTo>
                  <a:pt x="0" y="4866922"/>
                </a:lnTo>
                <a:lnTo>
                  <a:pt x="781552" y="4413621"/>
                </a:lnTo>
                <a:close/>
                <a:moveTo>
                  <a:pt x="1630341" y="3960320"/>
                </a:moveTo>
                <a:lnTo>
                  <a:pt x="1630341" y="4866922"/>
                </a:lnTo>
                <a:lnTo>
                  <a:pt x="2411893" y="4413621"/>
                </a:lnTo>
                <a:close/>
                <a:moveTo>
                  <a:pt x="3261235" y="3960320"/>
                </a:moveTo>
                <a:lnTo>
                  <a:pt x="3261235" y="4866922"/>
                </a:lnTo>
                <a:lnTo>
                  <a:pt x="4042787" y="4413621"/>
                </a:lnTo>
                <a:close/>
                <a:moveTo>
                  <a:pt x="4891576" y="3960320"/>
                </a:moveTo>
                <a:lnTo>
                  <a:pt x="4891576" y="4866922"/>
                </a:lnTo>
                <a:lnTo>
                  <a:pt x="5673128" y="4413621"/>
                </a:lnTo>
                <a:close/>
                <a:moveTo>
                  <a:pt x="6523688" y="3960320"/>
                </a:moveTo>
                <a:lnTo>
                  <a:pt x="6523688" y="4866922"/>
                </a:lnTo>
                <a:lnTo>
                  <a:pt x="7305243" y="4413621"/>
                </a:lnTo>
                <a:close/>
                <a:moveTo>
                  <a:pt x="8154013" y="3960320"/>
                </a:moveTo>
                <a:lnTo>
                  <a:pt x="8154013" y="4866922"/>
                </a:lnTo>
                <a:lnTo>
                  <a:pt x="8935564" y="4413621"/>
                </a:lnTo>
                <a:close/>
                <a:moveTo>
                  <a:pt x="9786127" y="3960320"/>
                </a:moveTo>
                <a:lnTo>
                  <a:pt x="9786127" y="4866922"/>
                </a:lnTo>
                <a:lnTo>
                  <a:pt x="10567681" y="4413621"/>
                </a:lnTo>
                <a:close/>
                <a:moveTo>
                  <a:pt x="11418247" y="3960320"/>
                </a:moveTo>
                <a:lnTo>
                  <a:pt x="11418247" y="4866922"/>
                </a:lnTo>
                <a:lnTo>
                  <a:pt x="12199798" y="4413621"/>
                </a:lnTo>
                <a:close/>
                <a:moveTo>
                  <a:pt x="781554" y="3468161"/>
                </a:moveTo>
                <a:lnTo>
                  <a:pt x="1" y="3921462"/>
                </a:lnTo>
                <a:lnTo>
                  <a:pt x="781554" y="4374762"/>
                </a:lnTo>
                <a:close/>
                <a:moveTo>
                  <a:pt x="815170" y="3468161"/>
                </a:moveTo>
                <a:lnTo>
                  <a:pt x="815170" y="4374762"/>
                </a:lnTo>
                <a:lnTo>
                  <a:pt x="1596723" y="3921461"/>
                </a:lnTo>
                <a:close/>
                <a:moveTo>
                  <a:pt x="2411894" y="3468161"/>
                </a:moveTo>
                <a:lnTo>
                  <a:pt x="1630341" y="3921462"/>
                </a:lnTo>
                <a:lnTo>
                  <a:pt x="2411894" y="4374762"/>
                </a:lnTo>
                <a:close/>
                <a:moveTo>
                  <a:pt x="2447286" y="3468161"/>
                </a:moveTo>
                <a:lnTo>
                  <a:pt x="2447286" y="4374762"/>
                </a:lnTo>
                <a:lnTo>
                  <a:pt x="3228839" y="3921461"/>
                </a:lnTo>
                <a:close/>
                <a:moveTo>
                  <a:pt x="4042789" y="3468161"/>
                </a:moveTo>
                <a:lnTo>
                  <a:pt x="3261236" y="3921462"/>
                </a:lnTo>
                <a:lnTo>
                  <a:pt x="4042789" y="4374762"/>
                </a:lnTo>
                <a:close/>
                <a:moveTo>
                  <a:pt x="4076405" y="3468161"/>
                </a:moveTo>
                <a:lnTo>
                  <a:pt x="4076405" y="4374762"/>
                </a:lnTo>
                <a:lnTo>
                  <a:pt x="4857958" y="3921461"/>
                </a:lnTo>
                <a:close/>
                <a:moveTo>
                  <a:pt x="5673129" y="3468161"/>
                </a:moveTo>
                <a:lnTo>
                  <a:pt x="4891576" y="3921462"/>
                </a:lnTo>
                <a:lnTo>
                  <a:pt x="5673129" y="4374762"/>
                </a:lnTo>
                <a:close/>
                <a:moveTo>
                  <a:pt x="5708521" y="3468161"/>
                </a:moveTo>
                <a:lnTo>
                  <a:pt x="5708521" y="4374762"/>
                </a:lnTo>
                <a:lnTo>
                  <a:pt x="6490069" y="3921461"/>
                </a:lnTo>
                <a:close/>
                <a:moveTo>
                  <a:pt x="7305243" y="3468161"/>
                </a:moveTo>
                <a:lnTo>
                  <a:pt x="6523688" y="3921462"/>
                </a:lnTo>
                <a:lnTo>
                  <a:pt x="7305243" y="4374762"/>
                </a:lnTo>
                <a:close/>
                <a:moveTo>
                  <a:pt x="7338859" y="3468161"/>
                </a:moveTo>
                <a:lnTo>
                  <a:pt x="7338859" y="4374762"/>
                </a:lnTo>
                <a:lnTo>
                  <a:pt x="8120395" y="3921461"/>
                </a:lnTo>
                <a:close/>
                <a:moveTo>
                  <a:pt x="8935566" y="3468161"/>
                </a:moveTo>
                <a:lnTo>
                  <a:pt x="8154014" y="3921462"/>
                </a:lnTo>
                <a:lnTo>
                  <a:pt x="8935566" y="4374762"/>
                </a:lnTo>
                <a:close/>
                <a:moveTo>
                  <a:pt x="8970959" y="3468161"/>
                </a:moveTo>
                <a:lnTo>
                  <a:pt x="8970959" y="4374762"/>
                </a:lnTo>
                <a:lnTo>
                  <a:pt x="9752511" y="3921461"/>
                </a:lnTo>
                <a:close/>
                <a:moveTo>
                  <a:pt x="10567680" y="3468161"/>
                </a:moveTo>
                <a:lnTo>
                  <a:pt x="9786128" y="3921462"/>
                </a:lnTo>
                <a:lnTo>
                  <a:pt x="10567680" y="4374762"/>
                </a:lnTo>
                <a:close/>
                <a:moveTo>
                  <a:pt x="10603074" y="3468161"/>
                </a:moveTo>
                <a:lnTo>
                  <a:pt x="10603074" y="4374762"/>
                </a:lnTo>
                <a:lnTo>
                  <a:pt x="11384627" y="3921461"/>
                </a:lnTo>
                <a:close/>
                <a:moveTo>
                  <a:pt x="12199796" y="3468161"/>
                </a:moveTo>
                <a:lnTo>
                  <a:pt x="11418245" y="3921462"/>
                </a:lnTo>
                <a:lnTo>
                  <a:pt x="12199796" y="4374762"/>
                </a:lnTo>
                <a:close/>
                <a:moveTo>
                  <a:pt x="6523688" y="2973432"/>
                </a:moveTo>
                <a:lnTo>
                  <a:pt x="6523688" y="3880015"/>
                </a:lnTo>
                <a:lnTo>
                  <a:pt x="7305243" y="3426715"/>
                </a:lnTo>
                <a:close/>
                <a:moveTo>
                  <a:pt x="8120394" y="2973430"/>
                </a:moveTo>
                <a:lnTo>
                  <a:pt x="7338859" y="3426715"/>
                </a:lnTo>
                <a:lnTo>
                  <a:pt x="8120394" y="3880014"/>
                </a:lnTo>
                <a:close/>
                <a:moveTo>
                  <a:pt x="8154013" y="2973430"/>
                </a:moveTo>
                <a:lnTo>
                  <a:pt x="8154013" y="3880015"/>
                </a:lnTo>
                <a:lnTo>
                  <a:pt x="8935564" y="3426715"/>
                </a:lnTo>
                <a:close/>
                <a:moveTo>
                  <a:pt x="9752510" y="2973428"/>
                </a:moveTo>
                <a:lnTo>
                  <a:pt x="8970960" y="3426715"/>
                </a:lnTo>
                <a:lnTo>
                  <a:pt x="9752510" y="3880014"/>
                </a:lnTo>
                <a:close/>
                <a:moveTo>
                  <a:pt x="9786127" y="2973428"/>
                </a:moveTo>
                <a:lnTo>
                  <a:pt x="9786127" y="3880015"/>
                </a:lnTo>
                <a:lnTo>
                  <a:pt x="10567678" y="3426715"/>
                </a:lnTo>
                <a:close/>
                <a:moveTo>
                  <a:pt x="11384626" y="2973428"/>
                </a:moveTo>
                <a:lnTo>
                  <a:pt x="10603074" y="3426714"/>
                </a:lnTo>
                <a:lnTo>
                  <a:pt x="11384626" y="3880014"/>
                </a:lnTo>
                <a:close/>
                <a:moveTo>
                  <a:pt x="11418245" y="2973427"/>
                </a:moveTo>
                <a:lnTo>
                  <a:pt x="11418245" y="3880015"/>
                </a:lnTo>
                <a:lnTo>
                  <a:pt x="12199795" y="3426714"/>
                </a:lnTo>
                <a:close/>
                <a:moveTo>
                  <a:pt x="3261235" y="2973422"/>
                </a:moveTo>
                <a:lnTo>
                  <a:pt x="3261235" y="3880015"/>
                </a:lnTo>
                <a:lnTo>
                  <a:pt x="4042787" y="3426714"/>
                </a:lnTo>
                <a:close/>
                <a:moveTo>
                  <a:pt x="4857957" y="2973422"/>
                </a:moveTo>
                <a:lnTo>
                  <a:pt x="4076405" y="3426714"/>
                </a:lnTo>
                <a:lnTo>
                  <a:pt x="4857957" y="3880014"/>
                </a:lnTo>
                <a:close/>
                <a:moveTo>
                  <a:pt x="4891576" y="2973422"/>
                </a:moveTo>
                <a:lnTo>
                  <a:pt x="4891576" y="3880015"/>
                </a:lnTo>
                <a:lnTo>
                  <a:pt x="5673128" y="3426714"/>
                </a:lnTo>
                <a:close/>
                <a:moveTo>
                  <a:pt x="6490069" y="2973421"/>
                </a:moveTo>
                <a:lnTo>
                  <a:pt x="5708521" y="3426714"/>
                </a:lnTo>
                <a:lnTo>
                  <a:pt x="6490069" y="3880014"/>
                </a:lnTo>
                <a:close/>
                <a:moveTo>
                  <a:pt x="0" y="2973417"/>
                </a:moveTo>
                <a:lnTo>
                  <a:pt x="0" y="3880015"/>
                </a:lnTo>
                <a:lnTo>
                  <a:pt x="781552" y="3426714"/>
                </a:lnTo>
                <a:close/>
                <a:moveTo>
                  <a:pt x="1596722" y="2973417"/>
                </a:moveTo>
                <a:lnTo>
                  <a:pt x="815170" y="3426714"/>
                </a:lnTo>
                <a:lnTo>
                  <a:pt x="1596722" y="3880014"/>
                </a:lnTo>
                <a:close/>
                <a:moveTo>
                  <a:pt x="1630341" y="2973416"/>
                </a:moveTo>
                <a:lnTo>
                  <a:pt x="1630341" y="3880015"/>
                </a:lnTo>
                <a:lnTo>
                  <a:pt x="2411893" y="3426714"/>
                </a:lnTo>
                <a:close/>
                <a:moveTo>
                  <a:pt x="3228838" y="2973416"/>
                </a:moveTo>
                <a:lnTo>
                  <a:pt x="2447286" y="3426714"/>
                </a:lnTo>
                <a:lnTo>
                  <a:pt x="3228838" y="3880014"/>
                </a:lnTo>
                <a:close/>
                <a:moveTo>
                  <a:pt x="7305243" y="2484744"/>
                </a:moveTo>
                <a:lnTo>
                  <a:pt x="6523688" y="2938039"/>
                </a:lnTo>
                <a:lnTo>
                  <a:pt x="7305243" y="3391326"/>
                </a:lnTo>
                <a:close/>
                <a:moveTo>
                  <a:pt x="7338859" y="2484740"/>
                </a:moveTo>
                <a:lnTo>
                  <a:pt x="7338859" y="3391326"/>
                </a:lnTo>
                <a:lnTo>
                  <a:pt x="8120395" y="2938038"/>
                </a:lnTo>
                <a:close/>
                <a:moveTo>
                  <a:pt x="8935566" y="2484740"/>
                </a:moveTo>
                <a:lnTo>
                  <a:pt x="8154014" y="2938039"/>
                </a:lnTo>
                <a:lnTo>
                  <a:pt x="8935566" y="3391326"/>
                </a:lnTo>
                <a:close/>
                <a:moveTo>
                  <a:pt x="8970959" y="2484740"/>
                </a:moveTo>
                <a:lnTo>
                  <a:pt x="8970959" y="3391326"/>
                </a:lnTo>
                <a:lnTo>
                  <a:pt x="9752511" y="2938036"/>
                </a:lnTo>
                <a:close/>
                <a:moveTo>
                  <a:pt x="10567680" y="2484740"/>
                </a:moveTo>
                <a:lnTo>
                  <a:pt x="9786128" y="2938038"/>
                </a:lnTo>
                <a:lnTo>
                  <a:pt x="10567680" y="3391326"/>
                </a:lnTo>
                <a:close/>
                <a:moveTo>
                  <a:pt x="10603074" y="2484738"/>
                </a:moveTo>
                <a:lnTo>
                  <a:pt x="10603074" y="3391323"/>
                </a:lnTo>
                <a:lnTo>
                  <a:pt x="11384627" y="2938033"/>
                </a:lnTo>
                <a:close/>
                <a:moveTo>
                  <a:pt x="12199796" y="2484738"/>
                </a:moveTo>
                <a:lnTo>
                  <a:pt x="11418245" y="2938035"/>
                </a:lnTo>
                <a:lnTo>
                  <a:pt x="12199796" y="3391323"/>
                </a:lnTo>
                <a:close/>
                <a:moveTo>
                  <a:pt x="4042789" y="2484731"/>
                </a:moveTo>
                <a:lnTo>
                  <a:pt x="3261236" y="2938029"/>
                </a:lnTo>
                <a:lnTo>
                  <a:pt x="4042789" y="3391323"/>
                </a:lnTo>
                <a:close/>
                <a:moveTo>
                  <a:pt x="4076405" y="2484731"/>
                </a:moveTo>
                <a:lnTo>
                  <a:pt x="4076405" y="3391321"/>
                </a:lnTo>
                <a:lnTo>
                  <a:pt x="4857958" y="2938027"/>
                </a:lnTo>
                <a:close/>
                <a:moveTo>
                  <a:pt x="5673129" y="2484731"/>
                </a:moveTo>
                <a:lnTo>
                  <a:pt x="4891576" y="2938029"/>
                </a:lnTo>
                <a:lnTo>
                  <a:pt x="5673129" y="3391321"/>
                </a:lnTo>
                <a:close/>
                <a:moveTo>
                  <a:pt x="5708521" y="2484729"/>
                </a:moveTo>
                <a:lnTo>
                  <a:pt x="5708521" y="3391321"/>
                </a:lnTo>
                <a:lnTo>
                  <a:pt x="6490069" y="2938026"/>
                </a:lnTo>
                <a:close/>
                <a:moveTo>
                  <a:pt x="781554" y="2484725"/>
                </a:moveTo>
                <a:lnTo>
                  <a:pt x="1" y="2938024"/>
                </a:lnTo>
                <a:lnTo>
                  <a:pt x="781554" y="3391320"/>
                </a:lnTo>
                <a:close/>
                <a:moveTo>
                  <a:pt x="815170" y="2484723"/>
                </a:moveTo>
                <a:lnTo>
                  <a:pt x="815170" y="3391320"/>
                </a:lnTo>
                <a:lnTo>
                  <a:pt x="1596723" y="2938021"/>
                </a:lnTo>
                <a:close/>
                <a:moveTo>
                  <a:pt x="2411894" y="2484723"/>
                </a:moveTo>
                <a:lnTo>
                  <a:pt x="1630341" y="2938023"/>
                </a:lnTo>
                <a:lnTo>
                  <a:pt x="2411894" y="3391320"/>
                </a:lnTo>
                <a:close/>
                <a:moveTo>
                  <a:pt x="2447286" y="2484721"/>
                </a:moveTo>
                <a:lnTo>
                  <a:pt x="2447286" y="3391320"/>
                </a:lnTo>
                <a:lnTo>
                  <a:pt x="3228839" y="2938021"/>
                </a:lnTo>
                <a:close/>
                <a:moveTo>
                  <a:pt x="9752510" y="1989995"/>
                </a:moveTo>
                <a:lnTo>
                  <a:pt x="8970960" y="2443295"/>
                </a:lnTo>
                <a:lnTo>
                  <a:pt x="9752510" y="2896592"/>
                </a:lnTo>
                <a:close/>
                <a:moveTo>
                  <a:pt x="6523688" y="1989994"/>
                </a:moveTo>
                <a:lnTo>
                  <a:pt x="6523688" y="2896592"/>
                </a:lnTo>
                <a:lnTo>
                  <a:pt x="7305243" y="2443295"/>
                </a:lnTo>
                <a:close/>
                <a:moveTo>
                  <a:pt x="8120394" y="1989992"/>
                </a:moveTo>
                <a:lnTo>
                  <a:pt x="7338859" y="2443293"/>
                </a:lnTo>
                <a:lnTo>
                  <a:pt x="8120394" y="2896591"/>
                </a:lnTo>
                <a:close/>
                <a:moveTo>
                  <a:pt x="8154013" y="1989992"/>
                </a:moveTo>
                <a:lnTo>
                  <a:pt x="8154013" y="2896591"/>
                </a:lnTo>
                <a:lnTo>
                  <a:pt x="8935564" y="2443293"/>
                </a:lnTo>
                <a:close/>
                <a:moveTo>
                  <a:pt x="9786127" y="1989991"/>
                </a:moveTo>
                <a:lnTo>
                  <a:pt x="9786127" y="2896589"/>
                </a:lnTo>
                <a:lnTo>
                  <a:pt x="10567678" y="2443292"/>
                </a:lnTo>
                <a:close/>
                <a:moveTo>
                  <a:pt x="11384626" y="1989989"/>
                </a:moveTo>
                <a:lnTo>
                  <a:pt x="10603074" y="2443289"/>
                </a:lnTo>
                <a:lnTo>
                  <a:pt x="11384626" y="2896587"/>
                </a:lnTo>
                <a:close/>
                <a:moveTo>
                  <a:pt x="11418245" y="1989989"/>
                </a:moveTo>
                <a:lnTo>
                  <a:pt x="11418245" y="2896588"/>
                </a:lnTo>
                <a:lnTo>
                  <a:pt x="12199795" y="2443289"/>
                </a:lnTo>
                <a:close/>
                <a:moveTo>
                  <a:pt x="3261235" y="1989983"/>
                </a:moveTo>
                <a:lnTo>
                  <a:pt x="3261235" y="2896583"/>
                </a:lnTo>
                <a:lnTo>
                  <a:pt x="4042787" y="2443283"/>
                </a:lnTo>
                <a:close/>
                <a:moveTo>
                  <a:pt x="4857957" y="1989982"/>
                </a:moveTo>
                <a:lnTo>
                  <a:pt x="4076405" y="2443281"/>
                </a:lnTo>
                <a:lnTo>
                  <a:pt x="4857957" y="2896581"/>
                </a:lnTo>
                <a:close/>
                <a:moveTo>
                  <a:pt x="4891576" y="1989982"/>
                </a:moveTo>
                <a:lnTo>
                  <a:pt x="4891576" y="2896581"/>
                </a:lnTo>
                <a:lnTo>
                  <a:pt x="5673128" y="2443281"/>
                </a:lnTo>
                <a:close/>
                <a:moveTo>
                  <a:pt x="6490069" y="1989981"/>
                </a:moveTo>
                <a:lnTo>
                  <a:pt x="5708521" y="2443280"/>
                </a:lnTo>
                <a:lnTo>
                  <a:pt x="6490069" y="2896580"/>
                </a:lnTo>
                <a:close/>
                <a:moveTo>
                  <a:pt x="0" y="1989976"/>
                </a:moveTo>
                <a:lnTo>
                  <a:pt x="0" y="2896577"/>
                </a:lnTo>
                <a:lnTo>
                  <a:pt x="781552" y="2443276"/>
                </a:lnTo>
                <a:close/>
                <a:moveTo>
                  <a:pt x="1596722" y="1989975"/>
                </a:moveTo>
                <a:lnTo>
                  <a:pt x="815170" y="2443275"/>
                </a:lnTo>
                <a:lnTo>
                  <a:pt x="1596722" y="2896575"/>
                </a:lnTo>
                <a:close/>
                <a:moveTo>
                  <a:pt x="1630341" y="1989975"/>
                </a:moveTo>
                <a:lnTo>
                  <a:pt x="1630341" y="2896576"/>
                </a:lnTo>
                <a:lnTo>
                  <a:pt x="2411893" y="2443276"/>
                </a:lnTo>
                <a:close/>
                <a:moveTo>
                  <a:pt x="3228838" y="1989974"/>
                </a:moveTo>
                <a:lnTo>
                  <a:pt x="2447286" y="2443273"/>
                </a:lnTo>
                <a:lnTo>
                  <a:pt x="3228838" y="2896575"/>
                </a:lnTo>
                <a:close/>
                <a:moveTo>
                  <a:pt x="7305243" y="1503884"/>
                </a:moveTo>
                <a:lnTo>
                  <a:pt x="6523688" y="1957188"/>
                </a:lnTo>
                <a:lnTo>
                  <a:pt x="7305243" y="2410485"/>
                </a:lnTo>
                <a:close/>
                <a:moveTo>
                  <a:pt x="7338859" y="1503883"/>
                </a:moveTo>
                <a:lnTo>
                  <a:pt x="7338859" y="2410484"/>
                </a:lnTo>
                <a:lnTo>
                  <a:pt x="8120395" y="1957186"/>
                </a:lnTo>
                <a:close/>
                <a:moveTo>
                  <a:pt x="8935566" y="1503883"/>
                </a:moveTo>
                <a:lnTo>
                  <a:pt x="8154014" y="1957188"/>
                </a:lnTo>
                <a:lnTo>
                  <a:pt x="8935566" y="2410484"/>
                </a:lnTo>
                <a:close/>
                <a:moveTo>
                  <a:pt x="10567680" y="1503881"/>
                </a:moveTo>
                <a:lnTo>
                  <a:pt x="9786128" y="1957185"/>
                </a:lnTo>
                <a:lnTo>
                  <a:pt x="10567680" y="2410481"/>
                </a:lnTo>
                <a:close/>
                <a:moveTo>
                  <a:pt x="8970959" y="1503881"/>
                </a:moveTo>
                <a:lnTo>
                  <a:pt x="8970959" y="2410481"/>
                </a:lnTo>
                <a:lnTo>
                  <a:pt x="9752511" y="1957184"/>
                </a:lnTo>
                <a:close/>
                <a:moveTo>
                  <a:pt x="10603073" y="1503879"/>
                </a:moveTo>
                <a:lnTo>
                  <a:pt x="10603073" y="2410480"/>
                </a:lnTo>
                <a:lnTo>
                  <a:pt x="11384627" y="1957182"/>
                </a:lnTo>
                <a:close/>
                <a:moveTo>
                  <a:pt x="12199796" y="1503879"/>
                </a:moveTo>
                <a:lnTo>
                  <a:pt x="11418245" y="1957183"/>
                </a:lnTo>
                <a:lnTo>
                  <a:pt x="12199796" y="2410480"/>
                </a:lnTo>
                <a:close/>
                <a:moveTo>
                  <a:pt x="4042789" y="1503874"/>
                </a:moveTo>
                <a:lnTo>
                  <a:pt x="3261236" y="1957177"/>
                </a:lnTo>
                <a:lnTo>
                  <a:pt x="4042789" y="2410474"/>
                </a:lnTo>
                <a:close/>
                <a:moveTo>
                  <a:pt x="4076405" y="1503873"/>
                </a:moveTo>
                <a:lnTo>
                  <a:pt x="4076405" y="2410472"/>
                </a:lnTo>
                <a:lnTo>
                  <a:pt x="4857958" y="1957175"/>
                </a:lnTo>
                <a:close/>
                <a:moveTo>
                  <a:pt x="5673129" y="1503873"/>
                </a:moveTo>
                <a:lnTo>
                  <a:pt x="4891576" y="1957176"/>
                </a:lnTo>
                <a:lnTo>
                  <a:pt x="5673129" y="2410472"/>
                </a:lnTo>
                <a:close/>
                <a:moveTo>
                  <a:pt x="5708521" y="1503872"/>
                </a:moveTo>
                <a:lnTo>
                  <a:pt x="5708521" y="2410471"/>
                </a:lnTo>
                <a:lnTo>
                  <a:pt x="6490069" y="1957174"/>
                </a:lnTo>
                <a:close/>
                <a:moveTo>
                  <a:pt x="781554" y="1503868"/>
                </a:moveTo>
                <a:lnTo>
                  <a:pt x="1" y="1957170"/>
                </a:lnTo>
                <a:lnTo>
                  <a:pt x="781554" y="2410469"/>
                </a:lnTo>
                <a:close/>
                <a:moveTo>
                  <a:pt x="2411894" y="1503867"/>
                </a:moveTo>
                <a:lnTo>
                  <a:pt x="1630341" y="1957169"/>
                </a:lnTo>
                <a:lnTo>
                  <a:pt x="2411894" y="2410468"/>
                </a:lnTo>
                <a:close/>
                <a:moveTo>
                  <a:pt x="815170" y="1503867"/>
                </a:moveTo>
                <a:lnTo>
                  <a:pt x="815170" y="2410468"/>
                </a:lnTo>
                <a:lnTo>
                  <a:pt x="1596723" y="1957168"/>
                </a:lnTo>
                <a:close/>
                <a:moveTo>
                  <a:pt x="2447286" y="1503866"/>
                </a:moveTo>
                <a:lnTo>
                  <a:pt x="2447286" y="2410467"/>
                </a:lnTo>
                <a:lnTo>
                  <a:pt x="3228839" y="1957166"/>
                </a:lnTo>
                <a:close/>
                <a:moveTo>
                  <a:pt x="6523688" y="1009133"/>
                </a:moveTo>
                <a:lnTo>
                  <a:pt x="6523688" y="1915742"/>
                </a:lnTo>
                <a:lnTo>
                  <a:pt x="7305243" y="1462437"/>
                </a:lnTo>
                <a:close/>
                <a:moveTo>
                  <a:pt x="8120394" y="1009133"/>
                </a:moveTo>
                <a:lnTo>
                  <a:pt x="7338859" y="1462436"/>
                </a:lnTo>
                <a:lnTo>
                  <a:pt x="8120394" y="1915740"/>
                </a:lnTo>
                <a:close/>
                <a:moveTo>
                  <a:pt x="8154013" y="1009132"/>
                </a:moveTo>
                <a:lnTo>
                  <a:pt x="8154013" y="1915741"/>
                </a:lnTo>
                <a:lnTo>
                  <a:pt x="8935564" y="1462436"/>
                </a:lnTo>
                <a:close/>
                <a:moveTo>
                  <a:pt x="9752510" y="1009131"/>
                </a:moveTo>
                <a:lnTo>
                  <a:pt x="8970960" y="1462434"/>
                </a:lnTo>
                <a:lnTo>
                  <a:pt x="9752510" y="1915739"/>
                </a:lnTo>
                <a:close/>
                <a:moveTo>
                  <a:pt x="9786127" y="1009131"/>
                </a:moveTo>
                <a:lnTo>
                  <a:pt x="9786127" y="1915739"/>
                </a:lnTo>
                <a:lnTo>
                  <a:pt x="10567678" y="1462435"/>
                </a:lnTo>
                <a:close/>
                <a:moveTo>
                  <a:pt x="11384626" y="1009130"/>
                </a:moveTo>
                <a:lnTo>
                  <a:pt x="10603074" y="1462432"/>
                </a:lnTo>
                <a:lnTo>
                  <a:pt x="11384626" y="1915737"/>
                </a:lnTo>
                <a:close/>
                <a:moveTo>
                  <a:pt x="11418245" y="1009129"/>
                </a:moveTo>
                <a:lnTo>
                  <a:pt x="11418245" y="1915737"/>
                </a:lnTo>
                <a:lnTo>
                  <a:pt x="12199795" y="1462433"/>
                </a:lnTo>
                <a:close/>
                <a:moveTo>
                  <a:pt x="3261235" y="1009125"/>
                </a:moveTo>
                <a:lnTo>
                  <a:pt x="3261235" y="1915731"/>
                </a:lnTo>
                <a:lnTo>
                  <a:pt x="4042787" y="1462428"/>
                </a:lnTo>
                <a:close/>
                <a:moveTo>
                  <a:pt x="4857957" y="1009125"/>
                </a:moveTo>
                <a:lnTo>
                  <a:pt x="4076405" y="1462427"/>
                </a:lnTo>
                <a:lnTo>
                  <a:pt x="4857957" y="1915729"/>
                </a:lnTo>
                <a:close/>
                <a:moveTo>
                  <a:pt x="4891576" y="1009124"/>
                </a:moveTo>
                <a:lnTo>
                  <a:pt x="4891576" y="1915730"/>
                </a:lnTo>
                <a:lnTo>
                  <a:pt x="5673128" y="1462427"/>
                </a:lnTo>
                <a:close/>
                <a:moveTo>
                  <a:pt x="6490069" y="1009123"/>
                </a:moveTo>
                <a:lnTo>
                  <a:pt x="5708521" y="1462425"/>
                </a:lnTo>
                <a:lnTo>
                  <a:pt x="6490069" y="1915727"/>
                </a:lnTo>
                <a:close/>
                <a:moveTo>
                  <a:pt x="0" y="1009120"/>
                </a:moveTo>
                <a:lnTo>
                  <a:pt x="0" y="1915724"/>
                </a:lnTo>
                <a:lnTo>
                  <a:pt x="781552" y="1462422"/>
                </a:lnTo>
                <a:close/>
                <a:moveTo>
                  <a:pt x="1596722" y="1009119"/>
                </a:moveTo>
                <a:lnTo>
                  <a:pt x="815170" y="1462420"/>
                </a:lnTo>
                <a:lnTo>
                  <a:pt x="1596722" y="1915722"/>
                </a:lnTo>
                <a:close/>
                <a:moveTo>
                  <a:pt x="1630341" y="1009119"/>
                </a:moveTo>
                <a:lnTo>
                  <a:pt x="1630341" y="1915722"/>
                </a:lnTo>
                <a:lnTo>
                  <a:pt x="2411893" y="1462420"/>
                </a:lnTo>
                <a:close/>
                <a:moveTo>
                  <a:pt x="3228838" y="1009118"/>
                </a:moveTo>
                <a:lnTo>
                  <a:pt x="2447286" y="1462419"/>
                </a:lnTo>
                <a:lnTo>
                  <a:pt x="3228838" y="1915720"/>
                </a:lnTo>
                <a:close/>
                <a:moveTo>
                  <a:pt x="7305243" y="520440"/>
                </a:moveTo>
                <a:lnTo>
                  <a:pt x="6523688" y="973739"/>
                </a:lnTo>
                <a:lnTo>
                  <a:pt x="7305243" y="1427041"/>
                </a:lnTo>
                <a:close/>
                <a:moveTo>
                  <a:pt x="8935566" y="520439"/>
                </a:moveTo>
                <a:lnTo>
                  <a:pt x="8154014" y="973739"/>
                </a:lnTo>
                <a:lnTo>
                  <a:pt x="8935566" y="1427041"/>
                </a:lnTo>
                <a:close/>
                <a:moveTo>
                  <a:pt x="7338859" y="520439"/>
                </a:moveTo>
                <a:lnTo>
                  <a:pt x="7338859" y="1427041"/>
                </a:lnTo>
                <a:lnTo>
                  <a:pt x="8120395" y="973738"/>
                </a:lnTo>
                <a:close/>
                <a:moveTo>
                  <a:pt x="8970959" y="520437"/>
                </a:moveTo>
                <a:lnTo>
                  <a:pt x="8970959" y="1427040"/>
                </a:lnTo>
                <a:lnTo>
                  <a:pt x="9752511" y="973736"/>
                </a:lnTo>
                <a:close/>
                <a:moveTo>
                  <a:pt x="10567680" y="520437"/>
                </a:moveTo>
                <a:lnTo>
                  <a:pt x="9786128" y="973737"/>
                </a:lnTo>
                <a:lnTo>
                  <a:pt x="10567680" y="1427040"/>
                </a:lnTo>
                <a:close/>
                <a:moveTo>
                  <a:pt x="10603073" y="520436"/>
                </a:moveTo>
                <a:lnTo>
                  <a:pt x="10603073" y="1427037"/>
                </a:lnTo>
                <a:lnTo>
                  <a:pt x="11384626" y="973735"/>
                </a:lnTo>
                <a:close/>
                <a:moveTo>
                  <a:pt x="12199795" y="520436"/>
                </a:moveTo>
                <a:lnTo>
                  <a:pt x="11418245" y="973736"/>
                </a:lnTo>
                <a:lnTo>
                  <a:pt x="12199795" y="1427037"/>
                </a:lnTo>
                <a:close/>
                <a:moveTo>
                  <a:pt x="4042789" y="520431"/>
                </a:moveTo>
                <a:lnTo>
                  <a:pt x="3261236" y="973731"/>
                </a:lnTo>
                <a:lnTo>
                  <a:pt x="4042789" y="1427033"/>
                </a:lnTo>
                <a:close/>
                <a:moveTo>
                  <a:pt x="5673129" y="520430"/>
                </a:moveTo>
                <a:lnTo>
                  <a:pt x="4891576" y="973730"/>
                </a:lnTo>
                <a:lnTo>
                  <a:pt x="5673129" y="1427032"/>
                </a:lnTo>
                <a:close/>
                <a:moveTo>
                  <a:pt x="4076405" y="520430"/>
                </a:moveTo>
                <a:lnTo>
                  <a:pt x="4076405" y="1427032"/>
                </a:lnTo>
                <a:lnTo>
                  <a:pt x="4857958" y="973729"/>
                </a:lnTo>
                <a:close/>
                <a:moveTo>
                  <a:pt x="5708521" y="520429"/>
                </a:moveTo>
                <a:lnTo>
                  <a:pt x="5708521" y="1427030"/>
                </a:lnTo>
                <a:lnTo>
                  <a:pt x="6490069" y="973728"/>
                </a:lnTo>
                <a:close/>
                <a:moveTo>
                  <a:pt x="781554" y="520425"/>
                </a:moveTo>
                <a:lnTo>
                  <a:pt x="1" y="973726"/>
                </a:lnTo>
                <a:lnTo>
                  <a:pt x="781554" y="1427027"/>
                </a:lnTo>
                <a:close/>
                <a:moveTo>
                  <a:pt x="2411894" y="520424"/>
                </a:moveTo>
                <a:lnTo>
                  <a:pt x="1630341" y="973725"/>
                </a:lnTo>
                <a:lnTo>
                  <a:pt x="2411894" y="1427026"/>
                </a:lnTo>
                <a:close/>
                <a:moveTo>
                  <a:pt x="815170" y="520424"/>
                </a:moveTo>
                <a:lnTo>
                  <a:pt x="815170" y="1427026"/>
                </a:lnTo>
                <a:lnTo>
                  <a:pt x="1596723" y="973724"/>
                </a:lnTo>
                <a:close/>
                <a:moveTo>
                  <a:pt x="2447286" y="520423"/>
                </a:moveTo>
                <a:lnTo>
                  <a:pt x="2447286" y="1427024"/>
                </a:lnTo>
                <a:lnTo>
                  <a:pt x="3228839" y="973723"/>
                </a:lnTo>
                <a:close/>
                <a:moveTo>
                  <a:pt x="6523688" y="25693"/>
                </a:moveTo>
                <a:lnTo>
                  <a:pt x="6523688" y="932293"/>
                </a:lnTo>
                <a:lnTo>
                  <a:pt x="7305243" y="478993"/>
                </a:lnTo>
                <a:close/>
                <a:moveTo>
                  <a:pt x="8120394" y="25693"/>
                </a:moveTo>
                <a:lnTo>
                  <a:pt x="7338859" y="478992"/>
                </a:lnTo>
                <a:lnTo>
                  <a:pt x="8120394" y="932291"/>
                </a:lnTo>
                <a:close/>
                <a:moveTo>
                  <a:pt x="8154013" y="25692"/>
                </a:moveTo>
                <a:lnTo>
                  <a:pt x="8154013" y="932292"/>
                </a:lnTo>
                <a:lnTo>
                  <a:pt x="8935564" y="478992"/>
                </a:lnTo>
                <a:close/>
                <a:moveTo>
                  <a:pt x="9752510" y="25691"/>
                </a:moveTo>
                <a:lnTo>
                  <a:pt x="8970960" y="478990"/>
                </a:lnTo>
                <a:lnTo>
                  <a:pt x="9752510" y="932290"/>
                </a:lnTo>
                <a:close/>
                <a:moveTo>
                  <a:pt x="9786127" y="25691"/>
                </a:moveTo>
                <a:lnTo>
                  <a:pt x="9786127" y="932290"/>
                </a:lnTo>
                <a:lnTo>
                  <a:pt x="10567678" y="478990"/>
                </a:lnTo>
                <a:close/>
                <a:moveTo>
                  <a:pt x="11384626" y="25690"/>
                </a:moveTo>
                <a:lnTo>
                  <a:pt x="10603073" y="478989"/>
                </a:lnTo>
                <a:lnTo>
                  <a:pt x="11384626" y="932289"/>
                </a:lnTo>
                <a:close/>
                <a:moveTo>
                  <a:pt x="11418244" y="25689"/>
                </a:moveTo>
                <a:lnTo>
                  <a:pt x="11418244" y="932289"/>
                </a:lnTo>
                <a:lnTo>
                  <a:pt x="12199794" y="478989"/>
                </a:lnTo>
                <a:close/>
                <a:moveTo>
                  <a:pt x="3261235" y="25684"/>
                </a:moveTo>
                <a:lnTo>
                  <a:pt x="3261235" y="932284"/>
                </a:lnTo>
                <a:lnTo>
                  <a:pt x="4042787" y="478984"/>
                </a:lnTo>
                <a:close/>
                <a:moveTo>
                  <a:pt x="4857957" y="25684"/>
                </a:moveTo>
                <a:lnTo>
                  <a:pt x="4076405" y="478983"/>
                </a:lnTo>
                <a:lnTo>
                  <a:pt x="4857957" y="932283"/>
                </a:lnTo>
                <a:close/>
                <a:moveTo>
                  <a:pt x="4891576" y="25683"/>
                </a:moveTo>
                <a:lnTo>
                  <a:pt x="4891576" y="932283"/>
                </a:lnTo>
                <a:lnTo>
                  <a:pt x="5673128" y="478983"/>
                </a:lnTo>
                <a:close/>
                <a:moveTo>
                  <a:pt x="6490069" y="25682"/>
                </a:moveTo>
                <a:lnTo>
                  <a:pt x="5708521" y="478981"/>
                </a:lnTo>
                <a:lnTo>
                  <a:pt x="6490069" y="932282"/>
                </a:lnTo>
                <a:close/>
                <a:moveTo>
                  <a:pt x="0" y="25678"/>
                </a:moveTo>
                <a:lnTo>
                  <a:pt x="0" y="932279"/>
                </a:lnTo>
                <a:lnTo>
                  <a:pt x="781552" y="478978"/>
                </a:lnTo>
                <a:close/>
                <a:moveTo>
                  <a:pt x="1596722" y="25677"/>
                </a:moveTo>
                <a:lnTo>
                  <a:pt x="815170" y="478977"/>
                </a:lnTo>
                <a:lnTo>
                  <a:pt x="1596722" y="932278"/>
                </a:lnTo>
                <a:close/>
                <a:moveTo>
                  <a:pt x="1630341" y="25677"/>
                </a:moveTo>
                <a:lnTo>
                  <a:pt x="1630341" y="932278"/>
                </a:lnTo>
                <a:lnTo>
                  <a:pt x="2411893" y="478978"/>
                </a:lnTo>
                <a:close/>
                <a:moveTo>
                  <a:pt x="3228838" y="25676"/>
                </a:moveTo>
                <a:lnTo>
                  <a:pt x="2447286" y="478976"/>
                </a:lnTo>
                <a:lnTo>
                  <a:pt x="3228838" y="932276"/>
                </a:lnTo>
                <a:close/>
                <a:moveTo>
                  <a:pt x="8098742" y="12"/>
                </a:moveTo>
                <a:lnTo>
                  <a:pt x="6544450" y="12"/>
                </a:lnTo>
                <a:lnTo>
                  <a:pt x="7321607" y="445615"/>
                </a:lnTo>
                <a:close/>
                <a:moveTo>
                  <a:pt x="9729969" y="12"/>
                </a:moveTo>
                <a:lnTo>
                  <a:pt x="8175665" y="12"/>
                </a:lnTo>
                <a:lnTo>
                  <a:pt x="8952816" y="445615"/>
                </a:lnTo>
                <a:close/>
                <a:moveTo>
                  <a:pt x="11361201" y="12"/>
                </a:moveTo>
                <a:lnTo>
                  <a:pt x="9806891" y="12"/>
                </a:lnTo>
                <a:lnTo>
                  <a:pt x="10584048" y="445615"/>
                </a:lnTo>
                <a:close/>
                <a:moveTo>
                  <a:pt x="4835861" y="7"/>
                </a:moveTo>
                <a:lnTo>
                  <a:pt x="3281555" y="7"/>
                </a:lnTo>
                <a:lnTo>
                  <a:pt x="4058708" y="445610"/>
                </a:lnTo>
                <a:close/>
                <a:moveTo>
                  <a:pt x="6467087" y="6"/>
                </a:moveTo>
                <a:lnTo>
                  <a:pt x="4912784" y="6"/>
                </a:lnTo>
                <a:lnTo>
                  <a:pt x="5689937" y="445610"/>
                </a:lnTo>
                <a:close/>
                <a:moveTo>
                  <a:pt x="1574626" y="1"/>
                </a:moveTo>
                <a:lnTo>
                  <a:pt x="20320" y="1"/>
                </a:lnTo>
                <a:lnTo>
                  <a:pt x="797473" y="445605"/>
                </a:lnTo>
                <a:close/>
                <a:moveTo>
                  <a:pt x="3205855" y="0"/>
                </a:moveTo>
                <a:lnTo>
                  <a:pt x="1651549" y="0"/>
                </a:lnTo>
                <a:lnTo>
                  <a:pt x="2428702" y="445604"/>
                </a:lnTo>
                <a:close/>
                <a:moveTo>
                  <a:pt x="12191998" y="0"/>
                </a:moveTo>
                <a:lnTo>
                  <a:pt x="11438139" y="0"/>
                </a:lnTo>
                <a:lnTo>
                  <a:pt x="12191998" y="432248"/>
                </a:lnTo>
                <a:close/>
              </a:path>
            </a:pathLst>
          </a:custGeom>
          <a:noFill/>
          <a:ln w="635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2000">
                <a:schemeClr val="accent1">
                  <a:alpha val="80000"/>
                </a:schemeClr>
              </a:gs>
              <a:gs pos="0">
                <a:schemeClr val="accent1"/>
              </a:gs>
              <a:gs pos="100000">
                <a:schemeClr val="accent1">
                  <a:alpha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75307" y="465269"/>
            <a:ext cx="2108758" cy="400110"/>
            <a:chOff x="675307" y="465269"/>
            <a:chExt cx="2108758" cy="400110"/>
          </a:xfrm>
        </p:grpSpPr>
        <p:grpSp>
          <p:nvGrpSpPr>
            <p:cNvPr id="15" name="Group 14"/>
            <p:cNvGrpSpPr/>
            <p:nvPr/>
          </p:nvGrpSpPr>
          <p:grpSpPr>
            <a:xfrm>
              <a:off x="675307" y="498305"/>
              <a:ext cx="343838" cy="287946"/>
              <a:chOff x="656543" y="153248"/>
              <a:chExt cx="2054797" cy="1720781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656543" y="153248"/>
                <a:ext cx="2054797" cy="1720775"/>
                <a:chOff x="656543" y="153248"/>
                <a:chExt cx="2054797" cy="1720775"/>
              </a:xfrm>
            </p:grpSpPr>
            <p:sp>
              <p:nvSpPr>
                <p:cNvPr id="21" name="Isosceles Triangle 20"/>
                <p:cNvSpPr/>
                <p:nvPr/>
              </p:nvSpPr>
              <p:spPr>
                <a:xfrm>
                  <a:off x="656543" y="153248"/>
                  <a:ext cx="964146" cy="83116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grpSp>
              <p:nvGrpSpPr>
                <p:cNvPr id="22" name="Group 21"/>
                <p:cNvGrpSpPr/>
                <p:nvPr/>
              </p:nvGrpSpPr>
              <p:grpSpPr>
                <a:xfrm>
                  <a:off x="656543" y="1042863"/>
                  <a:ext cx="2054797" cy="831160"/>
                  <a:chOff x="656543" y="1042863"/>
                  <a:chExt cx="2054797" cy="831160"/>
                </a:xfrm>
              </p:grpSpPr>
              <p:sp>
                <p:nvSpPr>
                  <p:cNvPr id="23" name="Isosceles Triangle 22"/>
                  <p:cNvSpPr/>
                  <p:nvPr/>
                </p:nvSpPr>
                <p:spPr>
                  <a:xfrm rot="10800000">
                    <a:off x="656543" y="1042863"/>
                    <a:ext cx="964145" cy="831160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24" name="Isosceles Triangle 23"/>
                  <p:cNvSpPr/>
                  <p:nvPr/>
                </p:nvSpPr>
                <p:spPr>
                  <a:xfrm rot="10800000">
                    <a:off x="1747194" y="1042864"/>
                    <a:ext cx="964146" cy="831159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18" name="Group 17"/>
              <p:cNvGrpSpPr/>
              <p:nvPr/>
            </p:nvGrpSpPr>
            <p:grpSpPr>
              <a:xfrm rot="16200000">
                <a:off x="823553" y="531567"/>
                <a:ext cx="1720779" cy="964145"/>
                <a:chOff x="6458550" y="1508208"/>
                <a:chExt cx="1985075" cy="1112229"/>
              </a:xfrm>
            </p:grpSpPr>
            <p:sp>
              <p:nvSpPr>
                <p:cNvPr id="19" name="Isosceles Triangle 18"/>
                <p:cNvSpPr/>
                <p:nvPr/>
              </p:nvSpPr>
              <p:spPr>
                <a:xfrm rot="16200000" flipH="1">
                  <a:off x="7408101" y="1584913"/>
                  <a:ext cx="1112227" cy="958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0" name="Isosceles Triangle 19"/>
                <p:cNvSpPr/>
                <p:nvPr/>
              </p:nvSpPr>
              <p:spPr>
                <a:xfrm rot="5400000" flipH="1">
                  <a:off x="6381845" y="1584913"/>
                  <a:ext cx="1112229" cy="958819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1084618" y="465269"/>
              <a:ext cx="16994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Geo</a:t>
              </a:r>
              <a:r>
                <a:rPr lang="en-US" sz="20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logic</a:t>
              </a:r>
              <a:endParaRPr lang="id-ID" sz="20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5" name="TextBox 24"/>
          <p:cNvSpPr txBox="1"/>
          <p:nvPr userDrawn="1"/>
        </p:nvSpPr>
        <p:spPr>
          <a:xfrm>
            <a:off x="635858" y="6382643"/>
            <a:ext cx="2681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1200" b="1" spc="0" dirty="0">
                <a:solidFill>
                  <a:schemeClr val="bg1"/>
                </a:solidFill>
                <a:latin typeface="Century Gothic" panose="020B0502020202020204" pitchFamily="34" charset="0"/>
              </a:rPr>
              <a:t>Company Address </a:t>
            </a:r>
            <a:r>
              <a:rPr lang="id-ID" sz="1200" spc="0" dirty="0">
                <a:solidFill>
                  <a:schemeClr val="bg1"/>
                </a:solidFill>
                <a:latin typeface="Century Gothic" panose="020B0502020202020204" pitchFamily="34" charset="0"/>
              </a:rPr>
              <a:t>Goes Here</a:t>
            </a:r>
            <a:endParaRPr lang="id-ID" sz="1200" spc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10984979" y="6367254"/>
            <a:ext cx="885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400" i="0" strike="noStrike" spc="0" smtClean="0">
                <a:solidFill>
                  <a:schemeClr val="bg1"/>
                </a:solidFill>
                <a:latin typeface="Century Gothic" panose="020B0502020202020204" pitchFamily="34" charset="0"/>
                <a:ea typeface="Roboto Condensed Light" panose="02000000000000000000" pitchFamily="2" charset="0"/>
                <a:cs typeface="Lato Heavy" panose="020F0502020204030203" pitchFamily="34" charset="0"/>
              </a:rPr>
            </a:fld>
            <a:endParaRPr lang="id-ID" sz="1400" i="0" strike="noStrike" spc="0" dirty="0">
              <a:solidFill>
                <a:schemeClr val="bg1"/>
              </a:solidFill>
              <a:latin typeface="Century Gothic" panose="020B0502020202020204" pitchFamily="34" charset="0"/>
              <a:ea typeface="Roboto Condensed Light" panose="02000000000000000000" pitchFamily="2" charset="0"/>
              <a:cs typeface="Lato Heavy" panose="020F0502020204030203" pitchFamily="34" charset="0"/>
            </a:endParaRPr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0" y="6215062"/>
            <a:ext cx="12192000" cy="0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23000"/>
                  </a:schemeClr>
                </a:gs>
                <a:gs pos="50000">
                  <a:schemeClr val="bg1"/>
                </a:gs>
                <a:gs pos="100000">
                  <a:schemeClr val="bg1">
                    <a:alpha val="23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/>
          <p:cNvSpPr/>
          <p:nvPr userDrawn="1"/>
        </p:nvSpPr>
        <p:spPr>
          <a:xfrm flipH="1">
            <a:off x="-7799" y="2775"/>
            <a:ext cx="12199799" cy="6855225"/>
          </a:xfrm>
          <a:custGeom>
            <a:avLst/>
            <a:gdLst>
              <a:gd name="connsiteX0" fmla="*/ 12191972 w 12199799"/>
              <a:gd name="connsiteY0" fmla="*/ 6422977 h 6855225"/>
              <a:gd name="connsiteX1" fmla="*/ 11438115 w 12199799"/>
              <a:gd name="connsiteY1" fmla="*/ 6855225 h 6855225"/>
              <a:gd name="connsiteX2" fmla="*/ 12191972 w 12199799"/>
              <a:gd name="connsiteY2" fmla="*/ 6855225 h 6855225"/>
              <a:gd name="connsiteX3" fmla="*/ 797473 w 12199799"/>
              <a:gd name="connsiteY3" fmla="*/ 6406846 h 6855225"/>
              <a:gd name="connsiteX4" fmla="*/ 20320 w 12199799"/>
              <a:gd name="connsiteY4" fmla="*/ 6852450 h 6855225"/>
              <a:gd name="connsiteX5" fmla="*/ 1574626 w 12199799"/>
              <a:gd name="connsiteY5" fmla="*/ 6852450 h 6855225"/>
              <a:gd name="connsiteX6" fmla="*/ 2428702 w 12199799"/>
              <a:gd name="connsiteY6" fmla="*/ 6406846 h 6855225"/>
              <a:gd name="connsiteX7" fmla="*/ 1651549 w 12199799"/>
              <a:gd name="connsiteY7" fmla="*/ 6852450 h 6855225"/>
              <a:gd name="connsiteX8" fmla="*/ 3205855 w 12199799"/>
              <a:gd name="connsiteY8" fmla="*/ 6852450 h 6855225"/>
              <a:gd name="connsiteX9" fmla="*/ 4058708 w 12199799"/>
              <a:gd name="connsiteY9" fmla="*/ 6406846 h 6855225"/>
              <a:gd name="connsiteX10" fmla="*/ 3281555 w 12199799"/>
              <a:gd name="connsiteY10" fmla="*/ 6852450 h 6855225"/>
              <a:gd name="connsiteX11" fmla="*/ 4835861 w 12199799"/>
              <a:gd name="connsiteY11" fmla="*/ 6852450 h 6855225"/>
              <a:gd name="connsiteX12" fmla="*/ 5689937 w 12199799"/>
              <a:gd name="connsiteY12" fmla="*/ 6406846 h 6855225"/>
              <a:gd name="connsiteX13" fmla="*/ 4912784 w 12199799"/>
              <a:gd name="connsiteY13" fmla="*/ 6852450 h 6855225"/>
              <a:gd name="connsiteX14" fmla="*/ 6467087 w 12199799"/>
              <a:gd name="connsiteY14" fmla="*/ 6852450 h 6855225"/>
              <a:gd name="connsiteX15" fmla="*/ 7321607 w 12199799"/>
              <a:gd name="connsiteY15" fmla="*/ 6406846 h 6855225"/>
              <a:gd name="connsiteX16" fmla="*/ 6544450 w 12199799"/>
              <a:gd name="connsiteY16" fmla="*/ 6852450 h 6855225"/>
              <a:gd name="connsiteX17" fmla="*/ 8098751 w 12199799"/>
              <a:gd name="connsiteY17" fmla="*/ 6852450 h 6855225"/>
              <a:gd name="connsiteX18" fmla="*/ 8952824 w 12199799"/>
              <a:gd name="connsiteY18" fmla="*/ 6406846 h 6855225"/>
              <a:gd name="connsiteX19" fmla="*/ 8175673 w 12199799"/>
              <a:gd name="connsiteY19" fmla="*/ 6852450 h 6855225"/>
              <a:gd name="connsiteX20" fmla="*/ 9729977 w 12199799"/>
              <a:gd name="connsiteY20" fmla="*/ 6852450 h 6855225"/>
              <a:gd name="connsiteX21" fmla="*/ 10584056 w 12199799"/>
              <a:gd name="connsiteY21" fmla="*/ 6406846 h 6855225"/>
              <a:gd name="connsiteX22" fmla="*/ 9806900 w 12199799"/>
              <a:gd name="connsiteY22" fmla="*/ 6852450 h 6855225"/>
              <a:gd name="connsiteX23" fmla="*/ 11361208 w 12199799"/>
              <a:gd name="connsiteY23" fmla="*/ 6852450 h 6855225"/>
              <a:gd name="connsiteX24" fmla="*/ 1596722 w 12199799"/>
              <a:gd name="connsiteY24" fmla="*/ 5924618 h 6855225"/>
              <a:gd name="connsiteX25" fmla="*/ 815170 w 12199799"/>
              <a:gd name="connsiteY25" fmla="*/ 6377918 h 6855225"/>
              <a:gd name="connsiteX26" fmla="*/ 1596722 w 12199799"/>
              <a:gd name="connsiteY26" fmla="*/ 6831220 h 6855225"/>
              <a:gd name="connsiteX27" fmla="*/ 3228838 w 12199799"/>
              <a:gd name="connsiteY27" fmla="*/ 5924618 h 6855225"/>
              <a:gd name="connsiteX28" fmla="*/ 2447286 w 12199799"/>
              <a:gd name="connsiteY28" fmla="*/ 6377918 h 6855225"/>
              <a:gd name="connsiteX29" fmla="*/ 3228838 w 12199799"/>
              <a:gd name="connsiteY29" fmla="*/ 6831220 h 6855225"/>
              <a:gd name="connsiteX30" fmla="*/ 4857957 w 12199799"/>
              <a:gd name="connsiteY30" fmla="*/ 5924618 h 6855225"/>
              <a:gd name="connsiteX31" fmla="*/ 4076405 w 12199799"/>
              <a:gd name="connsiteY31" fmla="*/ 6377918 h 6855225"/>
              <a:gd name="connsiteX32" fmla="*/ 4857957 w 12199799"/>
              <a:gd name="connsiteY32" fmla="*/ 6831220 h 6855225"/>
              <a:gd name="connsiteX33" fmla="*/ 6490069 w 12199799"/>
              <a:gd name="connsiteY33" fmla="*/ 5924618 h 6855225"/>
              <a:gd name="connsiteX34" fmla="*/ 5708521 w 12199799"/>
              <a:gd name="connsiteY34" fmla="*/ 6377918 h 6855225"/>
              <a:gd name="connsiteX35" fmla="*/ 6490069 w 12199799"/>
              <a:gd name="connsiteY35" fmla="*/ 6831220 h 6855225"/>
              <a:gd name="connsiteX36" fmla="*/ 8120394 w 12199799"/>
              <a:gd name="connsiteY36" fmla="*/ 5924618 h 6855225"/>
              <a:gd name="connsiteX37" fmla="*/ 7338859 w 12199799"/>
              <a:gd name="connsiteY37" fmla="*/ 6377918 h 6855225"/>
              <a:gd name="connsiteX38" fmla="*/ 8120394 w 12199799"/>
              <a:gd name="connsiteY38" fmla="*/ 6831220 h 6855225"/>
              <a:gd name="connsiteX39" fmla="*/ 9752510 w 12199799"/>
              <a:gd name="connsiteY39" fmla="*/ 5924618 h 6855225"/>
              <a:gd name="connsiteX40" fmla="*/ 8970960 w 12199799"/>
              <a:gd name="connsiteY40" fmla="*/ 6377918 h 6855225"/>
              <a:gd name="connsiteX41" fmla="*/ 9752510 w 12199799"/>
              <a:gd name="connsiteY41" fmla="*/ 6831220 h 6855225"/>
              <a:gd name="connsiteX42" fmla="*/ 11384629 w 12199799"/>
              <a:gd name="connsiteY42" fmla="*/ 5924618 h 6855225"/>
              <a:gd name="connsiteX43" fmla="*/ 10603077 w 12199799"/>
              <a:gd name="connsiteY43" fmla="*/ 6377918 h 6855225"/>
              <a:gd name="connsiteX44" fmla="*/ 11384629 w 12199799"/>
              <a:gd name="connsiteY44" fmla="*/ 6831220 h 6855225"/>
              <a:gd name="connsiteX45" fmla="*/ 0 w 12199799"/>
              <a:gd name="connsiteY45" fmla="*/ 5924618 h 6855225"/>
              <a:gd name="connsiteX46" fmla="*/ 0 w 12199799"/>
              <a:gd name="connsiteY46" fmla="*/ 6831220 h 6855225"/>
              <a:gd name="connsiteX47" fmla="*/ 781552 w 12199799"/>
              <a:gd name="connsiteY47" fmla="*/ 6377919 h 6855225"/>
              <a:gd name="connsiteX48" fmla="*/ 1630341 w 12199799"/>
              <a:gd name="connsiteY48" fmla="*/ 5924618 h 6855225"/>
              <a:gd name="connsiteX49" fmla="*/ 1630341 w 12199799"/>
              <a:gd name="connsiteY49" fmla="*/ 6831220 h 6855225"/>
              <a:gd name="connsiteX50" fmla="*/ 2411893 w 12199799"/>
              <a:gd name="connsiteY50" fmla="*/ 6377919 h 6855225"/>
              <a:gd name="connsiteX51" fmla="*/ 3261235 w 12199799"/>
              <a:gd name="connsiteY51" fmla="*/ 5924618 h 6855225"/>
              <a:gd name="connsiteX52" fmla="*/ 3261235 w 12199799"/>
              <a:gd name="connsiteY52" fmla="*/ 6831220 h 6855225"/>
              <a:gd name="connsiteX53" fmla="*/ 4042787 w 12199799"/>
              <a:gd name="connsiteY53" fmla="*/ 6377919 h 6855225"/>
              <a:gd name="connsiteX54" fmla="*/ 4891576 w 12199799"/>
              <a:gd name="connsiteY54" fmla="*/ 5924618 h 6855225"/>
              <a:gd name="connsiteX55" fmla="*/ 4891576 w 12199799"/>
              <a:gd name="connsiteY55" fmla="*/ 6831220 h 6855225"/>
              <a:gd name="connsiteX56" fmla="*/ 5673128 w 12199799"/>
              <a:gd name="connsiteY56" fmla="*/ 6377919 h 6855225"/>
              <a:gd name="connsiteX57" fmla="*/ 6523688 w 12199799"/>
              <a:gd name="connsiteY57" fmla="*/ 5924618 h 6855225"/>
              <a:gd name="connsiteX58" fmla="*/ 6523688 w 12199799"/>
              <a:gd name="connsiteY58" fmla="*/ 6831220 h 6855225"/>
              <a:gd name="connsiteX59" fmla="*/ 7305243 w 12199799"/>
              <a:gd name="connsiteY59" fmla="*/ 6377919 h 6855225"/>
              <a:gd name="connsiteX60" fmla="*/ 8154013 w 12199799"/>
              <a:gd name="connsiteY60" fmla="*/ 5924618 h 6855225"/>
              <a:gd name="connsiteX61" fmla="*/ 8154013 w 12199799"/>
              <a:gd name="connsiteY61" fmla="*/ 6831220 h 6855225"/>
              <a:gd name="connsiteX62" fmla="*/ 8935564 w 12199799"/>
              <a:gd name="connsiteY62" fmla="*/ 6377919 h 6855225"/>
              <a:gd name="connsiteX63" fmla="*/ 9786128 w 12199799"/>
              <a:gd name="connsiteY63" fmla="*/ 5924618 h 6855225"/>
              <a:gd name="connsiteX64" fmla="*/ 9786128 w 12199799"/>
              <a:gd name="connsiteY64" fmla="*/ 6831220 h 6855225"/>
              <a:gd name="connsiteX65" fmla="*/ 10567682 w 12199799"/>
              <a:gd name="connsiteY65" fmla="*/ 6377919 h 6855225"/>
              <a:gd name="connsiteX66" fmla="*/ 11418248 w 12199799"/>
              <a:gd name="connsiteY66" fmla="*/ 5924618 h 6855225"/>
              <a:gd name="connsiteX67" fmla="*/ 11418248 w 12199799"/>
              <a:gd name="connsiteY67" fmla="*/ 6831220 h 6855225"/>
              <a:gd name="connsiteX68" fmla="*/ 12199798 w 12199799"/>
              <a:gd name="connsiteY68" fmla="*/ 6377919 h 6855225"/>
              <a:gd name="connsiteX69" fmla="*/ 781554 w 12199799"/>
              <a:gd name="connsiteY69" fmla="*/ 5438511 h 6855225"/>
              <a:gd name="connsiteX70" fmla="*/ 1 w 12199799"/>
              <a:gd name="connsiteY70" fmla="*/ 5891812 h 6855225"/>
              <a:gd name="connsiteX71" fmla="*/ 781554 w 12199799"/>
              <a:gd name="connsiteY71" fmla="*/ 6345112 h 6855225"/>
              <a:gd name="connsiteX72" fmla="*/ 815170 w 12199799"/>
              <a:gd name="connsiteY72" fmla="*/ 5438511 h 6855225"/>
              <a:gd name="connsiteX73" fmla="*/ 815170 w 12199799"/>
              <a:gd name="connsiteY73" fmla="*/ 6345112 h 6855225"/>
              <a:gd name="connsiteX74" fmla="*/ 1596723 w 12199799"/>
              <a:gd name="connsiteY74" fmla="*/ 5891811 h 6855225"/>
              <a:gd name="connsiteX75" fmla="*/ 2411894 w 12199799"/>
              <a:gd name="connsiteY75" fmla="*/ 5438511 h 6855225"/>
              <a:gd name="connsiteX76" fmla="*/ 1630341 w 12199799"/>
              <a:gd name="connsiteY76" fmla="*/ 5891812 h 6855225"/>
              <a:gd name="connsiteX77" fmla="*/ 2411894 w 12199799"/>
              <a:gd name="connsiteY77" fmla="*/ 6345112 h 6855225"/>
              <a:gd name="connsiteX78" fmla="*/ 2447286 w 12199799"/>
              <a:gd name="connsiteY78" fmla="*/ 5438511 h 6855225"/>
              <a:gd name="connsiteX79" fmla="*/ 2447286 w 12199799"/>
              <a:gd name="connsiteY79" fmla="*/ 6345112 h 6855225"/>
              <a:gd name="connsiteX80" fmla="*/ 3228839 w 12199799"/>
              <a:gd name="connsiteY80" fmla="*/ 5891811 h 6855225"/>
              <a:gd name="connsiteX81" fmla="*/ 4042789 w 12199799"/>
              <a:gd name="connsiteY81" fmla="*/ 5438511 h 6855225"/>
              <a:gd name="connsiteX82" fmla="*/ 3261236 w 12199799"/>
              <a:gd name="connsiteY82" fmla="*/ 5891812 h 6855225"/>
              <a:gd name="connsiteX83" fmla="*/ 4042789 w 12199799"/>
              <a:gd name="connsiteY83" fmla="*/ 6345112 h 6855225"/>
              <a:gd name="connsiteX84" fmla="*/ 4076405 w 12199799"/>
              <a:gd name="connsiteY84" fmla="*/ 5438511 h 6855225"/>
              <a:gd name="connsiteX85" fmla="*/ 4076405 w 12199799"/>
              <a:gd name="connsiteY85" fmla="*/ 6345112 h 6855225"/>
              <a:gd name="connsiteX86" fmla="*/ 4857958 w 12199799"/>
              <a:gd name="connsiteY86" fmla="*/ 5891811 h 6855225"/>
              <a:gd name="connsiteX87" fmla="*/ 5673129 w 12199799"/>
              <a:gd name="connsiteY87" fmla="*/ 5438511 h 6855225"/>
              <a:gd name="connsiteX88" fmla="*/ 4891576 w 12199799"/>
              <a:gd name="connsiteY88" fmla="*/ 5891812 h 6855225"/>
              <a:gd name="connsiteX89" fmla="*/ 5673129 w 12199799"/>
              <a:gd name="connsiteY89" fmla="*/ 6345112 h 6855225"/>
              <a:gd name="connsiteX90" fmla="*/ 5708521 w 12199799"/>
              <a:gd name="connsiteY90" fmla="*/ 5438511 h 6855225"/>
              <a:gd name="connsiteX91" fmla="*/ 5708521 w 12199799"/>
              <a:gd name="connsiteY91" fmla="*/ 6345112 h 6855225"/>
              <a:gd name="connsiteX92" fmla="*/ 6490069 w 12199799"/>
              <a:gd name="connsiteY92" fmla="*/ 5891811 h 6855225"/>
              <a:gd name="connsiteX93" fmla="*/ 7305243 w 12199799"/>
              <a:gd name="connsiteY93" fmla="*/ 5438511 h 6855225"/>
              <a:gd name="connsiteX94" fmla="*/ 6523688 w 12199799"/>
              <a:gd name="connsiteY94" fmla="*/ 5891812 h 6855225"/>
              <a:gd name="connsiteX95" fmla="*/ 7305243 w 12199799"/>
              <a:gd name="connsiteY95" fmla="*/ 6345112 h 6855225"/>
              <a:gd name="connsiteX96" fmla="*/ 7338859 w 12199799"/>
              <a:gd name="connsiteY96" fmla="*/ 5438511 h 6855225"/>
              <a:gd name="connsiteX97" fmla="*/ 7338859 w 12199799"/>
              <a:gd name="connsiteY97" fmla="*/ 6345112 h 6855225"/>
              <a:gd name="connsiteX98" fmla="*/ 8120395 w 12199799"/>
              <a:gd name="connsiteY98" fmla="*/ 5891811 h 6855225"/>
              <a:gd name="connsiteX99" fmla="*/ 8935566 w 12199799"/>
              <a:gd name="connsiteY99" fmla="*/ 5438511 h 6855225"/>
              <a:gd name="connsiteX100" fmla="*/ 8154014 w 12199799"/>
              <a:gd name="connsiteY100" fmla="*/ 5891812 h 6855225"/>
              <a:gd name="connsiteX101" fmla="*/ 8935566 w 12199799"/>
              <a:gd name="connsiteY101" fmla="*/ 6345112 h 6855225"/>
              <a:gd name="connsiteX102" fmla="*/ 8970959 w 12199799"/>
              <a:gd name="connsiteY102" fmla="*/ 5438511 h 6855225"/>
              <a:gd name="connsiteX103" fmla="*/ 8970959 w 12199799"/>
              <a:gd name="connsiteY103" fmla="*/ 6345112 h 6855225"/>
              <a:gd name="connsiteX104" fmla="*/ 9752511 w 12199799"/>
              <a:gd name="connsiteY104" fmla="*/ 5891811 h 6855225"/>
              <a:gd name="connsiteX105" fmla="*/ 10567683 w 12199799"/>
              <a:gd name="connsiteY105" fmla="*/ 5438511 h 6855225"/>
              <a:gd name="connsiteX106" fmla="*/ 9786128 w 12199799"/>
              <a:gd name="connsiteY106" fmla="*/ 5891812 h 6855225"/>
              <a:gd name="connsiteX107" fmla="*/ 10567683 w 12199799"/>
              <a:gd name="connsiteY107" fmla="*/ 6345112 h 6855225"/>
              <a:gd name="connsiteX108" fmla="*/ 10603076 w 12199799"/>
              <a:gd name="connsiteY108" fmla="*/ 5438511 h 6855225"/>
              <a:gd name="connsiteX109" fmla="*/ 10603076 w 12199799"/>
              <a:gd name="connsiteY109" fmla="*/ 6345112 h 6855225"/>
              <a:gd name="connsiteX110" fmla="*/ 11384630 w 12199799"/>
              <a:gd name="connsiteY110" fmla="*/ 5891811 h 6855225"/>
              <a:gd name="connsiteX111" fmla="*/ 12199799 w 12199799"/>
              <a:gd name="connsiteY111" fmla="*/ 5438511 h 6855225"/>
              <a:gd name="connsiteX112" fmla="*/ 11418248 w 12199799"/>
              <a:gd name="connsiteY112" fmla="*/ 5891812 h 6855225"/>
              <a:gd name="connsiteX113" fmla="*/ 12199799 w 12199799"/>
              <a:gd name="connsiteY113" fmla="*/ 6345112 h 6855225"/>
              <a:gd name="connsiteX114" fmla="*/ 1596722 w 12199799"/>
              <a:gd name="connsiteY114" fmla="*/ 4943763 h 6855225"/>
              <a:gd name="connsiteX115" fmla="*/ 815170 w 12199799"/>
              <a:gd name="connsiteY115" fmla="*/ 5397063 h 6855225"/>
              <a:gd name="connsiteX116" fmla="*/ 1596722 w 12199799"/>
              <a:gd name="connsiteY116" fmla="*/ 5850364 h 6855225"/>
              <a:gd name="connsiteX117" fmla="*/ 3228838 w 12199799"/>
              <a:gd name="connsiteY117" fmla="*/ 4943763 h 6855225"/>
              <a:gd name="connsiteX118" fmla="*/ 2447286 w 12199799"/>
              <a:gd name="connsiteY118" fmla="*/ 5397063 h 6855225"/>
              <a:gd name="connsiteX119" fmla="*/ 3228838 w 12199799"/>
              <a:gd name="connsiteY119" fmla="*/ 5850364 h 6855225"/>
              <a:gd name="connsiteX120" fmla="*/ 4857957 w 12199799"/>
              <a:gd name="connsiteY120" fmla="*/ 4943763 h 6855225"/>
              <a:gd name="connsiteX121" fmla="*/ 4076405 w 12199799"/>
              <a:gd name="connsiteY121" fmla="*/ 5397063 h 6855225"/>
              <a:gd name="connsiteX122" fmla="*/ 4857957 w 12199799"/>
              <a:gd name="connsiteY122" fmla="*/ 5850364 h 6855225"/>
              <a:gd name="connsiteX123" fmla="*/ 6490069 w 12199799"/>
              <a:gd name="connsiteY123" fmla="*/ 4943763 h 6855225"/>
              <a:gd name="connsiteX124" fmla="*/ 5708521 w 12199799"/>
              <a:gd name="connsiteY124" fmla="*/ 5397063 h 6855225"/>
              <a:gd name="connsiteX125" fmla="*/ 6490069 w 12199799"/>
              <a:gd name="connsiteY125" fmla="*/ 5850364 h 6855225"/>
              <a:gd name="connsiteX126" fmla="*/ 8120394 w 12199799"/>
              <a:gd name="connsiteY126" fmla="*/ 4943763 h 6855225"/>
              <a:gd name="connsiteX127" fmla="*/ 7338859 w 12199799"/>
              <a:gd name="connsiteY127" fmla="*/ 5397063 h 6855225"/>
              <a:gd name="connsiteX128" fmla="*/ 8120394 w 12199799"/>
              <a:gd name="connsiteY128" fmla="*/ 5850364 h 6855225"/>
              <a:gd name="connsiteX129" fmla="*/ 9752510 w 12199799"/>
              <a:gd name="connsiteY129" fmla="*/ 4943763 h 6855225"/>
              <a:gd name="connsiteX130" fmla="*/ 8970960 w 12199799"/>
              <a:gd name="connsiteY130" fmla="*/ 5397063 h 6855225"/>
              <a:gd name="connsiteX131" fmla="*/ 9752510 w 12199799"/>
              <a:gd name="connsiteY131" fmla="*/ 5850364 h 6855225"/>
              <a:gd name="connsiteX132" fmla="*/ 11384629 w 12199799"/>
              <a:gd name="connsiteY132" fmla="*/ 4943763 h 6855225"/>
              <a:gd name="connsiteX133" fmla="*/ 10603076 w 12199799"/>
              <a:gd name="connsiteY133" fmla="*/ 5397063 h 6855225"/>
              <a:gd name="connsiteX134" fmla="*/ 11384629 w 12199799"/>
              <a:gd name="connsiteY134" fmla="*/ 5850364 h 6855225"/>
              <a:gd name="connsiteX135" fmla="*/ 0 w 12199799"/>
              <a:gd name="connsiteY135" fmla="*/ 4943763 h 6855225"/>
              <a:gd name="connsiteX136" fmla="*/ 0 w 12199799"/>
              <a:gd name="connsiteY136" fmla="*/ 5850365 h 6855225"/>
              <a:gd name="connsiteX137" fmla="*/ 781552 w 12199799"/>
              <a:gd name="connsiteY137" fmla="*/ 5397064 h 6855225"/>
              <a:gd name="connsiteX138" fmla="*/ 1630341 w 12199799"/>
              <a:gd name="connsiteY138" fmla="*/ 4943763 h 6855225"/>
              <a:gd name="connsiteX139" fmla="*/ 1630341 w 12199799"/>
              <a:gd name="connsiteY139" fmla="*/ 5850365 h 6855225"/>
              <a:gd name="connsiteX140" fmla="*/ 2411893 w 12199799"/>
              <a:gd name="connsiteY140" fmla="*/ 5397064 h 6855225"/>
              <a:gd name="connsiteX141" fmla="*/ 3261235 w 12199799"/>
              <a:gd name="connsiteY141" fmla="*/ 4943763 h 6855225"/>
              <a:gd name="connsiteX142" fmla="*/ 3261235 w 12199799"/>
              <a:gd name="connsiteY142" fmla="*/ 5850365 h 6855225"/>
              <a:gd name="connsiteX143" fmla="*/ 4042787 w 12199799"/>
              <a:gd name="connsiteY143" fmla="*/ 5397064 h 6855225"/>
              <a:gd name="connsiteX144" fmla="*/ 4891576 w 12199799"/>
              <a:gd name="connsiteY144" fmla="*/ 4943763 h 6855225"/>
              <a:gd name="connsiteX145" fmla="*/ 4891576 w 12199799"/>
              <a:gd name="connsiteY145" fmla="*/ 5850365 h 6855225"/>
              <a:gd name="connsiteX146" fmla="*/ 5673128 w 12199799"/>
              <a:gd name="connsiteY146" fmla="*/ 5397064 h 6855225"/>
              <a:gd name="connsiteX147" fmla="*/ 6523688 w 12199799"/>
              <a:gd name="connsiteY147" fmla="*/ 4943763 h 6855225"/>
              <a:gd name="connsiteX148" fmla="*/ 6523688 w 12199799"/>
              <a:gd name="connsiteY148" fmla="*/ 5850365 h 6855225"/>
              <a:gd name="connsiteX149" fmla="*/ 7305243 w 12199799"/>
              <a:gd name="connsiteY149" fmla="*/ 5397064 h 6855225"/>
              <a:gd name="connsiteX150" fmla="*/ 8154013 w 12199799"/>
              <a:gd name="connsiteY150" fmla="*/ 4943763 h 6855225"/>
              <a:gd name="connsiteX151" fmla="*/ 8154013 w 12199799"/>
              <a:gd name="connsiteY151" fmla="*/ 5850365 h 6855225"/>
              <a:gd name="connsiteX152" fmla="*/ 8935564 w 12199799"/>
              <a:gd name="connsiteY152" fmla="*/ 5397064 h 6855225"/>
              <a:gd name="connsiteX153" fmla="*/ 9786128 w 12199799"/>
              <a:gd name="connsiteY153" fmla="*/ 4943763 h 6855225"/>
              <a:gd name="connsiteX154" fmla="*/ 9786128 w 12199799"/>
              <a:gd name="connsiteY154" fmla="*/ 5850365 h 6855225"/>
              <a:gd name="connsiteX155" fmla="*/ 10567681 w 12199799"/>
              <a:gd name="connsiteY155" fmla="*/ 5397064 h 6855225"/>
              <a:gd name="connsiteX156" fmla="*/ 11418247 w 12199799"/>
              <a:gd name="connsiteY156" fmla="*/ 4943763 h 6855225"/>
              <a:gd name="connsiteX157" fmla="*/ 11418247 w 12199799"/>
              <a:gd name="connsiteY157" fmla="*/ 5850365 h 6855225"/>
              <a:gd name="connsiteX158" fmla="*/ 12199798 w 12199799"/>
              <a:gd name="connsiteY158" fmla="*/ 5397064 h 6855225"/>
              <a:gd name="connsiteX159" fmla="*/ 781554 w 12199799"/>
              <a:gd name="connsiteY159" fmla="*/ 4455068 h 6855225"/>
              <a:gd name="connsiteX160" fmla="*/ 1 w 12199799"/>
              <a:gd name="connsiteY160" fmla="*/ 4908369 h 6855225"/>
              <a:gd name="connsiteX161" fmla="*/ 781554 w 12199799"/>
              <a:gd name="connsiteY161" fmla="*/ 5361669 h 6855225"/>
              <a:gd name="connsiteX162" fmla="*/ 815170 w 12199799"/>
              <a:gd name="connsiteY162" fmla="*/ 4455068 h 6855225"/>
              <a:gd name="connsiteX163" fmla="*/ 815170 w 12199799"/>
              <a:gd name="connsiteY163" fmla="*/ 5361669 h 6855225"/>
              <a:gd name="connsiteX164" fmla="*/ 1596723 w 12199799"/>
              <a:gd name="connsiteY164" fmla="*/ 4908368 h 6855225"/>
              <a:gd name="connsiteX165" fmla="*/ 2411894 w 12199799"/>
              <a:gd name="connsiteY165" fmla="*/ 4455068 h 6855225"/>
              <a:gd name="connsiteX166" fmla="*/ 1630341 w 12199799"/>
              <a:gd name="connsiteY166" fmla="*/ 4908369 h 6855225"/>
              <a:gd name="connsiteX167" fmla="*/ 2411894 w 12199799"/>
              <a:gd name="connsiteY167" fmla="*/ 5361669 h 6855225"/>
              <a:gd name="connsiteX168" fmla="*/ 2447286 w 12199799"/>
              <a:gd name="connsiteY168" fmla="*/ 4455068 h 6855225"/>
              <a:gd name="connsiteX169" fmla="*/ 2447286 w 12199799"/>
              <a:gd name="connsiteY169" fmla="*/ 5361669 h 6855225"/>
              <a:gd name="connsiteX170" fmla="*/ 3228839 w 12199799"/>
              <a:gd name="connsiteY170" fmla="*/ 4908368 h 6855225"/>
              <a:gd name="connsiteX171" fmla="*/ 4042789 w 12199799"/>
              <a:gd name="connsiteY171" fmla="*/ 4455068 h 6855225"/>
              <a:gd name="connsiteX172" fmla="*/ 3261236 w 12199799"/>
              <a:gd name="connsiteY172" fmla="*/ 4908369 h 6855225"/>
              <a:gd name="connsiteX173" fmla="*/ 4042789 w 12199799"/>
              <a:gd name="connsiteY173" fmla="*/ 5361669 h 6855225"/>
              <a:gd name="connsiteX174" fmla="*/ 4076405 w 12199799"/>
              <a:gd name="connsiteY174" fmla="*/ 4455068 h 6855225"/>
              <a:gd name="connsiteX175" fmla="*/ 4076405 w 12199799"/>
              <a:gd name="connsiteY175" fmla="*/ 5361669 h 6855225"/>
              <a:gd name="connsiteX176" fmla="*/ 4857958 w 12199799"/>
              <a:gd name="connsiteY176" fmla="*/ 4908368 h 6855225"/>
              <a:gd name="connsiteX177" fmla="*/ 5673129 w 12199799"/>
              <a:gd name="connsiteY177" fmla="*/ 4455068 h 6855225"/>
              <a:gd name="connsiteX178" fmla="*/ 4891576 w 12199799"/>
              <a:gd name="connsiteY178" fmla="*/ 4908369 h 6855225"/>
              <a:gd name="connsiteX179" fmla="*/ 5673129 w 12199799"/>
              <a:gd name="connsiteY179" fmla="*/ 5361669 h 6855225"/>
              <a:gd name="connsiteX180" fmla="*/ 5708521 w 12199799"/>
              <a:gd name="connsiteY180" fmla="*/ 4455068 h 6855225"/>
              <a:gd name="connsiteX181" fmla="*/ 5708521 w 12199799"/>
              <a:gd name="connsiteY181" fmla="*/ 5361669 h 6855225"/>
              <a:gd name="connsiteX182" fmla="*/ 6490069 w 12199799"/>
              <a:gd name="connsiteY182" fmla="*/ 4908368 h 6855225"/>
              <a:gd name="connsiteX183" fmla="*/ 7305243 w 12199799"/>
              <a:gd name="connsiteY183" fmla="*/ 4455068 h 6855225"/>
              <a:gd name="connsiteX184" fmla="*/ 6523688 w 12199799"/>
              <a:gd name="connsiteY184" fmla="*/ 4908369 h 6855225"/>
              <a:gd name="connsiteX185" fmla="*/ 7305243 w 12199799"/>
              <a:gd name="connsiteY185" fmla="*/ 5361669 h 6855225"/>
              <a:gd name="connsiteX186" fmla="*/ 7338859 w 12199799"/>
              <a:gd name="connsiteY186" fmla="*/ 4455068 h 6855225"/>
              <a:gd name="connsiteX187" fmla="*/ 7338859 w 12199799"/>
              <a:gd name="connsiteY187" fmla="*/ 5361669 h 6855225"/>
              <a:gd name="connsiteX188" fmla="*/ 8120395 w 12199799"/>
              <a:gd name="connsiteY188" fmla="*/ 4908368 h 6855225"/>
              <a:gd name="connsiteX189" fmla="*/ 8935566 w 12199799"/>
              <a:gd name="connsiteY189" fmla="*/ 4455068 h 6855225"/>
              <a:gd name="connsiteX190" fmla="*/ 8154014 w 12199799"/>
              <a:gd name="connsiteY190" fmla="*/ 4908369 h 6855225"/>
              <a:gd name="connsiteX191" fmla="*/ 8935566 w 12199799"/>
              <a:gd name="connsiteY191" fmla="*/ 5361669 h 6855225"/>
              <a:gd name="connsiteX192" fmla="*/ 8970959 w 12199799"/>
              <a:gd name="connsiteY192" fmla="*/ 4455068 h 6855225"/>
              <a:gd name="connsiteX193" fmla="*/ 8970959 w 12199799"/>
              <a:gd name="connsiteY193" fmla="*/ 5361669 h 6855225"/>
              <a:gd name="connsiteX194" fmla="*/ 9752511 w 12199799"/>
              <a:gd name="connsiteY194" fmla="*/ 4908368 h 6855225"/>
              <a:gd name="connsiteX195" fmla="*/ 10567683 w 12199799"/>
              <a:gd name="connsiteY195" fmla="*/ 4455068 h 6855225"/>
              <a:gd name="connsiteX196" fmla="*/ 9786128 w 12199799"/>
              <a:gd name="connsiteY196" fmla="*/ 4908369 h 6855225"/>
              <a:gd name="connsiteX197" fmla="*/ 10567683 w 12199799"/>
              <a:gd name="connsiteY197" fmla="*/ 5361669 h 6855225"/>
              <a:gd name="connsiteX198" fmla="*/ 10603076 w 12199799"/>
              <a:gd name="connsiteY198" fmla="*/ 4455068 h 6855225"/>
              <a:gd name="connsiteX199" fmla="*/ 10603076 w 12199799"/>
              <a:gd name="connsiteY199" fmla="*/ 5361669 h 6855225"/>
              <a:gd name="connsiteX200" fmla="*/ 11384629 w 12199799"/>
              <a:gd name="connsiteY200" fmla="*/ 4908368 h 6855225"/>
              <a:gd name="connsiteX201" fmla="*/ 12199799 w 12199799"/>
              <a:gd name="connsiteY201" fmla="*/ 4455068 h 6855225"/>
              <a:gd name="connsiteX202" fmla="*/ 11418247 w 12199799"/>
              <a:gd name="connsiteY202" fmla="*/ 4908369 h 6855225"/>
              <a:gd name="connsiteX203" fmla="*/ 12199799 w 12199799"/>
              <a:gd name="connsiteY203" fmla="*/ 5361669 h 6855225"/>
              <a:gd name="connsiteX204" fmla="*/ 1596722 w 12199799"/>
              <a:gd name="connsiteY204" fmla="*/ 3960320 h 6855225"/>
              <a:gd name="connsiteX205" fmla="*/ 815170 w 12199799"/>
              <a:gd name="connsiteY205" fmla="*/ 4413620 h 6855225"/>
              <a:gd name="connsiteX206" fmla="*/ 1596722 w 12199799"/>
              <a:gd name="connsiteY206" fmla="*/ 4866921 h 6855225"/>
              <a:gd name="connsiteX207" fmla="*/ 3228838 w 12199799"/>
              <a:gd name="connsiteY207" fmla="*/ 3960320 h 6855225"/>
              <a:gd name="connsiteX208" fmla="*/ 2447286 w 12199799"/>
              <a:gd name="connsiteY208" fmla="*/ 4413620 h 6855225"/>
              <a:gd name="connsiteX209" fmla="*/ 3228838 w 12199799"/>
              <a:gd name="connsiteY209" fmla="*/ 4866921 h 6855225"/>
              <a:gd name="connsiteX210" fmla="*/ 4857957 w 12199799"/>
              <a:gd name="connsiteY210" fmla="*/ 3960320 h 6855225"/>
              <a:gd name="connsiteX211" fmla="*/ 4076405 w 12199799"/>
              <a:gd name="connsiteY211" fmla="*/ 4413620 h 6855225"/>
              <a:gd name="connsiteX212" fmla="*/ 4857957 w 12199799"/>
              <a:gd name="connsiteY212" fmla="*/ 4866921 h 6855225"/>
              <a:gd name="connsiteX213" fmla="*/ 6490069 w 12199799"/>
              <a:gd name="connsiteY213" fmla="*/ 3960320 h 6855225"/>
              <a:gd name="connsiteX214" fmla="*/ 5708521 w 12199799"/>
              <a:gd name="connsiteY214" fmla="*/ 4413620 h 6855225"/>
              <a:gd name="connsiteX215" fmla="*/ 6490069 w 12199799"/>
              <a:gd name="connsiteY215" fmla="*/ 4866921 h 6855225"/>
              <a:gd name="connsiteX216" fmla="*/ 8120394 w 12199799"/>
              <a:gd name="connsiteY216" fmla="*/ 3960320 h 6855225"/>
              <a:gd name="connsiteX217" fmla="*/ 7338859 w 12199799"/>
              <a:gd name="connsiteY217" fmla="*/ 4413620 h 6855225"/>
              <a:gd name="connsiteX218" fmla="*/ 8120394 w 12199799"/>
              <a:gd name="connsiteY218" fmla="*/ 4866921 h 6855225"/>
              <a:gd name="connsiteX219" fmla="*/ 9752510 w 12199799"/>
              <a:gd name="connsiteY219" fmla="*/ 3960320 h 6855225"/>
              <a:gd name="connsiteX220" fmla="*/ 8970960 w 12199799"/>
              <a:gd name="connsiteY220" fmla="*/ 4413620 h 6855225"/>
              <a:gd name="connsiteX221" fmla="*/ 9752510 w 12199799"/>
              <a:gd name="connsiteY221" fmla="*/ 4866921 h 6855225"/>
              <a:gd name="connsiteX222" fmla="*/ 11384629 w 12199799"/>
              <a:gd name="connsiteY222" fmla="*/ 3960320 h 6855225"/>
              <a:gd name="connsiteX223" fmla="*/ 10603076 w 12199799"/>
              <a:gd name="connsiteY223" fmla="*/ 4413620 h 6855225"/>
              <a:gd name="connsiteX224" fmla="*/ 11384629 w 12199799"/>
              <a:gd name="connsiteY224" fmla="*/ 4866921 h 6855225"/>
              <a:gd name="connsiteX225" fmla="*/ 0 w 12199799"/>
              <a:gd name="connsiteY225" fmla="*/ 3960320 h 6855225"/>
              <a:gd name="connsiteX226" fmla="*/ 0 w 12199799"/>
              <a:gd name="connsiteY226" fmla="*/ 4866922 h 6855225"/>
              <a:gd name="connsiteX227" fmla="*/ 781552 w 12199799"/>
              <a:gd name="connsiteY227" fmla="*/ 4413621 h 6855225"/>
              <a:gd name="connsiteX228" fmla="*/ 1630341 w 12199799"/>
              <a:gd name="connsiteY228" fmla="*/ 3960320 h 6855225"/>
              <a:gd name="connsiteX229" fmla="*/ 1630341 w 12199799"/>
              <a:gd name="connsiteY229" fmla="*/ 4866922 h 6855225"/>
              <a:gd name="connsiteX230" fmla="*/ 2411893 w 12199799"/>
              <a:gd name="connsiteY230" fmla="*/ 4413621 h 6855225"/>
              <a:gd name="connsiteX231" fmla="*/ 3261235 w 12199799"/>
              <a:gd name="connsiteY231" fmla="*/ 3960320 h 6855225"/>
              <a:gd name="connsiteX232" fmla="*/ 3261235 w 12199799"/>
              <a:gd name="connsiteY232" fmla="*/ 4866922 h 6855225"/>
              <a:gd name="connsiteX233" fmla="*/ 4042787 w 12199799"/>
              <a:gd name="connsiteY233" fmla="*/ 4413621 h 6855225"/>
              <a:gd name="connsiteX234" fmla="*/ 4891576 w 12199799"/>
              <a:gd name="connsiteY234" fmla="*/ 3960320 h 6855225"/>
              <a:gd name="connsiteX235" fmla="*/ 4891576 w 12199799"/>
              <a:gd name="connsiteY235" fmla="*/ 4866922 h 6855225"/>
              <a:gd name="connsiteX236" fmla="*/ 5673128 w 12199799"/>
              <a:gd name="connsiteY236" fmla="*/ 4413621 h 6855225"/>
              <a:gd name="connsiteX237" fmla="*/ 6523688 w 12199799"/>
              <a:gd name="connsiteY237" fmla="*/ 3960320 h 6855225"/>
              <a:gd name="connsiteX238" fmla="*/ 6523688 w 12199799"/>
              <a:gd name="connsiteY238" fmla="*/ 4866922 h 6855225"/>
              <a:gd name="connsiteX239" fmla="*/ 7305243 w 12199799"/>
              <a:gd name="connsiteY239" fmla="*/ 4413621 h 6855225"/>
              <a:gd name="connsiteX240" fmla="*/ 8154013 w 12199799"/>
              <a:gd name="connsiteY240" fmla="*/ 3960320 h 6855225"/>
              <a:gd name="connsiteX241" fmla="*/ 8154013 w 12199799"/>
              <a:gd name="connsiteY241" fmla="*/ 4866922 h 6855225"/>
              <a:gd name="connsiteX242" fmla="*/ 8935564 w 12199799"/>
              <a:gd name="connsiteY242" fmla="*/ 4413621 h 6855225"/>
              <a:gd name="connsiteX243" fmla="*/ 9786127 w 12199799"/>
              <a:gd name="connsiteY243" fmla="*/ 3960320 h 6855225"/>
              <a:gd name="connsiteX244" fmla="*/ 9786127 w 12199799"/>
              <a:gd name="connsiteY244" fmla="*/ 4866922 h 6855225"/>
              <a:gd name="connsiteX245" fmla="*/ 10567681 w 12199799"/>
              <a:gd name="connsiteY245" fmla="*/ 4413621 h 6855225"/>
              <a:gd name="connsiteX246" fmla="*/ 11418247 w 12199799"/>
              <a:gd name="connsiteY246" fmla="*/ 3960320 h 6855225"/>
              <a:gd name="connsiteX247" fmla="*/ 11418247 w 12199799"/>
              <a:gd name="connsiteY247" fmla="*/ 4866922 h 6855225"/>
              <a:gd name="connsiteX248" fmla="*/ 12199798 w 12199799"/>
              <a:gd name="connsiteY248" fmla="*/ 4413621 h 6855225"/>
              <a:gd name="connsiteX249" fmla="*/ 781554 w 12199799"/>
              <a:gd name="connsiteY249" fmla="*/ 3468161 h 6855225"/>
              <a:gd name="connsiteX250" fmla="*/ 1 w 12199799"/>
              <a:gd name="connsiteY250" fmla="*/ 3921462 h 6855225"/>
              <a:gd name="connsiteX251" fmla="*/ 781554 w 12199799"/>
              <a:gd name="connsiteY251" fmla="*/ 4374762 h 6855225"/>
              <a:gd name="connsiteX252" fmla="*/ 815170 w 12199799"/>
              <a:gd name="connsiteY252" fmla="*/ 3468161 h 6855225"/>
              <a:gd name="connsiteX253" fmla="*/ 815170 w 12199799"/>
              <a:gd name="connsiteY253" fmla="*/ 4374762 h 6855225"/>
              <a:gd name="connsiteX254" fmla="*/ 1596723 w 12199799"/>
              <a:gd name="connsiteY254" fmla="*/ 3921461 h 6855225"/>
              <a:gd name="connsiteX255" fmla="*/ 2411894 w 12199799"/>
              <a:gd name="connsiteY255" fmla="*/ 3468161 h 6855225"/>
              <a:gd name="connsiteX256" fmla="*/ 1630341 w 12199799"/>
              <a:gd name="connsiteY256" fmla="*/ 3921462 h 6855225"/>
              <a:gd name="connsiteX257" fmla="*/ 2411894 w 12199799"/>
              <a:gd name="connsiteY257" fmla="*/ 4374762 h 6855225"/>
              <a:gd name="connsiteX258" fmla="*/ 2447286 w 12199799"/>
              <a:gd name="connsiteY258" fmla="*/ 3468161 h 6855225"/>
              <a:gd name="connsiteX259" fmla="*/ 2447286 w 12199799"/>
              <a:gd name="connsiteY259" fmla="*/ 4374762 h 6855225"/>
              <a:gd name="connsiteX260" fmla="*/ 3228839 w 12199799"/>
              <a:gd name="connsiteY260" fmla="*/ 3921461 h 6855225"/>
              <a:gd name="connsiteX261" fmla="*/ 4042789 w 12199799"/>
              <a:gd name="connsiteY261" fmla="*/ 3468161 h 6855225"/>
              <a:gd name="connsiteX262" fmla="*/ 3261236 w 12199799"/>
              <a:gd name="connsiteY262" fmla="*/ 3921462 h 6855225"/>
              <a:gd name="connsiteX263" fmla="*/ 4042789 w 12199799"/>
              <a:gd name="connsiteY263" fmla="*/ 4374762 h 6855225"/>
              <a:gd name="connsiteX264" fmla="*/ 4076405 w 12199799"/>
              <a:gd name="connsiteY264" fmla="*/ 3468161 h 6855225"/>
              <a:gd name="connsiteX265" fmla="*/ 4076405 w 12199799"/>
              <a:gd name="connsiteY265" fmla="*/ 4374762 h 6855225"/>
              <a:gd name="connsiteX266" fmla="*/ 4857958 w 12199799"/>
              <a:gd name="connsiteY266" fmla="*/ 3921461 h 6855225"/>
              <a:gd name="connsiteX267" fmla="*/ 5673129 w 12199799"/>
              <a:gd name="connsiteY267" fmla="*/ 3468161 h 6855225"/>
              <a:gd name="connsiteX268" fmla="*/ 4891576 w 12199799"/>
              <a:gd name="connsiteY268" fmla="*/ 3921462 h 6855225"/>
              <a:gd name="connsiteX269" fmla="*/ 5673129 w 12199799"/>
              <a:gd name="connsiteY269" fmla="*/ 4374762 h 6855225"/>
              <a:gd name="connsiteX270" fmla="*/ 5708521 w 12199799"/>
              <a:gd name="connsiteY270" fmla="*/ 3468161 h 6855225"/>
              <a:gd name="connsiteX271" fmla="*/ 5708521 w 12199799"/>
              <a:gd name="connsiteY271" fmla="*/ 4374762 h 6855225"/>
              <a:gd name="connsiteX272" fmla="*/ 6490069 w 12199799"/>
              <a:gd name="connsiteY272" fmla="*/ 3921461 h 6855225"/>
              <a:gd name="connsiteX273" fmla="*/ 7305243 w 12199799"/>
              <a:gd name="connsiteY273" fmla="*/ 3468161 h 6855225"/>
              <a:gd name="connsiteX274" fmla="*/ 6523688 w 12199799"/>
              <a:gd name="connsiteY274" fmla="*/ 3921462 h 6855225"/>
              <a:gd name="connsiteX275" fmla="*/ 7305243 w 12199799"/>
              <a:gd name="connsiteY275" fmla="*/ 4374762 h 6855225"/>
              <a:gd name="connsiteX276" fmla="*/ 7338859 w 12199799"/>
              <a:gd name="connsiteY276" fmla="*/ 3468161 h 6855225"/>
              <a:gd name="connsiteX277" fmla="*/ 7338859 w 12199799"/>
              <a:gd name="connsiteY277" fmla="*/ 4374762 h 6855225"/>
              <a:gd name="connsiteX278" fmla="*/ 8120395 w 12199799"/>
              <a:gd name="connsiteY278" fmla="*/ 3921461 h 6855225"/>
              <a:gd name="connsiteX279" fmla="*/ 8935566 w 12199799"/>
              <a:gd name="connsiteY279" fmla="*/ 3468161 h 6855225"/>
              <a:gd name="connsiteX280" fmla="*/ 8154014 w 12199799"/>
              <a:gd name="connsiteY280" fmla="*/ 3921462 h 6855225"/>
              <a:gd name="connsiteX281" fmla="*/ 8935566 w 12199799"/>
              <a:gd name="connsiteY281" fmla="*/ 4374762 h 6855225"/>
              <a:gd name="connsiteX282" fmla="*/ 8970959 w 12199799"/>
              <a:gd name="connsiteY282" fmla="*/ 3468161 h 6855225"/>
              <a:gd name="connsiteX283" fmla="*/ 8970959 w 12199799"/>
              <a:gd name="connsiteY283" fmla="*/ 4374762 h 6855225"/>
              <a:gd name="connsiteX284" fmla="*/ 9752511 w 12199799"/>
              <a:gd name="connsiteY284" fmla="*/ 3921461 h 6855225"/>
              <a:gd name="connsiteX285" fmla="*/ 10567680 w 12199799"/>
              <a:gd name="connsiteY285" fmla="*/ 3468161 h 6855225"/>
              <a:gd name="connsiteX286" fmla="*/ 9786128 w 12199799"/>
              <a:gd name="connsiteY286" fmla="*/ 3921462 h 6855225"/>
              <a:gd name="connsiteX287" fmla="*/ 10567680 w 12199799"/>
              <a:gd name="connsiteY287" fmla="*/ 4374762 h 6855225"/>
              <a:gd name="connsiteX288" fmla="*/ 10603074 w 12199799"/>
              <a:gd name="connsiteY288" fmla="*/ 3468161 h 6855225"/>
              <a:gd name="connsiteX289" fmla="*/ 10603074 w 12199799"/>
              <a:gd name="connsiteY289" fmla="*/ 4374762 h 6855225"/>
              <a:gd name="connsiteX290" fmla="*/ 11384627 w 12199799"/>
              <a:gd name="connsiteY290" fmla="*/ 3921461 h 6855225"/>
              <a:gd name="connsiteX291" fmla="*/ 12199796 w 12199799"/>
              <a:gd name="connsiteY291" fmla="*/ 3468161 h 6855225"/>
              <a:gd name="connsiteX292" fmla="*/ 11418245 w 12199799"/>
              <a:gd name="connsiteY292" fmla="*/ 3921462 h 6855225"/>
              <a:gd name="connsiteX293" fmla="*/ 12199796 w 12199799"/>
              <a:gd name="connsiteY293" fmla="*/ 4374762 h 6855225"/>
              <a:gd name="connsiteX294" fmla="*/ 6523688 w 12199799"/>
              <a:gd name="connsiteY294" fmla="*/ 2973432 h 6855225"/>
              <a:gd name="connsiteX295" fmla="*/ 6523688 w 12199799"/>
              <a:gd name="connsiteY295" fmla="*/ 3880015 h 6855225"/>
              <a:gd name="connsiteX296" fmla="*/ 7305243 w 12199799"/>
              <a:gd name="connsiteY296" fmla="*/ 3426715 h 6855225"/>
              <a:gd name="connsiteX297" fmla="*/ 8120394 w 12199799"/>
              <a:gd name="connsiteY297" fmla="*/ 2973430 h 6855225"/>
              <a:gd name="connsiteX298" fmla="*/ 7338859 w 12199799"/>
              <a:gd name="connsiteY298" fmla="*/ 3426715 h 6855225"/>
              <a:gd name="connsiteX299" fmla="*/ 8120394 w 12199799"/>
              <a:gd name="connsiteY299" fmla="*/ 3880014 h 6855225"/>
              <a:gd name="connsiteX300" fmla="*/ 8154013 w 12199799"/>
              <a:gd name="connsiteY300" fmla="*/ 2973430 h 6855225"/>
              <a:gd name="connsiteX301" fmla="*/ 8154013 w 12199799"/>
              <a:gd name="connsiteY301" fmla="*/ 3880015 h 6855225"/>
              <a:gd name="connsiteX302" fmla="*/ 8935564 w 12199799"/>
              <a:gd name="connsiteY302" fmla="*/ 3426715 h 6855225"/>
              <a:gd name="connsiteX303" fmla="*/ 9752510 w 12199799"/>
              <a:gd name="connsiteY303" fmla="*/ 2973428 h 6855225"/>
              <a:gd name="connsiteX304" fmla="*/ 8970960 w 12199799"/>
              <a:gd name="connsiteY304" fmla="*/ 3426715 h 6855225"/>
              <a:gd name="connsiteX305" fmla="*/ 9752510 w 12199799"/>
              <a:gd name="connsiteY305" fmla="*/ 3880014 h 6855225"/>
              <a:gd name="connsiteX306" fmla="*/ 9786127 w 12199799"/>
              <a:gd name="connsiteY306" fmla="*/ 2973428 h 6855225"/>
              <a:gd name="connsiteX307" fmla="*/ 9786127 w 12199799"/>
              <a:gd name="connsiteY307" fmla="*/ 3880015 h 6855225"/>
              <a:gd name="connsiteX308" fmla="*/ 10567678 w 12199799"/>
              <a:gd name="connsiteY308" fmla="*/ 3426715 h 6855225"/>
              <a:gd name="connsiteX309" fmla="*/ 11384626 w 12199799"/>
              <a:gd name="connsiteY309" fmla="*/ 2973428 h 6855225"/>
              <a:gd name="connsiteX310" fmla="*/ 10603074 w 12199799"/>
              <a:gd name="connsiteY310" fmla="*/ 3426714 h 6855225"/>
              <a:gd name="connsiteX311" fmla="*/ 11384626 w 12199799"/>
              <a:gd name="connsiteY311" fmla="*/ 3880014 h 6855225"/>
              <a:gd name="connsiteX312" fmla="*/ 11418245 w 12199799"/>
              <a:gd name="connsiteY312" fmla="*/ 2973427 h 6855225"/>
              <a:gd name="connsiteX313" fmla="*/ 11418245 w 12199799"/>
              <a:gd name="connsiteY313" fmla="*/ 3880015 h 6855225"/>
              <a:gd name="connsiteX314" fmla="*/ 12199795 w 12199799"/>
              <a:gd name="connsiteY314" fmla="*/ 3426714 h 6855225"/>
              <a:gd name="connsiteX315" fmla="*/ 3261235 w 12199799"/>
              <a:gd name="connsiteY315" fmla="*/ 2973422 h 6855225"/>
              <a:gd name="connsiteX316" fmla="*/ 3261235 w 12199799"/>
              <a:gd name="connsiteY316" fmla="*/ 3880015 h 6855225"/>
              <a:gd name="connsiteX317" fmla="*/ 4042787 w 12199799"/>
              <a:gd name="connsiteY317" fmla="*/ 3426714 h 6855225"/>
              <a:gd name="connsiteX318" fmla="*/ 4857957 w 12199799"/>
              <a:gd name="connsiteY318" fmla="*/ 2973422 h 6855225"/>
              <a:gd name="connsiteX319" fmla="*/ 4076405 w 12199799"/>
              <a:gd name="connsiteY319" fmla="*/ 3426714 h 6855225"/>
              <a:gd name="connsiteX320" fmla="*/ 4857957 w 12199799"/>
              <a:gd name="connsiteY320" fmla="*/ 3880014 h 6855225"/>
              <a:gd name="connsiteX321" fmla="*/ 4891576 w 12199799"/>
              <a:gd name="connsiteY321" fmla="*/ 2973422 h 6855225"/>
              <a:gd name="connsiteX322" fmla="*/ 4891576 w 12199799"/>
              <a:gd name="connsiteY322" fmla="*/ 3880015 h 6855225"/>
              <a:gd name="connsiteX323" fmla="*/ 5673128 w 12199799"/>
              <a:gd name="connsiteY323" fmla="*/ 3426714 h 6855225"/>
              <a:gd name="connsiteX324" fmla="*/ 6490069 w 12199799"/>
              <a:gd name="connsiteY324" fmla="*/ 2973421 h 6855225"/>
              <a:gd name="connsiteX325" fmla="*/ 5708521 w 12199799"/>
              <a:gd name="connsiteY325" fmla="*/ 3426714 h 6855225"/>
              <a:gd name="connsiteX326" fmla="*/ 6490069 w 12199799"/>
              <a:gd name="connsiteY326" fmla="*/ 3880014 h 6855225"/>
              <a:gd name="connsiteX327" fmla="*/ 0 w 12199799"/>
              <a:gd name="connsiteY327" fmla="*/ 2973417 h 6855225"/>
              <a:gd name="connsiteX328" fmla="*/ 0 w 12199799"/>
              <a:gd name="connsiteY328" fmla="*/ 3880015 h 6855225"/>
              <a:gd name="connsiteX329" fmla="*/ 781552 w 12199799"/>
              <a:gd name="connsiteY329" fmla="*/ 3426714 h 6855225"/>
              <a:gd name="connsiteX330" fmla="*/ 1596722 w 12199799"/>
              <a:gd name="connsiteY330" fmla="*/ 2973417 h 6855225"/>
              <a:gd name="connsiteX331" fmla="*/ 815170 w 12199799"/>
              <a:gd name="connsiteY331" fmla="*/ 3426714 h 6855225"/>
              <a:gd name="connsiteX332" fmla="*/ 1596722 w 12199799"/>
              <a:gd name="connsiteY332" fmla="*/ 3880014 h 6855225"/>
              <a:gd name="connsiteX333" fmla="*/ 1630341 w 12199799"/>
              <a:gd name="connsiteY333" fmla="*/ 2973416 h 6855225"/>
              <a:gd name="connsiteX334" fmla="*/ 1630341 w 12199799"/>
              <a:gd name="connsiteY334" fmla="*/ 3880015 h 6855225"/>
              <a:gd name="connsiteX335" fmla="*/ 2411893 w 12199799"/>
              <a:gd name="connsiteY335" fmla="*/ 3426714 h 6855225"/>
              <a:gd name="connsiteX336" fmla="*/ 3228838 w 12199799"/>
              <a:gd name="connsiteY336" fmla="*/ 2973416 h 6855225"/>
              <a:gd name="connsiteX337" fmla="*/ 2447286 w 12199799"/>
              <a:gd name="connsiteY337" fmla="*/ 3426714 h 6855225"/>
              <a:gd name="connsiteX338" fmla="*/ 3228838 w 12199799"/>
              <a:gd name="connsiteY338" fmla="*/ 3880014 h 6855225"/>
              <a:gd name="connsiteX339" fmla="*/ 7305243 w 12199799"/>
              <a:gd name="connsiteY339" fmla="*/ 2484744 h 6855225"/>
              <a:gd name="connsiteX340" fmla="*/ 6523688 w 12199799"/>
              <a:gd name="connsiteY340" fmla="*/ 2938039 h 6855225"/>
              <a:gd name="connsiteX341" fmla="*/ 7305243 w 12199799"/>
              <a:gd name="connsiteY341" fmla="*/ 3391326 h 6855225"/>
              <a:gd name="connsiteX342" fmla="*/ 7338859 w 12199799"/>
              <a:gd name="connsiteY342" fmla="*/ 2484740 h 6855225"/>
              <a:gd name="connsiteX343" fmla="*/ 7338859 w 12199799"/>
              <a:gd name="connsiteY343" fmla="*/ 3391326 h 6855225"/>
              <a:gd name="connsiteX344" fmla="*/ 8120395 w 12199799"/>
              <a:gd name="connsiteY344" fmla="*/ 2938038 h 6855225"/>
              <a:gd name="connsiteX345" fmla="*/ 8935566 w 12199799"/>
              <a:gd name="connsiteY345" fmla="*/ 2484740 h 6855225"/>
              <a:gd name="connsiteX346" fmla="*/ 8154014 w 12199799"/>
              <a:gd name="connsiteY346" fmla="*/ 2938039 h 6855225"/>
              <a:gd name="connsiteX347" fmla="*/ 8935566 w 12199799"/>
              <a:gd name="connsiteY347" fmla="*/ 3391326 h 6855225"/>
              <a:gd name="connsiteX348" fmla="*/ 8970959 w 12199799"/>
              <a:gd name="connsiteY348" fmla="*/ 2484740 h 6855225"/>
              <a:gd name="connsiteX349" fmla="*/ 8970959 w 12199799"/>
              <a:gd name="connsiteY349" fmla="*/ 3391326 h 6855225"/>
              <a:gd name="connsiteX350" fmla="*/ 9752511 w 12199799"/>
              <a:gd name="connsiteY350" fmla="*/ 2938036 h 6855225"/>
              <a:gd name="connsiteX351" fmla="*/ 10567680 w 12199799"/>
              <a:gd name="connsiteY351" fmla="*/ 2484740 h 6855225"/>
              <a:gd name="connsiteX352" fmla="*/ 9786128 w 12199799"/>
              <a:gd name="connsiteY352" fmla="*/ 2938038 h 6855225"/>
              <a:gd name="connsiteX353" fmla="*/ 10567680 w 12199799"/>
              <a:gd name="connsiteY353" fmla="*/ 3391326 h 6855225"/>
              <a:gd name="connsiteX354" fmla="*/ 10603074 w 12199799"/>
              <a:gd name="connsiteY354" fmla="*/ 2484738 h 6855225"/>
              <a:gd name="connsiteX355" fmla="*/ 10603074 w 12199799"/>
              <a:gd name="connsiteY355" fmla="*/ 3391323 h 6855225"/>
              <a:gd name="connsiteX356" fmla="*/ 11384627 w 12199799"/>
              <a:gd name="connsiteY356" fmla="*/ 2938033 h 6855225"/>
              <a:gd name="connsiteX357" fmla="*/ 12199796 w 12199799"/>
              <a:gd name="connsiteY357" fmla="*/ 2484738 h 6855225"/>
              <a:gd name="connsiteX358" fmla="*/ 11418245 w 12199799"/>
              <a:gd name="connsiteY358" fmla="*/ 2938035 h 6855225"/>
              <a:gd name="connsiteX359" fmla="*/ 12199796 w 12199799"/>
              <a:gd name="connsiteY359" fmla="*/ 3391323 h 6855225"/>
              <a:gd name="connsiteX360" fmla="*/ 4042789 w 12199799"/>
              <a:gd name="connsiteY360" fmla="*/ 2484731 h 6855225"/>
              <a:gd name="connsiteX361" fmla="*/ 3261236 w 12199799"/>
              <a:gd name="connsiteY361" fmla="*/ 2938029 h 6855225"/>
              <a:gd name="connsiteX362" fmla="*/ 4042789 w 12199799"/>
              <a:gd name="connsiteY362" fmla="*/ 3391323 h 6855225"/>
              <a:gd name="connsiteX363" fmla="*/ 4076405 w 12199799"/>
              <a:gd name="connsiteY363" fmla="*/ 2484731 h 6855225"/>
              <a:gd name="connsiteX364" fmla="*/ 4076405 w 12199799"/>
              <a:gd name="connsiteY364" fmla="*/ 3391321 h 6855225"/>
              <a:gd name="connsiteX365" fmla="*/ 4857958 w 12199799"/>
              <a:gd name="connsiteY365" fmla="*/ 2938027 h 6855225"/>
              <a:gd name="connsiteX366" fmla="*/ 5673129 w 12199799"/>
              <a:gd name="connsiteY366" fmla="*/ 2484731 h 6855225"/>
              <a:gd name="connsiteX367" fmla="*/ 4891576 w 12199799"/>
              <a:gd name="connsiteY367" fmla="*/ 2938029 h 6855225"/>
              <a:gd name="connsiteX368" fmla="*/ 5673129 w 12199799"/>
              <a:gd name="connsiteY368" fmla="*/ 3391321 h 6855225"/>
              <a:gd name="connsiteX369" fmla="*/ 5708521 w 12199799"/>
              <a:gd name="connsiteY369" fmla="*/ 2484729 h 6855225"/>
              <a:gd name="connsiteX370" fmla="*/ 5708521 w 12199799"/>
              <a:gd name="connsiteY370" fmla="*/ 3391321 h 6855225"/>
              <a:gd name="connsiteX371" fmla="*/ 6490069 w 12199799"/>
              <a:gd name="connsiteY371" fmla="*/ 2938026 h 6855225"/>
              <a:gd name="connsiteX372" fmla="*/ 781554 w 12199799"/>
              <a:gd name="connsiteY372" fmla="*/ 2484725 h 6855225"/>
              <a:gd name="connsiteX373" fmla="*/ 1 w 12199799"/>
              <a:gd name="connsiteY373" fmla="*/ 2938024 h 6855225"/>
              <a:gd name="connsiteX374" fmla="*/ 781554 w 12199799"/>
              <a:gd name="connsiteY374" fmla="*/ 3391320 h 6855225"/>
              <a:gd name="connsiteX375" fmla="*/ 815170 w 12199799"/>
              <a:gd name="connsiteY375" fmla="*/ 2484723 h 6855225"/>
              <a:gd name="connsiteX376" fmla="*/ 815170 w 12199799"/>
              <a:gd name="connsiteY376" fmla="*/ 3391320 h 6855225"/>
              <a:gd name="connsiteX377" fmla="*/ 1596723 w 12199799"/>
              <a:gd name="connsiteY377" fmla="*/ 2938021 h 6855225"/>
              <a:gd name="connsiteX378" fmla="*/ 2411894 w 12199799"/>
              <a:gd name="connsiteY378" fmla="*/ 2484723 h 6855225"/>
              <a:gd name="connsiteX379" fmla="*/ 1630341 w 12199799"/>
              <a:gd name="connsiteY379" fmla="*/ 2938023 h 6855225"/>
              <a:gd name="connsiteX380" fmla="*/ 2411894 w 12199799"/>
              <a:gd name="connsiteY380" fmla="*/ 3391320 h 6855225"/>
              <a:gd name="connsiteX381" fmla="*/ 2447286 w 12199799"/>
              <a:gd name="connsiteY381" fmla="*/ 2484721 h 6855225"/>
              <a:gd name="connsiteX382" fmla="*/ 2447286 w 12199799"/>
              <a:gd name="connsiteY382" fmla="*/ 3391320 h 6855225"/>
              <a:gd name="connsiteX383" fmla="*/ 3228839 w 12199799"/>
              <a:gd name="connsiteY383" fmla="*/ 2938021 h 6855225"/>
              <a:gd name="connsiteX384" fmla="*/ 9752510 w 12199799"/>
              <a:gd name="connsiteY384" fmla="*/ 1989995 h 6855225"/>
              <a:gd name="connsiteX385" fmla="*/ 8970960 w 12199799"/>
              <a:gd name="connsiteY385" fmla="*/ 2443295 h 6855225"/>
              <a:gd name="connsiteX386" fmla="*/ 9752510 w 12199799"/>
              <a:gd name="connsiteY386" fmla="*/ 2896592 h 6855225"/>
              <a:gd name="connsiteX387" fmla="*/ 6523688 w 12199799"/>
              <a:gd name="connsiteY387" fmla="*/ 1989994 h 6855225"/>
              <a:gd name="connsiteX388" fmla="*/ 6523688 w 12199799"/>
              <a:gd name="connsiteY388" fmla="*/ 2896592 h 6855225"/>
              <a:gd name="connsiteX389" fmla="*/ 7305243 w 12199799"/>
              <a:gd name="connsiteY389" fmla="*/ 2443295 h 6855225"/>
              <a:gd name="connsiteX390" fmla="*/ 8120394 w 12199799"/>
              <a:gd name="connsiteY390" fmla="*/ 1989992 h 6855225"/>
              <a:gd name="connsiteX391" fmla="*/ 7338859 w 12199799"/>
              <a:gd name="connsiteY391" fmla="*/ 2443293 h 6855225"/>
              <a:gd name="connsiteX392" fmla="*/ 8120394 w 12199799"/>
              <a:gd name="connsiteY392" fmla="*/ 2896591 h 6855225"/>
              <a:gd name="connsiteX393" fmla="*/ 8154013 w 12199799"/>
              <a:gd name="connsiteY393" fmla="*/ 1989992 h 6855225"/>
              <a:gd name="connsiteX394" fmla="*/ 8154013 w 12199799"/>
              <a:gd name="connsiteY394" fmla="*/ 2896591 h 6855225"/>
              <a:gd name="connsiteX395" fmla="*/ 8935564 w 12199799"/>
              <a:gd name="connsiteY395" fmla="*/ 2443293 h 6855225"/>
              <a:gd name="connsiteX396" fmla="*/ 9786127 w 12199799"/>
              <a:gd name="connsiteY396" fmla="*/ 1989991 h 6855225"/>
              <a:gd name="connsiteX397" fmla="*/ 9786127 w 12199799"/>
              <a:gd name="connsiteY397" fmla="*/ 2896589 h 6855225"/>
              <a:gd name="connsiteX398" fmla="*/ 10567678 w 12199799"/>
              <a:gd name="connsiteY398" fmla="*/ 2443292 h 6855225"/>
              <a:gd name="connsiteX399" fmla="*/ 11384626 w 12199799"/>
              <a:gd name="connsiteY399" fmla="*/ 1989989 h 6855225"/>
              <a:gd name="connsiteX400" fmla="*/ 10603074 w 12199799"/>
              <a:gd name="connsiteY400" fmla="*/ 2443289 h 6855225"/>
              <a:gd name="connsiteX401" fmla="*/ 11384626 w 12199799"/>
              <a:gd name="connsiteY401" fmla="*/ 2896587 h 6855225"/>
              <a:gd name="connsiteX402" fmla="*/ 11418245 w 12199799"/>
              <a:gd name="connsiteY402" fmla="*/ 1989989 h 6855225"/>
              <a:gd name="connsiteX403" fmla="*/ 11418245 w 12199799"/>
              <a:gd name="connsiteY403" fmla="*/ 2896588 h 6855225"/>
              <a:gd name="connsiteX404" fmla="*/ 12199795 w 12199799"/>
              <a:gd name="connsiteY404" fmla="*/ 2443289 h 6855225"/>
              <a:gd name="connsiteX405" fmla="*/ 3261235 w 12199799"/>
              <a:gd name="connsiteY405" fmla="*/ 1989983 h 6855225"/>
              <a:gd name="connsiteX406" fmla="*/ 3261235 w 12199799"/>
              <a:gd name="connsiteY406" fmla="*/ 2896583 h 6855225"/>
              <a:gd name="connsiteX407" fmla="*/ 4042787 w 12199799"/>
              <a:gd name="connsiteY407" fmla="*/ 2443283 h 6855225"/>
              <a:gd name="connsiteX408" fmla="*/ 4857957 w 12199799"/>
              <a:gd name="connsiteY408" fmla="*/ 1989982 h 6855225"/>
              <a:gd name="connsiteX409" fmla="*/ 4076405 w 12199799"/>
              <a:gd name="connsiteY409" fmla="*/ 2443281 h 6855225"/>
              <a:gd name="connsiteX410" fmla="*/ 4857957 w 12199799"/>
              <a:gd name="connsiteY410" fmla="*/ 2896581 h 6855225"/>
              <a:gd name="connsiteX411" fmla="*/ 4891576 w 12199799"/>
              <a:gd name="connsiteY411" fmla="*/ 1989982 h 6855225"/>
              <a:gd name="connsiteX412" fmla="*/ 4891576 w 12199799"/>
              <a:gd name="connsiteY412" fmla="*/ 2896581 h 6855225"/>
              <a:gd name="connsiteX413" fmla="*/ 5673128 w 12199799"/>
              <a:gd name="connsiteY413" fmla="*/ 2443281 h 6855225"/>
              <a:gd name="connsiteX414" fmla="*/ 6490069 w 12199799"/>
              <a:gd name="connsiteY414" fmla="*/ 1989981 h 6855225"/>
              <a:gd name="connsiteX415" fmla="*/ 5708521 w 12199799"/>
              <a:gd name="connsiteY415" fmla="*/ 2443280 h 6855225"/>
              <a:gd name="connsiteX416" fmla="*/ 6490069 w 12199799"/>
              <a:gd name="connsiteY416" fmla="*/ 2896580 h 6855225"/>
              <a:gd name="connsiteX417" fmla="*/ 0 w 12199799"/>
              <a:gd name="connsiteY417" fmla="*/ 1989976 h 6855225"/>
              <a:gd name="connsiteX418" fmla="*/ 0 w 12199799"/>
              <a:gd name="connsiteY418" fmla="*/ 2896577 h 6855225"/>
              <a:gd name="connsiteX419" fmla="*/ 781552 w 12199799"/>
              <a:gd name="connsiteY419" fmla="*/ 2443276 h 6855225"/>
              <a:gd name="connsiteX420" fmla="*/ 1596722 w 12199799"/>
              <a:gd name="connsiteY420" fmla="*/ 1989975 h 6855225"/>
              <a:gd name="connsiteX421" fmla="*/ 815170 w 12199799"/>
              <a:gd name="connsiteY421" fmla="*/ 2443275 h 6855225"/>
              <a:gd name="connsiteX422" fmla="*/ 1596722 w 12199799"/>
              <a:gd name="connsiteY422" fmla="*/ 2896575 h 6855225"/>
              <a:gd name="connsiteX423" fmla="*/ 1630341 w 12199799"/>
              <a:gd name="connsiteY423" fmla="*/ 1989975 h 6855225"/>
              <a:gd name="connsiteX424" fmla="*/ 1630341 w 12199799"/>
              <a:gd name="connsiteY424" fmla="*/ 2896576 h 6855225"/>
              <a:gd name="connsiteX425" fmla="*/ 2411893 w 12199799"/>
              <a:gd name="connsiteY425" fmla="*/ 2443276 h 6855225"/>
              <a:gd name="connsiteX426" fmla="*/ 3228838 w 12199799"/>
              <a:gd name="connsiteY426" fmla="*/ 1989974 h 6855225"/>
              <a:gd name="connsiteX427" fmla="*/ 2447286 w 12199799"/>
              <a:gd name="connsiteY427" fmla="*/ 2443273 h 6855225"/>
              <a:gd name="connsiteX428" fmla="*/ 3228838 w 12199799"/>
              <a:gd name="connsiteY428" fmla="*/ 2896575 h 6855225"/>
              <a:gd name="connsiteX429" fmla="*/ 7305243 w 12199799"/>
              <a:gd name="connsiteY429" fmla="*/ 1503884 h 6855225"/>
              <a:gd name="connsiteX430" fmla="*/ 6523688 w 12199799"/>
              <a:gd name="connsiteY430" fmla="*/ 1957188 h 6855225"/>
              <a:gd name="connsiteX431" fmla="*/ 7305243 w 12199799"/>
              <a:gd name="connsiteY431" fmla="*/ 2410485 h 6855225"/>
              <a:gd name="connsiteX432" fmla="*/ 7338859 w 12199799"/>
              <a:gd name="connsiteY432" fmla="*/ 1503883 h 6855225"/>
              <a:gd name="connsiteX433" fmla="*/ 7338859 w 12199799"/>
              <a:gd name="connsiteY433" fmla="*/ 2410484 h 6855225"/>
              <a:gd name="connsiteX434" fmla="*/ 8120395 w 12199799"/>
              <a:gd name="connsiteY434" fmla="*/ 1957186 h 6855225"/>
              <a:gd name="connsiteX435" fmla="*/ 8935566 w 12199799"/>
              <a:gd name="connsiteY435" fmla="*/ 1503883 h 6855225"/>
              <a:gd name="connsiteX436" fmla="*/ 8154014 w 12199799"/>
              <a:gd name="connsiteY436" fmla="*/ 1957188 h 6855225"/>
              <a:gd name="connsiteX437" fmla="*/ 8935566 w 12199799"/>
              <a:gd name="connsiteY437" fmla="*/ 2410484 h 6855225"/>
              <a:gd name="connsiteX438" fmla="*/ 10567680 w 12199799"/>
              <a:gd name="connsiteY438" fmla="*/ 1503881 h 6855225"/>
              <a:gd name="connsiteX439" fmla="*/ 9786128 w 12199799"/>
              <a:gd name="connsiteY439" fmla="*/ 1957185 h 6855225"/>
              <a:gd name="connsiteX440" fmla="*/ 10567680 w 12199799"/>
              <a:gd name="connsiteY440" fmla="*/ 2410481 h 6855225"/>
              <a:gd name="connsiteX441" fmla="*/ 8970959 w 12199799"/>
              <a:gd name="connsiteY441" fmla="*/ 1503881 h 6855225"/>
              <a:gd name="connsiteX442" fmla="*/ 8970959 w 12199799"/>
              <a:gd name="connsiteY442" fmla="*/ 2410481 h 6855225"/>
              <a:gd name="connsiteX443" fmla="*/ 9752511 w 12199799"/>
              <a:gd name="connsiteY443" fmla="*/ 1957184 h 6855225"/>
              <a:gd name="connsiteX444" fmla="*/ 10603073 w 12199799"/>
              <a:gd name="connsiteY444" fmla="*/ 1503879 h 6855225"/>
              <a:gd name="connsiteX445" fmla="*/ 10603073 w 12199799"/>
              <a:gd name="connsiteY445" fmla="*/ 2410480 h 6855225"/>
              <a:gd name="connsiteX446" fmla="*/ 11384627 w 12199799"/>
              <a:gd name="connsiteY446" fmla="*/ 1957182 h 6855225"/>
              <a:gd name="connsiteX447" fmla="*/ 12199796 w 12199799"/>
              <a:gd name="connsiteY447" fmla="*/ 1503879 h 6855225"/>
              <a:gd name="connsiteX448" fmla="*/ 11418245 w 12199799"/>
              <a:gd name="connsiteY448" fmla="*/ 1957183 h 6855225"/>
              <a:gd name="connsiteX449" fmla="*/ 12199796 w 12199799"/>
              <a:gd name="connsiteY449" fmla="*/ 2410480 h 6855225"/>
              <a:gd name="connsiteX450" fmla="*/ 4042789 w 12199799"/>
              <a:gd name="connsiteY450" fmla="*/ 1503874 h 6855225"/>
              <a:gd name="connsiteX451" fmla="*/ 3261236 w 12199799"/>
              <a:gd name="connsiteY451" fmla="*/ 1957177 h 6855225"/>
              <a:gd name="connsiteX452" fmla="*/ 4042789 w 12199799"/>
              <a:gd name="connsiteY452" fmla="*/ 2410474 h 6855225"/>
              <a:gd name="connsiteX453" fmla="*/ 4076405 w 12199799"/>
              <a:gd name="connsiteY453" fmla="*/ 1503873 h 6855225"/>
              <a:gd name="connsiteX454" fmla="*/ 4076405 w 12199799"/>
              <a:gd name="connsiteY454" fmla="*/ 2410472 h 6855225"/>
              <a:gd name="connsiteX455" fmla="*/ 4857958 w 12199799"/>
              <a:gd name="connsiteY455" fmla="*/ 1957175 h 6855225"/>
              <a:gd name="connsiteX456" fmla="*/ 5673129 w 12199799"/>
              <a:gd name="connsiteY456" fmla="*/ 1503873 h 6855225"/>
              <a:gd name="connsiteX457" fmla="*/ 4891576 w 12199799"/>
              <a:gd name="connsiteY457" fmla="*/ 1957176 h 6855225"/>
              <a:gd name="connsiteX458" fmla="*/ 5673129 w 12199799"/>
              <a:gd name="connsiteY458" fmla="*/ 2410472 h 6855225"/>
              <a:gd name="connsiteX459" fmla="*/ 5708521 w 12199799"/>
              <a:gd name="connsiteY459" fmla="*/ 1503872 h 6855225"/>
              <a:gd name="connsiteX460" fmla="*/ 5708521 w 12199799"/>
              <a:gd name="connsiteY460" fmla="*/ 2410471 h 6855225"/>
              <a:gd name="connsiteX461" fmla="*/ 6490069 w 12199799"/>
              <a:gd name="connsiteY461" fmla="*/ 1957174 h 6855225"/>
              <a:gd name="connsiteX462" fmla="*/ 781554 w 12199799"/>
              <a:gd name="connsiteY462" fmla="*/ 1503868 h 6855225"/>
              <a:gd name="connsiteX463" fmla="*/ 1 w 12199799"/>
              <a:gd name="connsiteY463" fmla="*/ 1957170 h 6855225"/>
              <a:gd name="connsiteX464" fmla="*/ 781554 w 12199799"/>
              <a:gd name="connsiteY464" fmla="*/ 2410469 h 6855225"/>
              <a:gd name="connsiteX465" fmla="*/ 2411894 w 12199799"/>
              <a:gd name="connsiteY465" fmla="*/ 1503867 h 6855225"/>
              <a:gd name="connsiteX466" fmla="*/ 1630341 w 12199799"/>
              <a:gd name="connsiteY466" fmla="*/ 1957169 h 6855225"/>
              <a:gd name="connsiteX467" fmla="*/ 2411894 w 12199799"/>
              <a:gd name="connsiteY467" fmla="*/ 2410468 h 6855225"/>
              <a:gd name="connsiteX468" fmla="*/ 815170 w 12199799"/>
              <a:gd name="connsiteY468" fmla="*/ 1503867 h 6855225"/>
              <a:gd name="connsiteX469" fmla="*/ 815170 w 12199799"/>
              <a:gd name="connsiteY469" fmla="*/ 2410468 h 6855225"/>
              <a:gd name="connsiteX470" fmla="*/ 1596723 w 12199799"/>
              <a:gd name="connsiteY470" fmla="*/ 1957168 h 6855225"/>
              <a:gd name="connsiteX471" fmla="*/ 2447286 w 12199799"/>
              <a:gd name="connsiteY471" fmla="*/ 1503866 h 6855225"/>
              <a:gd name="connsiteX472" fmla="*/ 2447286 w 12199799"/>
              <a:gd name="connsiteY472" fmla="*/ 2410467 h 6855225"/>
              <a:gd name="connsiteX473" fmla="*/ 3228839 w 12199799"/>
              <a:gd name="connsiteY473" fmla="*/ 1957166 h 6855225"/>
              <a:gd name="connsiteX474" fmla="*/ 6523688 w 12199799"/>
              <a:gd name="connsiteY474" fmla="*/ 1009133 h 6855225"/>
              <a:gd name="connsiteX475" fmla="*/ 6523688 w 12199799"/>
              <a:gd name="connsiteY475" fmla="*/ 1915742 h 6855225"/>
              <a:gd name="connsiteX476" fmla="*/ 7305243 w 12199799"/>
              <a:gd name="connsiteY476" fmla="*/ 1462437 h 6855225"/>
              <a:gd name="connsiteX477" fmla="*/ 8120394 w 12199799"/>
              <a:gd name="connsiteY477" fmla="*/ 1009133 h 6855225"/>
              <a:gd name="connsiteX478" fmla="*/ 7338859 w 12199799"/>
              <a:gd name="connsiteY478" fmla="*/ 1462436 h 6855225"/>
              <a:gd name="connsiteX479" fmla="*/ 8120394 w 12199799"/>
              <a:gd name="connsiteY479" fmla="*/ 1915740 h 6855225"/>
              <a:gd name="connsiteX480" fmla="*/ 8154013 w 12199799"/>
              <a:gd name="connsiteY480" fmla="*/ 1009132 h 6855225"/>
              <a:gd name="connsiteX481" fmla="*/ 8154013 w 12199799"/>
              <a:gd name="connsiteY481" fmla="*/ 1915741 h 6855225"/>
              <a:gd name="connsiteX482" fmla="*/ 8935564 w 12199799"/>
              <a:gd name="connsiteY482" fmla="*/ 1462436 h 6855225"/>
              <a:gd name="connsiteX483" fmla="*/ 9752510 w 12199799"/>
              <a:gd name="connsiteY483" fmla="*/ 1009131 h 6855225"/>
              <a:gd name="connsiteX484" fmla="*/ 8970960 w 12199799"/>
              <a:gd name="connsiteY484" fmla="*/ 1462434 h 6855225"/>
              <a:gd name="connsiteX485" fmla="*/ 9752510 w 12199799"/>
              <a:gd name="connsiteY485" fmla="*/ 1915739 h 6855225"/>
              <a:gd name="connsiteX486" fmla="*/ 9786127 w 12199799"/>
              <a:gd name="connsiteY486" fmla="*/ 1009131 h 6855225"/>
              <a:gd name="connsiteX487" fmla="*/ 9786127 w 12199799"/>
              <a:gd name="connsiteY487" fmla="*/ 1915739 h 6855225"/>
              <a:gd name="connsiteX488" fmla="*/ 10567678 w 12199799"/>
              <a:gd name="connsiteY488" fmla="*/ 1462435 h 6855225"/>
              <a:gd name="connsiteX489" fmla="*/ 11384626 w 12199799"/>
              <a:gd name="connsiteY489" fmla="*/ 1009130 h 6855225"/>
              <a:gd name="connsiteX490" fmla="*/ 10603074 w 12199799"/>
              <a:gd name="connsiteY490" fmla="*/ 1462432 h 6855225"/>
              <a:gd name="connsiteX491" fmla="*/ 11384626 w 12199799"/>
              <a:gd name="connsiteY491" fmla="*/ 1915737 h 6855225"/>
              <a:gd name="connsiteX492" fmla="*/ 11418245 w 12199799"/>
              <a:gd name="connsiteY492" fmla="*/ 1009129 h 6855225"/>
              <a:gd name="connsiteX493" fmla="*/ 11418245 w 12199799"/>
              <a:gd name="connsiteY493" fmla="*/ 1915737 h 6855225"/>
              <a:gd name="connsiteX494" fmla="*/ 12199795 w 12199799"/>
              <a:gd name="connsiteY494" fmla="*/ 1462433 h 6855225"/>
              <a:gd name="connsiteX495" fmla="*/ 3261235 w 12199799"/>
              <a:gd name="connsiteY495" fmla="*/ 1009125 h 6855225"/>
              <a:gd name="connsiteX496" fmla="*/ 3261235 w 12199799"/>
              <a:gd name="connsiteY496" fmla="*/ 1915731 h 6855225"/>
              <a:gd name="connsiteX497" fmla="*/ 4042787 w 12199799"/>
              <a:gd name="connsiteY497" fmla="*/ 1462428 h 6855225"/>
              <a:gd name="connsiteX498" fmla="*/ 4857957 w 12199799"/>
              <a:gd name="connsiteY498" fmla="*/ 1009125 h 6855225"/>
              <a:gd name="connsiteX499" fmla="*/ 4076405 w 12199799"/>
              <a:gd name="connsiteY499" fmla="*/ 1462427 h 6855225"/>
              <a:gd name="connsiteX500" fmla="*/ 4857957 w 12199799"/>
              <a:gd name="connsiteY500" fmla="*/ 1915729 h 6855225"/>
              <a:gd name="connsiteX501" fmla="*/ 4891576 w 12199799"/>
              <a:gd name="connsiteY501" fmla="*/ 1009124 h 6855225"/>
              <a:gd name="connsiteX502" fmla="*/ 4891576 w 12199799"/>
              <a:gd name="connsiteY502" fmla="*/ 1915730 h 6855225"/>
              <a:gd name="connsiteX503" fmla="*/ 5673128 w 12199799"/>
              <a:gd name="connsiteY503" fmla="*/ 1462427 h 6855225"/>
              <a:gd name="connsiteX504" fmla="*/ 6490069 w 12199799"/>
              <a:gd name="connsiteY504" fmla="*/ 1009123 h 6855225"/>
              <a:gd name="connsiteX505" fmla="*/ 5708521 w 12199799"/>
              <a:gd name="connsiteY505" fmla="*/ 1462425 h 6855225"/>
              <a:gd name="connsiteX506" fmla="*/ 6490069 w 12199799"/>
              <a:gd name="connsiteY506" fmla="*/ 1915727 h 6855225"/>
              <a:gd name="connsiteX507" fmla="*/ 0 w 12199799"/>
              <a:gd name="connsiteY507" fmla="*/ 1009120 h 6855225"/>
              <a:gd name="connsiteX508" fmla="*/ 0 w 12199799"/>
              <a:gd name="connsiteY508" fmla="*/ 1915724 h 6855225"/>
              <a:gd name="connsiteX509" fmla="*/ 781552 w 12199799"/>
              <a:gd name="connsiteY509" fmla="*/ 1462422 h 6855225"/>
              <a:gd name="connsiteX510" fmla="*/ 1596722 w 12199799"/>
              <a:gd name="connsiteY510" fmla="*/ 1009119 h 6855225"/>
              <a:gd name="connsiteX511" fmla="*/ 815170 w 12199799"/>
              <a:gd name="connsiteY511" fmla="*/ 1462420 h 6855225"/>
              <a:gd name="connsiteX512" fmla="*/ 1596722 w 12199799"/>
              <a:gd name="connsiteY512" fmla="*/ 1915722 h 6855225"/>
              <a:gd name="connsiteX513" fmla="*/ 1630341 w 12199799"/>
              <a:gd name="connsiteY513" fmla="*/ 1009119 h 6855225"/>
              <a:gd name="connsiteX514" fmla="*/ 1630341 w 12199799"/>
              <a:gd name="connsiteY514" fmla="*/ 1915722 h 6855225"/>
              <a:gd name="connsiteX515" fmla="*/ 2411893 w 12199799"/>
              <a:gd name="connsiteY515" fmla="*/ 1462420 h 6855225"/>
              <a:gd name="connsiteX516" fmla="*/ 3228838 w 12199799"/>
              <a:gd name="connsiteY516" fmla="*/ 1009118 h 6855225"/>
              <a:gd name="connsiteX517" fmla="*/ 2447286 w 12199799"/>
              <a:gd name="connsiteY517" fmla="*/ 1462419 h 6855225"/>
              <a:gd name="connsiteX518" fmla="*/ 3228838 w 12199799"/>
              <a:gd name="connsiteY518" fmla="*/ 1915720 h 6855225"/>
              <a:gd name="connsiteX519" fmla="*/ 7305243 w 12199799"/>
              <a:gd name="connsiteY519" fmla="*/ 520440 h 6855225"/>
              <a:gd name="connsiteX520" fmla="*/ 6523688 w 12199799"/>
              <a:gd name="connsiteY520" fmla="*/ 973739 h 6855225"/>
              <a:gd name="connsiteX521" fmla="*/ 7305243 w 12199799"/>
              <a:gd name="connsiteY521" fmla="*/ 1427041 h 6855225"/>
              <a:gd name="connsiteX522" fmla="*/ 8935566 w 12199799"/>
              <a:gd name="connsiteY522" fmla="*/ 520439 h 6855225"/>
              <a:gd name="connsiteX523" fmla="*/ 8154014 w 12199799"/>
              <a:gd name="connsiteY523" fmla="*/ 973739 h 6855225"/>
              <a:gd name="connsiteX524" fmla="*/ 8935566 w 12199799"/>
              <a:gd name="connsiteY524" fmla="*/ 1427041 h 6855225"/>
              <a:gd name="connsiteX525" fmla="*/ 7338859 w 12199799"/>
              <a:gd name="connsiteY525" fmla="*/ 520439 h 6855225"/>
              <a:gd name="connsiteX526" fmla="*/ 7338859 w 12199799"/>
              <a:gd name="connsiteY526" fmla="*/ 1427041 h 6855225"/>
              <a:gd name="connsiteX527" fmla="*/ 8120395 w 12199799"/>
              <a:gd name="connsiteY527" fmla="*/ 973738 h 6855225"/>
              <a:gd name="connsiteX528" fmla="*/ 8970959 w 12199799"/>
              <a:gd name="connsiteY528" fmla="*/ 520437 h 6855225"/>
              <a:gd name="connsiteX529" fmla="*/ 8970959 w 12199799"/>
              <a:gd name="connsiteY529" fmla="*/ 1427040 h 6855225"/>
              <a:gd name="connsiteX530" fmla="*/ 9752511 w 12199799"/>
              <a:gd name="connsiteY530" fmla="*/ 973736 h 6855225"/>
              <a:gd name="connsiteX531" fmla="*/ 10567680 w 12199799"/>
              <a:gd name="connsiteY531" fmla="*/ 520437 h 6855225"/>
              <a:gd name="connsiteX532" fmla="*/ 9786128 w 12199799"/>
              <a:gd name="connsiteY532" fmla="*/ 973737 h 6855225"/>
              <a:gd name="connsiteX533" fmla="*/ 10567680 w 12199799"/>
              <a:gd name="connsiteY533" fmla="*/ 1427040 h 6855225"/>
              <a:gd name="connsiteX534" fmla="*/ 10603073 w 12199799"/>
              <a:gd name="connsiteY534" fmla="*/ 520436 h 6855225"/>
              <a:gd name="connsiteX535" fmla="*/ 10603073 w 12199799"/>
              <a:gd name="connsiteY535" fmla="*/ 1427037 h 6855225"/>
              <a:gd name="connsiteX536" fmla="*/ 11384626 w 12199799"/>
              <a:gd name="connsiteY536" fmla="*/ 973735 h 6855225"/>
              <a:gd name="connsiteX537" fmla="*/ 12199795 w 12199799"/>
              <a:gd name="connsiteY537" fmla="*/ 520436 h 6855225"/>
              <a:gd name="connsiteX538" fmla="*/ 11418245 w 12199799"/>
              <a:gd name="connsiteY538" fmla="*/ 973736 h 6855225"/>
              <a:gd name="connsiteX539" fmla="*/ 12199795 w 12199799"/>
              <a:gd name="connsiteY539" fmla="*/ 1427037 h 6855225"/>
              <a:gd name="connsiteX540" fmla="*/ 4042789 w 12199799"/>
              <a:gd name="connsiteY540" fmla="*/ 520431 h 6855225"/>
              <a:gd name="connsiteX541" fmla="*/ 3261236 w 12199799"/>
              <a:gd name="connsiteY541" fmla="*/ 973731 h 6855225"/>
              <a:gd name="connsiteX542" fmla="*/ 4042789 w 12199799"/>
              <a:gd name="connsiteY542" fmla="*/ 1427033 h 6855225"/>
              <a:gd name="connsiteX543" fmla="*/ 5673129 w 12199799"/>
              <a:gd name="connsiteY543" fmla="*/ 520430 h 6855225"/>
              <a:gd name="connsiteX544" fmla="*/ 4891576 w 12199799"/>
              <a:gd name="connsiteY544" fmla="*/ 973730 h 6855225"/>
              <a:gd name="connsiteX545" fmla="*/ 5673129 w 12199799"/>
              <a:gd name="connsiteY545" fmla="*/ 1427032 h 6855225"/>
              <a:gd name="connsiteX546" fmla="*/ 4076405 w 12199799"/>
              <a:gd name="connsiteY546" fmla="*/ 520430 h 6855225"/>
              <a:gd name="connsiteX547" fmla="*/ 4076405 w 12199799"/>
              <a:gd name="connsiteY547" fmla="*/ 1427032 h 6855225"/>
              <a:gd name="connsiteX548" fmla="*/ 4857958 w 12199799"/>
              <a:gd name="connsiteY548" fmla="*/ 973729 h 6855225"/>
              <a:gd name="connsiteX549" fmla="*/ 5708521 w 12199799"/>
              <a:gd name="connsiteY549" fmla="*/ 520429 h 6855225"/>
              <a:gd name="connsiteX550" fmla="*/ 5708521 w 12199799"/>
              <a:gd name="connsiteY550" fmla="*/ 1427030 h 6855225"/>
              <a:gd name="connsiteX551" fmla="*/ 6490069 w 12199799"/>
              <a:gd name="connsiteY551" fmla="*/ 973728 h 6855225"/>
              <a:gd name="connsiteX552" fmla="*/ 781554 w 12199799"/>
              <a:gd name="connsiteY552" fmla="*/ 520425 h 6855225"/>
              <a:gd name="connsiteX553" fmla="*/ 1 w 12199799"/>
              <a:gd name="connsiteY553" fmla="*/ 973726 h 6855225"/>
              <a:gd name="connsiteX554" fmla="*/ 781554 w 12199799"/>
              <a:gd name="connsiteY554" fmla="*/ 1427027 h 6855225"/>
              <a:gd name="connsiteX555" fmla="*/ 2411894 w 12199799"/>
              <a:gd name="connsiteY555" fmla="*/ 520424 h 6855225"/>
              <a:gd name="connsiteX556" fmla="*/ 1630341 w 12199799"/>
              <a:gd name="connsiteY556" fmla="*/ 973725 h 6855225"/>
              <a:gd name="connsiteX557" fmla="*/ 2411894 w 12199799"/>
              <a:gd name="connsiteY557" fmla="*/ 1427026 h 6855225"/>
              <a:gd name="connsiteX558" fmla="*/ 815170 w 12199799"/>
              <a:gd name="connsiteY558" fmla="*/ 520424 h 6855225"/>
              <a:gd name="connsiteX559" fmla="*/ 815170 w 12199799"/>
              <a:gd name="connsiteY559" fmla="*/ 1427026 h 6855225"/>
              <a:gd name="connsiteX560" fmla="*/ 1596723 w 12199799"/>
              <a:gd name="connsiteY560" fmla="*/ 973724 h 6855225"/>
              <a:gd name="connsiteX561" fmla="*/ 2447286 w 12199799"/>
              <a:gd name="connsiteY561" fmla="*/ 520423 h 6855225"/>
              <a:gd name="connsiteX562" fmla="*/ 2447286 w 12199799"/>
              <a:gd name="connsiteY562" fmla="*/ 1427024 h 6855225"/>
              <a:gd name="connsiteX563" fmla="*/ 3228839 w 12199799"/>
              <a:gd name="connsiteY563" fmla="*/ 973723 h 6855225"/>
              <a:gd name="connsiteX564" fmla="*/ 6523688 w 12199799"/>
              <a:gd name="connsiteY564" fmla="*/ 25693 h 6855225"/>
              <a:gd name="connsiteX565" fmla="*/ 6523688 w 12199799"/>
              <a:gd name="connsiteY565" fmla="*/ 932293 h 6855225"/>
              <a:gd name="connsiteX566" fmla="*/ 7305243 w 12199799"/>
              <a:gd name="connsiteY566" fmla="*/ 478993 h 6855225"/>
              <a:gd name="connsiteX567" fmla="*/ 8120394 w 12199799"/>
              <a:gd name="connsiteY567" fmla="*/ 25693 h 6855225"/>
              <a:gd name="connsiteX568" fmla="*/ 7338859 w 12199799"/>
              <a:gd name="connsiteY568" fmla="*/ 478992 h 6855225"/>
              <a:gd name="connsiteX569" fmla="*/ 8120394 w 12199799"/>
              <a:gd name="connsiteY569" fmla="*/ 932291 h 6855225"/>
              <a:gd name="connsiteX570" fmla="*/ 8154013 w 12199799"/>
              <a:gd name="connsiteY570" fmla="*/ 25692 h 6855225"/>
              <a:gd name="connsiteX571" fmla="*/ 8154013 w 12199799"/>
              <a:gd name="connsiteY571" fmla="*/ 932292 h 6855225"/>
              <a:gd name="connsiteX572" fmla="*/ 8935564 w 12199799"/>
              <a:gd name="connsiteY572" fmla="*/ 478992 h 6855225"/>
              <a:gd name="connsiteX573" fmla="*/ 9752510 w 12199799"/>
              <a:gd name="connsiteY573" fmla="*/ 25691 h 6855225"/>
              <a:gd name="connsiteX574" fmla="*/ 8970960 w 12199799"/>
              <a:gd name="connsiteY574" fmla="*/ 478990 h 6855225"/>
              <a:gd name="connsiteX575" fmla="*/ 9752510 w 12199799"/>
              <a:gd name="connsiteY575" fmla="*/ 932290 h 6855225"/>
              <a:gd name="connsiteX576" fmla="*/ 9786127 w 12199799"/>
              <a:gd name="connsiteY576" fmla="*/ 25691 h 6855225"/>
              <a:gd name="connsiteX577" fmla="*/ 9786127 w 12199799"/>
              <a:gd name="connsiteY577" fmla="*/ 932290 h 6855225"/>
              <a:gd name="connsiteX578" fmla="*/ 10567678 w 12199799"/>
              <a:gd name="connsiteY578" fmla="*/ 478990 h 6855225"/>
              <a:gd name="connsiteX579" fmla="*/ 11384626 w 12199799"/>
              <a:gd name="connsiteY579" fmla="*/ 25690 h 6855225"/>
              <a:gd name="connsiteX580" fmla="*/ 10603073 w 12199799"/>
              <a:gd name="connsiteY580" fmla="*/ 478989 h 6855225"/>
              <a:gd name="connsiteX581" fmla="*/ 11384626 w 12199799"/>
              <a:gd name="connsiteY581" fmla="*/ 932289 h 6855225"/>
              <a:gd name="connsiteX582" fmla="*/ 11418244 w 12199799"/>
              <a:gd name="connsiteY582" fmla="*/ 25689 h 6855225"/>
              <a:gd name="connsiteX583" fmla="*/ 11418244 w 12199799"/>
              <a:gd name="connsiteY583" fmla="*/ 932289 h 6855225"/>
              <a:gd name="connsiteX584" fmla="*/ 12199794 w 12199799"/>
              <a:gd name="connsiteY584" fmla="*/ 478989 h 6855225"/>
              <a:gd name="connsiteX585" fmla="*/ 3261235 w 12199799"/>
              <a:gd name="connsiteY585" fmla="*/ 25684 h 6855225"/>
              <a:gd name="connsiteX586" fmla="*/ 3261235 w 12199799"/>
              <a:gd name="connsiteY586" fmla="*/ 932284 h 6855225"/>
              <a:gd name="connsiteX587" fmla="*/ 4042787 w 12199799"/>
              <a:gd name="connsiteY587" fmla="*/ 478984 h 6855225"/>
              <a:gd name="connsiteX588" fmla="*/ 4857957 w 12199799"/>
              <a:gd name="connsiteY588" fmla="*/ 25684 h 6855225"/>
              <a:gd name="connsiteX589" fmla="*/ 4076405 w 12199799"/>
              <a:gd name="connsiteY589" fmla="*/ 478983 h 6855225"/>
              <a:gd name="connsiteX590" fmla="*/ 4857957 w 12199799"/>
              <a:gd name="connsiteY590" fmla="*/ 932283 h 6855225"/>
              <a:gd name="connsiteX591" fmla="*/ 4891576 w 12199799"/>
              <a:gd name="connsiteY591" fmla="*/ 25683 h 6855225"/>
              <a:gd name="connsiteX592" fmla="*/ 4891576 w 12199799"/>
              <a:gd name="connsiteY592" fmla="*/ 932283 h 6855225"/>
              <a:gd name="connsiteX593" fmla="*/ 5673128 w 12199799"/>
              <a:gd name="connsiteY593" fmla="*/ 478983 h 6855225"/>
              <a:gd name="connsiteX594" fmla="*/ 6490069 w 12199799"/>
              <a:gd name="connsiteY594" fmla="*/ 25682 h 6855225"/>
              <a:gd name="connsiteX595" fmla="*/ 5708521 w 12199799"/>
              <a:gd name="connsiteY595" fmla="*/ 478981 h 6855225"/>
              <a:gd name="connsiteX596" fmla="*/ 6490069 w 12199799"/>
              <a:gd name="connsiteY596" fmla="*/ 932282 h 6855225"/>
              <a:gd name="connsiteX597" fmla="*/ 0 w 12199799"/>
              <a:gd name="connsiteY597" fmla="*/ 25678 h 6855225"/>
              <a:gd name="connsiteX598" fmla="*/ 0 w 12199799"/>
              <a:gd name="connsiteY598" fmla="*/ 932279 h 6855225"/>
              <a:gd name="connsiteX599" fmla="*/ 781552 w 12199799"/>
              <a:gd name="connsiteY599" fmla="*/ 478978 h 6855225"/>
              <a:gd name="connsiteX600" fmla="*/ 1596722 w 12199799"/>
              <a:gd name="connsiteY600" fmla="*/ 25677 h 6855225"/>
              <a:gd name="connsiteX601" fmla="*/ 815170 w 12199799"/>
              <a:gd name="connsiteY601" fmla="*/ 478977 h 6855225"/>
              <a:gd name="connsiteX602" fmla="*/ 1596722 w 12199799"/>
              <a:gd name="connsiteY602" fmla="*/ 932278 h 6855225"/>
              <a:gd name="connsiteX603" fmla="*/ 1630341 w 12199799"/>
              <a:gd name="connsiteY603" fmla="*/ 25677 h 6855225"/>
              <a:gd name="connsiteX604" fmla="*/ 1630341 w 12199799"/>
              <a:gd name="connsiteY604" fmla="*/ 932278 h 6855225"/>
              <a:gd name="connsiteX605" fmla="*/ 2411893 w 12199799"/>
              <a:gd name="connsiteY605" fmla="*/ 478978 h 6855225"/>
              <a:gd name="connsiteX606" fmla="*/ 3228838 w 12199799"/>
              <a:gd name="connsiteY606" fmla="*/ 25676 h 6855225"/>
              <a:gd name="connsiteX607" fmla="*/ 2447286 w 12199799"/>
              <a:gd name="connsiteY607" fmla="*/ 478976 h 6855225"/>
              <a:gd name="connsiteX608" fmla="*/ 3228838 w 12199799"/>
              <a:gd name="connsiteY608" fmla="*/ 932276 h 6855225"/>
              <a:gd name="connsiteX609" fmla="*/ 8098742 w 12199799"/>
              <a:gd name="connsiteY609" fmla="*/ 12 h 6855225"/>
              <a:gd name="connsiteX610" fmla="*/ 6544450 w 12199799"/>
              <a:gd name="connsiteY610" fmla="*/ 12 h 6855225"/>
              <a:gd name="connsiteX611" fmla="*/ 7321607 w 12199799"/>
              <a:gd name="connsiteY611" fmla="*/ 445615 h 6855225"/>
              <a:gd name="connsiteX612" fmla="*/ 9729969 w 12199799"/>
              <a:gd name="connsiteY612" fmla="*/ 12 h 6855225"/>
              <a:gd name="connsiteX613" fmla="*/ 8175665 w 12199799"/>
              <a:gd name="connsiteY613" fmla="*/ 12 h 6855225"/>
              <a:gd name="connsiteX614" fmla="*/ 8952816 w 12199799"/>
              <a:gd name="connsiteY614" fmla="*/ 445615 h 6855225"/>
              <a:gd name="connsiteX615" fmla="*/ 11361201 w 12199799"/>
              <a:gd name="connsiteY615" fmla="*/ 12 h 6855225"/>
              <a:gd name="connsiteX616" fmla="*/ 9806891 w 12199799"/>
              <a:gd name="connsiteY616" fmla="*/ 12 h 6855225"/>
              <a:gd name="connsiteX617" fmla="*/ 10584048 w 12199799"/>
              <a:gd name="connsiteY617" fmla="*/ 445615 h 6855225"/>
              <a:gd name="connsiteX618" fmla="*/ 4835861 w 12199799"/>
              <a:gd name="connsiteY618" fmla="*/ 7 h 6855225"/>
              <a:gd name="connsiteX619" fmla="*/ 3281555 w 12199799"/>
              <a:gd name="connsiteY619" fmla="*/ 7 h 6855225"/>
              <a:gd name="connsiteX620" fmla="*/ 4058708 w 12199799"/>
              <a:gd name="connsiteY620" fmla="*/ 445610 h 6855225"/>
              <a:gd name="connsiteX621" fmla="*/ 6467087 w 12199799"/>
              <a:gd name="connsiteY621" fmla="*/ 6 h 6855225"/>
              <a:gd name="connsiteX622" fmla="*/ 4912784 w 12199799"/>
              <a:gd name="connsiteY622" fmla="*/ 6 h 6855225"/>
              <a:gd name="connsiteX623" fmla="*/ 5689937 w 12199799"/>
              <a:gd name="connsiteY623" fmla="*/ 445610 h 6855225"/>
              <a:gd name="connsiteX624" fmla="*/ 1574626 w 12199799"/>
              <a:gd name="connsiteY624" fmla="*/ 1 h 6855225"/>
              <a:gd name="connsiteX625" fmla="*/ 20320 w 12199799"/>
              <a:gd name="connsiteY625" fmla="*/ 1 h 6855225"/>
              <a:gd name="connsiteX626" fmla="*/ 797473 w 12199799"/>
              <a:gd name="connsiteY626" fmla="*/ 445605 h 6855225"/>
              <a:gd name="connsiteX627" fmla="*/ 3205855 w 12199799"/>
              <a:gd name="connsiteY627" fmla="*/ 0 h 6855225"/>
              <a:gd name="connsiteX628" fmla="*/ 1651549 w 12199799"/>
              <a:gd name="connsiteY628" fmla="*/ 0 h 6855225"/>
              <a:gd name="connsiteX629" fmla="*/ 2428702 w 12199799"/>
              <a:gd name="connsiteY629" fmla="*/ 445604 h 6855225"/>
              <a:gd name="connsiteX630" fmla="*/ 12191998 w 12199799"/>
              <a:gd name="connsiteY630" fmla="*/ 0 h 6855225"/>
              <a:gd name="connsiteX631" fmla="*/ 11438139 w 12199799"/>
              <a:gd name="connsiteY631" fmla="*/ 0 h 6855225"/>
              <a:gd name="connsiteX632" fmla="*/ 12191998 w 12199799"/>
              <a:gd name="connsiteY632" fmla="*/ 432248 h 68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</a:cxnLst>
            <a:rect l="l" t="t" r="r" b="b"/>
            <a:pathLst>
              <a:path w="12199799" h="6855225">
                <a:moveTo>
                  <a:pt x="12191972" y="6422977"/>
                </a:moveTo>
                <a:lnTo>
                  <a:pt x="11438115" y="6855225"/>
                </a:lnTo>
                <a:lnTo>
                  <a:pt x="12191972" y="6855225"/>
                </a:lnTo>
                <a:close/>
                <a:moveTo>
                  <a:pt x="797473" y="6406846"/>
                </a:moveTo>
                <a:lnTo>
                  <a:pt x="20320" y="6852450"/>
                </a:lnTo>
                <a:lnTo>
                  <a:pt x="1574626" y="6852450"/>
                </a:lnTo>
                <a:close/>
                <a:moveTo>
                  <a:pt x="2428702" y="6406846"/>
                </a:moveTo>
                <a:lnTo>
                  <a:pt x="1651549" y="6852450"/>
                </a:lnTo>
                <a:lnTo>
                  <a:pt x="3205855" y="6852450"/>
                </a:lnTo>
                <a:close/>
                <a:moveTo>
                  <a:pt x="4058708" y="6406846"/>
                </a:moveTo>
                <a:lnTo>
                  <a:pt x="3281555" y="6852450"/>
                </a:lnTo>
                <a:lnTo>
                  <a:pt x="4835861" y="6852450"/>
                </a:lnTo>
                <a:close/>
                <a:moveTo>
                  <a:pt x="5689937" y="6406846"/>
                </a:moveTo>
                <a:lnTo>
                  <a:pt x="4912784" y="6852450"/>
                </a:lnTo>
                <a:lnTo>
                  <a:pt x="6467087" y="6852450"/>
                </a:lnTo>
                <a:close/>
                <a:moveTo>
                  <a:pt x="7321607" y="6406846"/>
                </a:moveTo>
                <a:lnTo>
                  <a:pt x="6544450" y="6852450"/>
                </a:lnTo>
                <a:lnTo>
                  <a:pt x="8098751" y="6852450"/>
                </a:lnTo>
                <a:close/>
                <a:moveTo>
                  <a:pt x="8952824" y="6406846"/>
                </a:moveTo>
                <a:lnTo>
                  <a:pt x="8175673" y="6852450"/>
                </a:lnTo>
                <a:lnTo>
                  <a:pt x="9729977" y="6852450"/>
                </a:lnTo>
                <a:close/>
                <a:moveTo>
                  <a:pt x="10584056" y="6406846"/>
                </a:moveTo>
                <a:lnTo>
                  <a:pt x="9806900" y="6852450"/>
                </a:lnTo>
                <a:lnTo>
                  <a:pt x="11361208" y="6852450"/>
                </a:lnTo>
                <a:close/>
                <a:moveTo>
                  <a:pt x="1596722" y="5924618"/>
                </a:moveTo>
                <a:lnTo>
                  <a:pt x="815170" y="6377918"/>
                </a:lnTo>
                <a:lnTo>
                  <a:pt x="1596722" y="6831220"/>
                </a:lnTo>
                <a:close/>
                <a:moveTo>
                  <a:pt x="3228838" y="5924618"/>
                </a:moveTo>
                <a:lnTo>
                  <a:pt x="2447286" y="6377918"/>
                </a:lnTo>
                <a:lnTo>
                  <a:pt x="3228838" y="6831220"/>
                </a:lnTo>
                <a:close/>
                <a:moveTo>
                  <a:pt x="4857957" y="5924618"/>
                </a:moveTo>
                <a:lnTo>
                  <a:pt x="4076405" y="6377918"/>
                </a:lnTo>
                <a:lnTo>
                  <a:pt x="4857957" y="6831220"/>
                </a:lnTo>
                <a:close/>
                <a:moveTo>
                  <a:pt x="6490069" y="5924618"/>
                </a:moveTo>
                <a:lnTo>
                  <a:pt x="5708521" y="6377918"/>
                </a:lnTo>
                <a:lnTo>
                  <a:pt x="6490069" y="6831220"/>
                </a:lnTo>
                <a:close/>
                <a:moveTo>
                  <a:pt x="8120394" y="5924618"/>
                </a:moveTo>
                <a:lnTo>
                  <a:pt x="7338859" y="6377918"/>
                </a:lnTo>
                <a:lnTo>
                  <a:pt x="8120394" y="6831220"/>
                </a:lnTo>
                <a:close/>
                <a:moveTo>
                  <a:pt x="9752510" y="5924618"/>
                </a:moveTo>
                <a:lnTo>
                  <a:pt x="8970960" y="6377918"/>
                </a:lnTo>
                <a:lnTo>
                  <a:pt x="9752510" y="6831220"/>
                </a:lnTo>
                <a:close/>
                <a:moveTo>
                  <a:pt x="11384629" y="5924618"/>
                </a:moveTo>
                <a:lnTo>
                  <a:pt x="10603077" y="6377918"/>
                </a:lnTo>
                <a:lnTo>
                  <a:pt x="11384629" y="6831220"/>
                </a:lnTo>
                <a:close/>
                <a:moveTo>
                  <a:pt x="0" y="5924618"/>
                </a:moveTo>
                <a:lnTo>
                  <a:pt x="0" y="6831220"/>
                </a:lnTo>
                <a:lnTo>
                  <a:pt x="781552" y="6377919"/>
                </a:lnTo>
                <a:close/>
                <a:moveTo>
                  <a:pt x="1630341" y="5924618"/>
                </a:moveTo>
                <a:lnTo>
                  <a:pt x="1630341" y="6831220"/>
                </a:lnTo>
                <a:lnTo>
                  <a:pt x="2411893" y="6377919"/>
                </a:lnTo>
                <a:close/>
                <a:moveTo>
                  <a:pt x="3261235" y="5924618"/>
                </a:moveTo>
                <a:lnTo>
                  <a:pt x="3261235" y="6831220"/>
                </a:lnTo>
                <a:lnTo>
                  <a:pt x="4042787" y="6377919"/>
                </a:lnTo>
                <a:close/>
                <a:moveTo>
                  <a:pt x="4891576" y="5924618"/>
                </a:moveTo>
                <a:lnTo>
                  <a:pt x="4891576" y="6831220"/>
                </a:lnTo>
                <a:lnTo>
                  <a:pt x="5673128" y="6377919"/>
                </a:lnTo>
                <a:close/>
                <a:moveTo>
                  <a:pt x="6523688" y="5924618"/>
                </a:moveTo>
                <a:lnTo>
                  <a:pt x="6523688" y="6831220"/>
                </a:lnTo>
                <a:lnTo>
                  <a:pt x="7305243" y="6377919"/>
                </a:lnTo>
                <a:close/>
                <a:moveTo>
                  <a:pt x="8154013" y="5924618"/>
                </a:moveTo>
                <a:lnTo>
                  <a:pt x="8154013" y="6831220"/>
                </a:lnTo>
                <a:lnTo>
                  <a:pt x="8935564" y="6377919"/>
                </a:lnTo>
                <a:close/>
                <a:moveTo>
                  <a:pt x="9786128" y="5924618"/>
                </a:moveTo>
                <a:lnTo>
                  <a:pt x="9786128" y="6831220"/>
                </a:lnTo>
                <a:lnTo>
                  <a:pt x="10567682" y="6377919"/>
                </a:lnTo>
                <a:close/>
                <a:moveTo>
                  <a:pt x="11418248" y="5924618"/>
                </a:moveTo>
                <a:lnTo>
                  <a:pt x="11418248" y="6831220"/>
                </a:lnTo>
                <a:lnTo>
                  <a:pt x="12199798" y="6377919"/>
                </a:lnTo>
                <a:close/>
                <a:moveTo>
                  <a:pt x="781554" y="5438511"/>
                </a:moveTo>
                <a:lnTo>
                  <a:pt x="1" y="5891812"/>
                </a:lnTo>
                <a:lnTo>
                  <a:pt x="781554" y="6345112"/>
                </a:lnTo>
                <a:close/>
                <a:moveTo>
                  <a:pt x="815170" y="5438511"/>
                </a:moveTo>
                <a:lnTo>
                  <a:pt x="815170" y="6345112"/>
                </a:lnTo>
                <a:lnTo>
                  <a:pt x="1596723" y="5891811"/>
                </a:lnTo>
                <a:close/>
                <a:moveTo>
                  <a:pt x="2411894" y="5438511"/>
                </a:moveTo>
                <a:lnTo>
                  <a:pt x="1630341" y="5891812"/>
                </a:lnTo>
                <a:lnTo>
                  <a:pt x="2411894" y="6345112"/>
                </a:lnTo>
                <a:close/>
                <a:moveTo>
                  <a:pt x="2447286" y="5438511"/>
                </a:moveTo>
                <a:lnTo>
                  <a:pt x="2447286" y="6345112"/>
                </a:lnTo>
                <a:lnTo>
                  <a:pt x="3228839" y="5891811"/>
                </a:lnTo>
                <a:close/>
                <a:moveTo>
                  <a:pt x="4042789" y="5438511"/>
                </a:moveTo>
                <a:lnTo>
                  <a:pt x="3261236" y="5891812"/>
                </a:lnTo>
                <a:lnTo>
                  <a:pt x="4042789" y="6345112"/>
                </a:lnTo>
                <a:close/>
                <a:moveTo>
                  <a:pt x="4076405" y="5438511"/>
                </a:moveTo>
                <a:lnTo>
                  <a:pt x="4076405" y="6345112"/>
                </a:lnTo>
                <a:lnTo>
                  <a:pt x="4857958" y="5891811"/>
                </a:lnTo>
                <a:close/>
                <a:moveTo>
                  <a:pt x="5673129" y="5438511"/>
                </a:moveTo>
                <a:lnTo>
                  <a:pt x="4891576" y="5891812"/>
                </a:lnTo>
                <a:lnTo>
                  <a:pt x="5673129" y="6345112"/>
                </a:lnTo>
                <a:close/>
                <a:moveTo>
                  <a:pt x="5708521" y="5438511"/>
                </a:moveTo>
                <a:lnTo>
                  <a:pt x="5708521" y="6345112"/>
                </a:lnTo>
                <a:lnTo>
                  <a:pt x="6490069" y="5891811"/>
                </a:lnTo>
                <a:close/>
                <a:moveTo>
                  <a:pt x="7305243" y="5438511"/>
                </a:moveTo>
                <a:lnTo>
                  <a:pt x="6523688" y="5891812"/>
                </a:lnTo>
                <a:lnTo>
                  <a:pt x="7305243" y="6345112"/>
                </a:lnTo>
                <a:close/>
                <a:moveTo>
                  <a:pt x="7338859" y="5438511"/>
                </a:moveTo>
                <a:lnTo>
                  <a:pt x="7338859" y="6345112"/>
                </a:lnTo>
                <a:lnTo>
                  <a:pt x="8120395" y="5891811"/>
                </a:lnTo>
                <a:close/>
                <a:moveTo>
                  <a:pt x="8935566" y="5438511"/>
                </a:moveTo>
                <a:lnTo>
                  <a:pt x="8154014" y="5891812"/>
                </a:lnTo>
                <a:lnTo>
                  <a:pt x="8935566" y="6345112"/>
                </a:lnTo>
                <a:close/>
                <a:moveTo>
                  <a:pt x="8970959" y="5438511"/>
                </a:moveTo>
                <a:lnTo>
                  <a:pt x="8970959" y="6345112"/>
                </a:lnTo>
                <a:lnTo>
                  <a:pt x="9752511" y="5891811"/>
                </a:lnTo>
                <a:close/>
                <a:moveTo>
                  <a:pt x="10567683" y="5438511"/>
                </a:moveTo>
                <a:lnTo>
                  <a:pt x="9786128" y="5891812"/>
                </a:lnTo>
                <a:lnTo>
                  <a:pt x="10567683" y="6345112"/>
                </a:lnTo>
                <a:close/>
                <a:moveTo>
                  <a:pt x="10603076" y="5438511"/>
                </a:moveTo>
                <a:lnTo>
                  <a:pt x="10603076" y="6345112"/>
                </a:lnTo>
                <a:lnTo>
                  <a:pt x="11384630" y="5891811"/>
                </a:lnTo>
                <a:close/>
                <a:moveTo>
                  <a:pt x="12199799" y="5438511"/>
                </a:moveTo>
                <a:lnTo>
                  <a:pt x="11418248" y="5891812"/>
                </a:lnTo>
                <a:lnTo>
                  <a:pt x="12199799" y="6345112"/>
                </a:lnTo>
                <a:close/>
                <a:moveTo>
                  <a:pt x="1596722" y="4943763"/>
                </a:moveTo>
                <a:lnTo>
                  <a:pt x="815170" y="5397063"/>
                </a:lnTo>
                <a:lnTo>
                  <a:pt x="1596722" y="5850364"/>
                </a:lnTo>
                <a:close/>
                <a:moveTo>
                  <a:pt x="3228838" y="4943763"/>
                </a:moveTo>
                <a:lnTo>
                  <a:pt x="2447286" y="5397063"/>
                </a:lnTo>
                <a:lnTo>
                  <a:pt x="3228838" y="5850364"/>
                </a:lnTo>
                <a:close/>
                <a:moveTo>
                  <a:pt x="4857957" y="4943763"/>
                </a:moveTo>
                <a:lnTo>
                  <a:pt x="4076405" y="5397063"/>
                </a:lnTo>
                <a:lnTo>
                  <a:pt x="4857957" y="5850364"/>
                </a:lnTo>
                <a:close/>
                <a:moveTo>
                  <a:pt x="6490069" y="4943763"/>
                </a:moveTo>
                <a:lnTo>
                  <a:pt x="5708521" y="5397063"/>
                </a:lnTo>
                <a:lnTo>
                  <a:pt x="6490069" y="5850364"/>
                </a:lnTo>
                <a:close/>
                <a:moveTo>
                  <a:pt x="8120394" y="4943763"/>
                </a:moveTo>
                <a:lnTo>
                  <a:pt x="7338859" y="5397063"/>
                </a:lnTo>
                <a:lnTo>
                  <a:pt x="8120394" y="5850364"/>
                </a:lnTo>
                <a:close/>
                <a:moveTo>
                  <a:pt x="9752510" y="4943763"/>
                </a:moveTo>
                <a:lnTo>
                  <a:pt x="8970960" y="5397063"/>
                </a:lnTo>
                <a:lnTo>
                  <a:pt x="9752510" y="5850364"/>
                </a:lnTo>
                <a:close/>
                <a:moveTo>
                  <a:pt x="11384629" y="4943763"/>
                </a:moveTo>
                <a:lnTo>
                  <a:pt x="10603076" y="5397063"/>
                </a:lnTo>
                <a:lnTo>
                  <a:pt x="11384629" y="5850364"/>
                </a:lnTo>
                <a:close/>
                <a:moveTo>
                  <a:pt x="0" y="4943763"/>
                </a:moveTo>
                <a:lnTo>
                  <a:pt x="0" y="5850365"/>
                </a:lnTo>
                <a:lnTo>
                  <a:pt x="781552" y="5397064"/>
                </a:lnTo>
                <a:close/>
                <a:moveTo>
                  <a:pt x="1630341" y="4943763"/>
                </a:moveTo>
                <a:lnTo>
                  <a:pt x="1630341" y="5850365"/>
                </a:lnTo>
                <a:lnTo>
                  <a:pt x="2411893" y="5397064"/>
                </a:lnTo>
                <a:close/>
                <a:moveTo>
                  <a:pt x="3261235" y="4943763"/>
                </a:moveTo>
                <a:lnTo>
                  <a:pt x="3261235" y="5850365"/>
                </a:lnTo>
                <a:lnTo>
                  <a:pt x="4042787" y="5397064"/>
                </a:lnTo>
                <a:close/>
                <a:moveTo>
                  <a:pt x="4891576" y="4943763"/>
                </a:moveTo>
                <a:lnTo>
                  <a:pt x="4891576" y="5850365"/>
                </a:lnTo>
                <a:lnTo>
                  <a:pt x="5673128" y="5397064"/>
                </a:lnTo>
                <a:close/>
                <a:moveTo>
                  <a:pt x="6523688" y="4943763"/>
                </a:moveTo>
                <a:lnTo>
                  <a:pt x="6523688" y="5850365"/>
                </a:lnTo>
                <a:lnTo>
                  <a:pt x="7305243" y="5397064"/>
                </a:lnTo>
                <a:close/>
                <a:moveTo>
                  <a:pt x="8154013" y="4943763"/>
                </a:moveTo>
                <a:lnTo>
                  <a:pt x="8154013" y="5850365"/>
                </a:lnTo>
                <a:lnTo>
                  <a:pt x="8935564" y="5397064"/>
                </a:lnTo>
                <a:close/>
                <a:moveTo>
                  <a:pt x="9786128" y="4943763"/>
                </a:moveTo>
                <a:lnTo>
                  <a:pt x="9786128" y="5850365"/>
                </a:lnTo>
                <a:lnTo>
                  <a:pt x="10567681" y="5397064"/>
                </a:lnTo>
                <a:close/>
                <a:moveTo>
                  <a:pt x="11418247" y="4943763"/>
                </a:moveTo>
                <a:lnTo>
                  <a:pt x="11418247" y="5850365"/>
                </a:lnTo>
                <a:lnTo>
                  <a:pt x="12199798" y="5397064"/>
                </a:lnTo>
                <a:close/>
                <a:moveTo>
                  <a:pt x="781554" y="4455068"/>
                </a:moveTo>
                <a:lnTo>
                  <a:pt x="1" y="4908369"/>
                </a:lnTo>
                <a:lnTo>
                  <a:pt x="781554" y="5361669"/>
                </a:lnTo>
                <a:close/>
                <a:moveTo>
                  <a:pt x="815170" y="4455068"/>
                </a:moveTo>
                <a:lnTo>
                  <a:pt x="815170" y="5361669"/>
                </a:lnTo>
                <a:lnTo>
                  <a:pt x="1596723" y="4908368"/>
                </a:lnTo>
                <a:close/>
                <a:moveTo>
                  <a:pt x="2411894" y="4455068"/>
                </a:moveTo>
                <a:lnTo>
                  <a:pt x="1630341" y="4908369"/>
                </a:lnTo>
                <a:lnTo>
                  <a:pt x="2411894" y="5361669"/>
                </a:lnTo>
                <a:close/>
                <a:moveTo>
                  <a:pt x="2447286" y="4455068"/>
                </a:moveTo>
                <a:lnTo>
                  <a:pt x="2447286" y="5361669"/>
                </a:lnTo>
                <a:lnTo>
                  <a:pt x="3228839" y="4908368"/>
                </a:lnTo>
                <a:close/>
                <a:moveTo>
                  <a:pt x="4042789" y="4455068"/>
                </a:moveTo>
                <a:lnTo>
                  <a:pt x="3261236" y="4908369"/>
                </a:lnTo>
                <a:lnTo>
                  <a:pt x="4042789" y="5361669"/>
                </a:lnTo>
                <a:close/>
                <a:moveTo>
                  <a:pt x="4076405" y="4455068"/>
                </a:moveTo>
                <a:lnTo>
                  <a:pt x="4076405" y="5361669"/>
                </a:lnTo>
                <a:lnTo>
                  <a:pt x="4857958" y="4908368"/>
                </a:lnTo>
                <a:close/>
                <a:moveTo>
                  <a:pt x="5673129" y="4455068"/>
                </a:moveTo>
                <a:lnTo>
                  <a:pt x="4891576" y="4908369"/>
                </a:lnTo>
                <a:lnTo>
                  <a:pt x="5673129" y="5361669"/>
                </a:lnTo>
                <a:close/>
                <a:moveTo>
                  <a:pt x="5708521" y="4455068"/>
                </a:moveTo>
                <a:lnTo>
                  <a:pt x="5708521" y="5361669"/>
                </a:lnTo>
                <a:lnTo>
                  <a:pt x="6490069" y="4908368"/>
                </a:lnTo>
                <a:close/>
                <a:moveTo>
                  <a:pt x="7305243" y="4455068"/>
                </a:moveTo>
                <a:lnTo>
                  <a:pt x="6523688" y="4908369"/>
                </a:lnTo>
                <a:lnTo>
                  <a:pt x="7305243" y="5361669"/>
                </a:lnTo>
                <a:close/>
                <a:moveTo>
                  <a:pt x="7338859" y="4455068"/>
                </a:moveTo>
                <a:lnTo>
                  <a:pt x="7338859" y="5361669"/>
                </a:lnTo>
                <a:lnTo>
                  <a:pt x="8120395" y="4908368"/>
                </a:lnTo>
                <a:close/>
                <a:moveTo>
                  <a:pt x="8935566" y="4455068"/>
                </a:moveTo>
                <a:lnTo>
                  <a:pt x="8154014" y="4908369"/>
                </a:lnTo>
                <a:lnTo>
                  <a:pt x="8935566" y="5361669"/>
                </a:lnTo>
                <a:close/>
                <a:moveTo>
                  <a:pt x="8970959" y="4455068"/>
                </a:moveTo>
                <a:lnTo>
                  <a:pt x="8970959" y="5361669"/>
                </a:lnTo>
                <a:lnTo>
                  <a:pt x="9752511" y="4908368"/>
                </a:lnTo>
                <a:close/>
                <a:moveTo>
                  <a:pt x="10567683" y="4455068"/>
                </a:moveTo>
                <a:lnTo>
                  <a:pt x="9786128" y="4908369"/>
                </a:lnTo>
                <a:lnTo>
                  <a:pt x="10567683" y="5361669"/>
                </a:lnTo>
                <a:close/>
                <a:moveTo>
                  <a:pt x="10603076" y="4455068"/>
                </a:moveTo>
                <a:lnTo>
                  <a:pt x="10603076" y="5361669"/>
                </a:lnTo>
                <a:lnTo>
                  <a:pt x="11384629" y="4908368"/>
                </a:lnTo>
                <a:close/>
                <a:moveTo>
                  <a:pt x="12199799" y="4455068"/>
                </a:moveTo>
                <a:lnTo>
                  <a:pt x="11418247" y="4908369"/>
                </a:lnTo>
                <a:lnTo>
                  <a:pt x="12199799" y="5361669"/>
                </a:lnTo>
                <a:close/>
                <a:moveTo>
                  <a:pt x="1596722" y="3960320"/>
                </a:moveTo>
                <a:lnTo>
                  <a:pt x="815170" y="4413620"/>
                </a:lnTo>
                <a:lnTo>
                  <a:pt x="1596722" y="4866921"/>
                </a:lnTo>
                <a:close/>
                <a:moveTo>
                  <a:pt x="3228838" y="3960320"/>
                </a:moveTo>
                <a:lnTo>
                  <a:pt x="2447286" y="4413620"/>
                </a:lnTo>
                <a:lnTo>
                  <a:pt x="3228838" y="4866921"/>
                </a:lnTo>
                <a:close/>
                <a:moveTo>
                  <a:pt x="4857957" y="3960320"/>
                </a:moveTo>
                <a:lnTo>
                  <a:pt x="4076405" y="4413620"/>
                </a:lnTo>
                <a:lnTo>
                  <a:pt x="4857957" y="4866921"/>
                </a:lnTo>
                <a:close/>
                <a:moveTo>
                  <a:pt x="6490069" y="3960320"/>
                </a:moveTo>
                <a:lnTo>
                  <a:pt x="5708521" y="4413620"/>
                </a:lnTo>
                <a:lnTo>
                  <a:pt x="6490069" y="4866921"/>
                </a:lnTo>
                <a:close/>
                <a:moveTo>
                  <a:pt x="8120394" y="3960320"/>
                </a:moveTo>
                <a:lnTo>
                  <a:pt x="7338859" y="4413620"/>
                </a:lnTo>
                <a:lnTo>
                  <a:pt x="8120394" y="4866921"/>
                </a:lnTo>
                <a:close/>
                <a:moveTo>
                  <a:pt x="9752510" y="3960320"/>
                </a:moveTo>
                <a:lnTo>
                  <a:pt x="8970960" y="4413620"/>
                </a:lnTo>
                <a:lnTo>
                  <a:pt x="9752510" y="4866921"/>
                </a:lnTo>
                <a:close/>
                <a:moveTo>
                  <a:pt x="11384629" y="3960320"/>
                </a:moveTo>
                <a:lnTo>
                  <a:pt x="10603076" y="4413620"/>
                </a:lnTo>
                <a:lnTo>
                  <a:pt x="11384629" y="4866921"/>
                </a:lnTo>
                <a:close/>
                <a:moveTo>
                  <a:pt x="0" y="3960320"/>
                </a:moveTo>
                <a:lnTo>
                  <a:pt x="0" y="4866922"/>
                </a:lnTo>
                <a:lnTo>
                  <a:pt x="781552" y="4413621"/>
                </a:lnTo>
                <a:close/>
                <a:moveTo>
                  <a:pt x="1630341" y="3960320"/>
                </a:moveTo>
                <a:lnTo>
                  <a:pt x="1630341" y="4866922"/>
                </a:lnTo>
                <a:lnTo>
                  <a:pt x="2411893" y="4413621"/>
                </a:lnTo>
                <a:close/>
                <a:moveTo>
                  <a:pt x="3261235" y="3960320"/>
                </a:moveTo>
                <a:lnTo>
                  <a:pt x="3261235" y="4866922"/>
                </a:lnTo>
                <a:lnTo>
                  <a:pt x="4042787" y="4413621"/>
                </a:lnTo>
                <a:close/>
                <a:moveTo>
                  <a:pt x="4891576" y="3960320"/>
                </a:moveTo>
                <a:lnTo>
                  <a:pt x="4891576" y="4866922"/>
                </a:lnTo>
                <a:lnTo>
                  <a:pt x="5673128" y="4413621"/>
                </a:lnTo>
                <a:close/>
                <a:moveTo>
                  <a:pt x="6523688" y="3960320"/>
                </a:moveTo>
                <a:lnTo>
                  <a:pt x="6523688" y="4866922"/>
                </a:lnTo>
                <a:lnTo>
                  <a:pt x="7305243" y="4413621"/>
                </a:lnTo>
                <a:close/>
                <a:moveTo>
                  <a:pt x="8154013" y="3960320"/>
                </a:moveTo>
                <a:lnTo>
                  <a:pt x="8154013" y="4866922"/>
                </a:lnTo>
                <a:lnTo>
                  <a:pt x="8935564" y="4413621"/>
                </a:lnTo>
                <a:close/>
                <a:moveTo>
                  <a:pt x="9786127" y="3960320"/>
                </a:moveTo>
                <a:lnTo>
                  <a:pt x="9786127" y="4866922"/>
                </a:lnTo>
                <a:lnTo>
                  <a:pt x="10567681" y="4413621"/>
                </a:lnTo>
                <a:close/>
                <a:moveTo>
                  <a:pt x="11418247" y="3960320"/>
                </a:moveTo>
                <a:lnTo>
                  <a:pt x="11418247" y="4866922"/>
                </a:lnTo>
                <a:lnTo>
                  <a:pt x="12199798" y="4413621"/>
                </a:lnTo>
                <a:close/>
                <a:moveTo>
                  <a:pt x="781554" y="3468161"/>
                </a:moveTo>
                <a:lnTo>
                  <a:pt x="1" y="3921462"/>
                </a:lnTo>
                <a:lnTo>
                  <a:pt x="781554" y="4374762"/>
                </a:lnTo>
                <a:close/>
                <a:moveTo>
                  <a:pt x="815170" y="3468161"/>
                </a:moveTo>
                <a:lnTo>
                  <a:pt x="815170" y="4374762"/>
                </a:lnTo>
                <a:lnTo>
                  <a:pt x="1596723" y="3921461"/>
                </a:lnTo>
                <a:close/>
                <a:moveTo>
                  <a:pt x="2411894" y="3468161"/>
                </a:moveTo>
                <a:lnTo>
                  <a:pt x="1630341" y="3921462"/>
                </a:lnTo>
                <a:lnTo>
                  <a:pt x="2411894" y="4374762"/>
                </a:lnTo>
                <a:close/>
                <a:moveTo>
                  <a:pt x="2447286" y="3468161"/>
                </a:moveTo>
                <a:lnTo>
                  <a:pt x="2447286" y="4374762"/>
                </a:lnTo>
                <a:lnTo>
                  <a:pt x="3228839" y="3921461"/>
                </a:lnTo>
                <a:close/>
                <a:moveTo>
                  <a:pt x="4042789" y="3468161"/>
                </a:moveTo>
                <a:lnTo>
                  <a:pt x="3261236" y="3921462"/>
                </a:lnTo>
                <a:lnTo>
                  <a:pt x="4042789" y="4374762"/>
                </a:lnTo>
                <a:close/>
                <a:moveTo>
                  <a:pt x="4076405" y="3468161"/>
                </a:moveTo>
                <a:lnTo>
                  <a:pt x="4076405" y="4374762"/>
                </a:lnTo>
                <a:lnTo>
                  <a:pt x="4857958" y="3921461"/>
                </a:lnTo>
                <a:close/>
                <a:moveTo>
                  <a:pt x="5673129" y="3468161"/>
                </a:moveTo>
                <a:lnTo>
                  <a:pt x="4891576" y="3921462"/>
                </a:lnTo>
                <a:lnTo>
                  <a:pt x="5673129" y="4374762"/>
                </a:lnTo>
                <a:close/>
                <a:moveTo>
                  <a:pt x="5708521" y="3468161"/>
                </a:moveTo>
                <a:lnTo>
                  <a:pt x="5708521" y="4374762"/>
                </a:lnTo>
                <a:lnTo>
                  <a:pt x="6490069" y="3921461"/>
                </a:lnTo>
                <a:close/>
                <a:moveTo>
                  <a:pt x="7305243" y="3468161"/>
                </a:moveTo>
                <a:lnTo>
                  <a:pt x="6523688" y="3921462"/>
                </a:lnTo>
                <a:lnTo>
                  <a:pt x="7305243" y="4374762"/>
                </a:lnTo>
                <a:close/>
                <a:moveTo>
                  <a:pt x="7338859" y="3468161"/>
                </a:moveTo>
                <a:lnTo>
                  <a:pt x="7338859" y="4374762"/>
                </a:lnTo>
                <a:lnTo>
                  <a:pt x="8120395" y="3921461"/>
                </a:lnTo>
                <a:close/>
                <a:moveTo>
                  <a:pt x="8935566" y="3468161"/>
                </a:moveTo>
                <a:lnTo>
                  <a:pt x="8154014" y="3921462"/>
                </a:lnTo>
                <a:lnTo>
                  <a:pt x="8935566" y="4374762"/>
                </a:lnTo>
                <a:close/>
                <a:moveTo>
                  <a:pt x="8970959" y="3468161"/>
                </a:moveTo>
                <a:lnTo>
                  <a:pt x="8970959" y="4374762"/>
                </a:lnTo>
                <a:lnTo>
                  <a:pt x="9752511" y="3921461"/>
                </a:lnTo>
                <a:close/>
                <a:moveTo>
                  <a:pt x="10567680" y="3468161"/>
                </a:moveTo>
                <a:lnTo>
                  <a:pt x="9786128" y="3921462"/>
                </a:lnTo>
                <a:lnTo>
                  <a:pt x="10567680" y="4374762"/>
                </a:lnTo>
                <a:close/>
                <a:moveTo>
                  <a:pt x="10603074" y="3468161"/>
                </a:moveTo>
                <a:lnTo>
                  <a:pt x="10603074" y="4374762"/>
                </a:lnTo>
                <a:lnTo>
                  <a:pt x="11384627" y="3921461"/>
                </a:lnTo>
                <a:close/>
                <a:moveTo>
                  <a:pt x="12199796" y="3468161"/>
                </a:moveTo>
                <a:lnTo>
                  <a:pt x="11418245" y="3921462"/>
                </a:lnTo>
                <a:lnTo>
                  <a:pt x="12199796" y="4374762"/>
                </a:lnTo>
                <a:close/>
                <a:moveTo>
                  <a:pt x="6523688" y="2973432"/>
                </a:moveTo>
                <a:lnTo>
                  <a:pt x="6523688" y="3880015"/>
                </a:lnTo>
                <a:lnTo>
                  <a:pt x="7305243" y="3426715"/>
                </a:lnTo>
                <a:close/>
                <a:moveTo>
                  <a:pt x="8120394" y="2973430"/>
                </a:moveTo>
                <a:lnTo>
                  <a:pt x="7338859" y="3426715"/>
                </a:lnTo>
                <a:lnTo>
                  <a:pt x="8120394" y="3880014"/>
                </a:lnTo>
                <a:close/>
                <a:moveTo>
                  <a:pt x="8154013" y="2973430"/>
                </a:moveTo>
                <a:lnTo>
                  <a:pt x="8154013" y="3880015"/>
                </a:lnTo>
                <a:lnTo>
                  <a:pt x="8935564" y="3426715"/>
                </a:lnTo>
                <a:close/>
                <a:moveTo>
                  <a:pt x="9752510" y="2973428"/>
                </a:moveTo>
                <a:lnTo>
                  <a:pt x="8970960" y="3426715"/>
                </a:lnTo>
                <a:lnTo>
                  <a:pt x="9752510" y="3880014"/>
                </a:lnTo>
                <a:close/>
                <a:moveTo>
                  <a:pt x="9786127" y="2973428"/>
                </a:moveTo>
                <a:lnTo>
                  <a:pt x="9786127" y="3880015"/>
                </a:lnTo>
                <a:lnTo>
                  <a:pt x="10567678" y="3426715"/>
                </a:lnTo>
                <a:close/>
                <a:moveTo>
                  <a:pt x="11384626" y="2973428"/>
                </a:moveTo>
                <a:lnTo>
                  <a:pt x="10603074" y="3426714"/>
                </a:lnTo>
                <a:lnTo>
                  <a:pt x="11384626" y="3880014"/>
                </a:lnTo>
                <a:close/>
                <a:moveTo>
                  <a:pt x="11418245" y="2973427"/>
                </a:moveTo>
                <a:lnTo>
                  <a:pt x="11418245" y="3880015"/>
                </a:lnTo>
                <a:lnTo>
                  <a:pt x="12199795" y="3426714"/>
                </a:lnTo>
                <a:close/>
                <a:moveTo>
                  <a:pt x="3261235" y="2973422"/>
                </a:moveTo>
                <a:lnTo>
                  <a:pt x="3261235" y="3880015"/>
                </a:lnTo>
                <a:lnTo>
                  <a:pt x="4042787" y="3426714"/>
                </a:lnTo>
                <a:close/>
                <a:moveTo>
                  <a:pt x="4857957" y="2973422"/>
                </a:moveTo>
                <a:lnTo>
                  <a:pt x="4076405" y="3426714"/>
                </a:lnTo>
                <a:lnTo>
                  <a:pt x="4857957" y="3880014"/>
                </a:lnTo>
                <a:close/>
                <a:moveTo>
                  <a:pt x="4891576" y="2973422"/>
                </a:moveTo>
                <a:lnTo>
                  <a:pt x="4891576" y="3880015"/>
                </a:lnTo>
                <a:lnTo>
                  <a:pt x="5673128" y="3426714"/>
                </a:lnTo>
                <a:close/>
                <a:moveTo>
                  <a:pt x="6490069" y="2973421"/>
                </a:moveTo>
                <a:lnTo>
                  <a:pt x="5708521" y="3426714"/>
                </a:lnTo>
                <a:lnTo>
                  <a:pt x="6490069" y="3880014"/>
                </a:lnTo>
                <a:close/>
                <a:moveTo>
                  <a:pt x="0" y="2973417"/>
                </a:moveTo>
                <a:lnTo>
                  <a:pt x="0" y="3880015"/>
                </a:lnTo>
                <a:lnTo>
                  <a:pt x="781552" y="3426714"/>
                </a:lnTo>
                <a:close/>
                <a:moveTo>
                  <a:pt x="1596722" y="2973417"/>
                </a:moveTo>
                <a:lnTo>
                  <a:pt x="815170" y="3426714"/>
                </a:lnTo>
                <a:lnTo>
                  <a:pt x="1596722" y="3880014"/>
                </a:lnTo>
                <a:close/>
                <a:moveTo>
                  <a:pt x="1630341" y="2973416"/>
                </a:moveTo>
                <a:lnTo>
                  <a:pt x="1630341" y="3880015"/>
                </a:lnTo>
                <a:lnTo>
                  <a:pt x="2411893" y="3426714"/>
                </a:lnTo>
                <a:close/>
                <a:moveTo>
                  <a:pt x="3228838" y="2973416"/>
                </a:moveTo>
                <a:lnTo>
                  <a:pt x="2447286" y="3426714"/>
                </a:lnTo>
                <a:lnTo>
                  <a:pt x="3228838" y="3880014"/>
                </a:lnTo>
                <a:close/>
                <a:moveTo>
                  <a:pt x="7305243" y="2484744"/>
                </a:moveTo>
                <a:lnTo>
                  <a:pt x="6523688" y="2938039"/>
                </a:lnTo>
                <a:lnTo>
                  <a:pt x="7305243" y="3391326"/>
                </a:lnTo>
                <a:close/>
                <a:moveTo>
                  <a:pt x="7338859" y="2484740"/>
                </a:moveTo>
                <a:lnTo>
                  <a:pt x="7338859" y="3391326"/>
                </a:lnTo>
                <a:lnTo>
                  <a:pt x="8120395" y="2938038"/>
                </a:lnTo>
                <a:close/>
                <a:moveTo>
                  <a:pt x="8935566" y="2484740"/>
                </a:moveTo>
                <a:lnTo>
                  <a:pt x="8154014" y="2938039"/>
                </a:lnTo>
                <a:lnTo>
                  <a:pt x="8935566" y="3391326"/>
                </a:lnTo>
                <a:close/>
                <a:moveTo>
                  <a:pt x="8970959" y="2484740"/>
                </a:moveTo>
                <a:lnTo>
                  <a:pt x="8970959" y="3391326"/>
                </a:lnTo>
                <a:lnTo>
                  <a:pt x="9752511" y="2938036"/>
                </a:lnTo>
                <a:close/>
                <a:moveTo>
                  <a:pt x="10567680" y="2484740"/>
                </a:moveTo>
                <a:lnTo>
                  <a:pt x="9786128" y="2938038"/>
                </a:lnTo>
                <a:lnTo>
                  <a:pt x="10567680" y="3391326"/>
                </a:lnTo>
                <a:close/>
                <a:moveTo>
                  <a:pt x="10603074" y="2484738"/>
                </a:moveTo>
                <a:lnTo>
                  <a:pt x="10603074" y="3391323"/>
                </a:lnTo>
                <a:lnTo>
                  <a:pt x="11384627" y="2938033"/>
                </a:lnTo>
                <a:close/>
                <a:moveTo>
                  <a:pt x="12199796" y="2484738"/>
                </a:moveTo>
                <a:lnTo>
                  <a:pt x="11418245" y="2938035"/>
                </a:lnTo>
                <a:lnTo>
                  <a:pt x="12199796" y="3391323"/>
                </a:lnTo>
                <a:close/>
                <a:moveTo>
                  <a:pt x="4042789" y="2484731"/>
                </a:moveTo>
                <a:lnTo>
                  <a:pt x="3261236" y="2938029"/>
                </a:lnTo>
                <a:lnTo>
                  <a:pt x="4042789" y="3391323"/>
                </a:lnTo>
                <a:close/>
                <a:moveTo>
                  <a:pt x="4076405" y="2484731"/>
                </a:moveTo>
                <a:lnTo>
                  <a:pt x="4076405" y="3391321"/>
                </a:lnTo>
                <a:lnTo>
                  <a:pt x="4857958" y="2938027"/>
                </a:lnTo>
                <a:close/>
                <a:moveTo>
                  <a:pt x="5673129" y="2484731"/>
                </a:moveTo>
                <a:lnTo>
                  <a:pt x="4891576" y="2938029"/>
                </a:lnTo>
                <a:lnTo>
                  <a:pt x="5673129" y="3391321"/>
                </a:lnTo>
                <a:close/>
                <a:moveTo>
                  <a:pt x="5708521" y="2484729"/>
                </a:moveTo>
                <a:lnTo>
                  <a:pt x="5708521" y="3391321"/>
                </a:lnTo>
                <a:lnTo>
                  <a:pt x="6490069" y="2938026"/>
                </a:lnTo>
                <a:close/>
                <a:moveTo>
                  <a:pt x="781554" y="2484725"/>
                </a:moveTo>
                <a:lnTo>
                  <a:pt x="1" y="2938024"/>
                </a:lnTo>
                <a:lnTo>
                  <a:pt x="781554" y="3391320"/>
                </a:lnTo>
                <a:close/>
                <a:moveTo>
                  <a:pt x="815170" y="2484723"/>
                </a:moveTo>
                <a:lnTo>
                  <a:pt x="815170" y="3391320"/>
                </a:lnTo>
                <a:lnTo>
                  <a:pt x="1596723" y="2938021"/>
                </a:lnTo>
                <a:close/>
                <a:moveTo>
                  <a:pt x="2411894" y="2484723"/>
                </a:moveTo>
                <a:lnTo>
                  <a:pt x="1630341" y="2938023"/>
                </a:lnTo>
                <a:lnTo>
                  <a:pt x="2411894" y="3391320"/>
                </a:lnTo>
                <a:close/>
                <a:moveTo>
                  <a:pt x="2447286" y="2484721"/>
                </a:moveTo>
                <a:lnTo>
                  <a:pt x="2447286" y="3391320"/>
                </a:lnTo>
                <a:lnTo>
                  <a:pt x="3228839" y="2938021"/>
                </a:lnTo>
                <a:close/>
                <a:moveTo>
                  <a:pt x="9752510" y="1989995"/>
                </a:moveTo>
                <a:lnTo>
                  <a:pt x="8970960" y="2443295"/>
                </a:lnTo>
                <a:lnTo>
                  <a:pt x="9752510" y="2896592"/>
                </a:lnTo>
                <a:close/>
                <a:moveTo>
                  <a:pt x="6523688" y="1989994"/>
                </a:moveTo>
                <a:lnTo>
                  <a:pt x="6523688" y="2896592"/>
                </a:lnTo>
                <a:lnTo>
                  <a:pt x="7305243" y="2443295"/>
                </a:lnTo>
                <a:close/>
                <a:moveTo>
                  <a:pt x="8120394" y="1989992"/>
                </a:moveTo>
                <a:lnTo>
                  <a:pt x="7338859" y="2443293"/>
                </a:lnTo>
                <a:lnTo>
                  <a:pt x="8120394" y="2896591"/>
                </a:lnTo>
                <a:close/>
                <a:moveTo>
                  <a:pt x="8154013" y="1989992"/>
                </a:moveTo>
                <a:lnTo>
                  <a:pt x="8154013" y="2896591"/>
                </a:lnTo>
                <a:lnTo>
                  <a:pt x="8935564" y="2443293"/>
                </a:lnTo>
                <a:close/>
                <a:moveTo>
                  <a:pt x="9786127" y="1989991"/>
                </a:moveTo>
                <a:lnTo>
                  <a:pt x="9786127" y="2896589"/>
                </a:lnTo>
                <a:lnTo>
                  <a:pt x="10567678" y="2443292"/>
                </a:lnTo>
                <a:close/>
                <a:moveTo>
                  <a:pt x="11384626" y="1989989"/>
                </a:moveTo>
                <a:lnTo>
                  <a:pt x="10603074" y="2443289"/>
                </a:lnTo>
                <a:lnTo>
                  <a:pt x="11384626" y="2896587"/>
                </a:lnTo>
                <a:close/>
                <a:moveTo>
                  <a:pt x="11418245" y="1989989"/>
                </a:moveTo>
                <a:lnTo>
                  <a:pt x="11418245" y="2896588"/>
                </a:lnTo>
                <a:lnTo>
                  <a:pt x="12199795" y="2443289"/>
                </a:lnTo>
                <a:close/>
                <a:moveTo>
                  <a:pt x="3261235" y="1989983"/>
                </a:moveTo>
                <a:lnTo>
                  <a:pt x="3261235" y="2896583"/>
                </a:lnTo>
                <a:lnTo>
                  <a:pt x="4042787" y="2443283"/>
                </a:lnTo>
                <a:close/>
                <a:moveTo>
                  <a:pt x="4857957" y="1989982"/>
                </a:moveTo>
                <a:lnTo>
                  <a:pt x="4076405" y="2443281"/>
                </a:lnTo>
                <a:lnTo>
                  <a:pt x="4857957" y="2896581"/>
                </a:lnTo>
                <a:close/>
                <a:moveTo>
                  <a:pt x="4891576" y="1989982"/>
                </a:moveTo>
                <a:lnTo>
                  <a:pt x="4891576" y="2896581"/>
                </a:lnTo>
                <a:lnTo>
                  <a:pt x="5673128" y="2443281"/>
                </a:lnTo>
                <a:close/>
                <a:moveTo>
                  <a:pt x="6490069" y="1989981"/>
                </a:moveTo>
                <a:lnTo>
                  <a:pt x="5708521" y="2443280"/>
                </a:lnTo>
                <a:lnTo>
                  <a:pt x="6490069" y="2896580"/>
                </a:lnTo>
                <a:close/>
                <a:moveTo>
                  <a:pt x="0" y="1989976"/>
                </a:moveTo>
                <a:lnTo>
                  <a:pt x="0" y="2896577"/>
                </a:lnTo>
                <a:lnTo>
                  <a:pt x="781552" y="2443276"/>
                </a:lnTo>
                <a:close/>
                <a:moveTo>
                  <a:pt x="1596722" y="1989975"/>
                </a:moveTo>
                <a:lnTo>
                  <a:pt x="815170" y="2443275"/>
                </a:lnTo>
                <a:lnTo>
                  <a:pt x="1596722" y="2896575"/>
                </a:lnTo>
                <a:close/>
                <a:moveTo>
                  <a:pt x="1630341" y="1989975"/>
                </a:moveTo>
                <a:lnTo>
                  <a:pt x="1630341" y="2896576"/>
                </a:lnTo>
                <a:lnTo>
                  <a:pt x="2411893" y="2443276"/>
                </a:lnTo>
                <a:close/>
                <a:moveTo>
                  <a:pt x="3228838" y="1989974"/>
                </a:moveTo>
                <a:lnTo>
                  <a:pt x="2447286" y="2443273"/>
                </a:lnTo>
                <a:lnTo>
                  <a:pt x="3228838" y="2896575"/>
                </a:lnTo>
                <a:close/>
                <a:moveTo>
                  <a:pt x="7305243" y="1503884"/>
                </a:moveTo>
                <a:lnTo>
                  <a:pt x="6523688" y="1957188"/>
                </a:lnTo>
                <a:lnTo>
                  <a:pt x="7305243" y="2410485"/>
                </a:lnTo>
                <a:close/>
                <a:moveTo>
                  <a:pt x="7338859" y="1503883"/>
                </a:moveTo>
                <a:lnTo>
                  <a:pt x="7338859" y="2410484"/>
                </a:lnTo>
                <a:lnTo>
                  <a:pt x="8120395" y="1957186"/>
                </a:lnTo>
                <a:close/>
                <a:moveTo>
                  <a:pt x="8935566" y="1503883"/>
                </a:moveTo>
                <a:lnTo>
                  <a:pt x="8154014" y="1957188"/>
                </a:lnTo>
                <a:lnTo>
                  <a:pt x="8935566" y="2410484"/>
                </a:lnTo>
                <a:close/>
                <a:moveTo>
                  <a:pt x="10567680" y="1503881"/>
                </a:moveTo>
                <a:lnTo>
                  <a:pt x="9786128" y="1957185"/>
                </a:lnTo>
                <a:lnTo>
                  <a:pt x="10567680" y="2410481"/>
                </a:lnTo>
                <a:close/>
                <a:moveTo>
                  <a:pt x="8970959" y="1503881"/>
                </a:moveTo>
                <a:lnTo>
                  <a:pt x="8970959" y="2410481"/>
                </a:lnTo>
                <a:lnTo>
                  <a:pt x="9752511" y="1957184"/>
                </a:lnTo>
                <a:close/>
                <a:moveTo>
                  <a:pt x="10603073" y="1503879"/>
                </a:moveTo>
                <a:lnTo>
                  <a:pt x="10603073" y="2410480"/>
                </a:lnTo>
                <a:lnTo>
                  <a:pt x="11384627" y="1957182"/>
                </a:lnTo>
                <a:close/>
                <a:moveTo>
                  <a:pt x="12199796" y="1503879"/>
                </a:moveTo>
                <a:lnTo>
                  <a:pt x="11418245" y="1957183"/>
                </a:lnTo>
                <a:lnTo>
                  <a:pt x="12199796" y="2410480"/>
                </a:lnTo>
                <a:close/>
                <a:moveTo>
                  <a:pt x="4042789" y="1503874"/>
                </a:moveTo>
                <a:lnTo>
                  <a:pt x="3261236" y="1957177"/>
                </a:lnTo>
                <a:lnTo>
                  <a:pt x="4042789" y="2410474"/>
                </a:lnTo>
                <a:close/>
                <a:moveTo>
                  <a:pt x="4076405" y="1503873"/>
                </a:moveTo>
                <a:lnTo>
                  <a:pt x="4076405" y="2410472"/>
                </a:lnTo>
                <a:lnTo>
                  <a:pt x="4857958" y="1957175"/>
                </a:lnTo>
                <a:close/>
                <a:moveTo>
                  <a:pt x="5673129" y="1503873"/>
                </a:moveTo>
                <a:lnTo>
                  <a:pt x="4891576" y="1957176"/>
                </a:lnTo>
                <a:lnTo>
                  <a:pt x="5673129" y="2410472"/>
                </a:lnTo>
                <a:close/>
                <a:moveTo>
                  <a:pt x="5708521" y="1503872"/>
                </a:moveTo>
                <a:lnTo>
                  <a:pt x="5708521" y="2410471"/>
                </a:lnTo>
                <a:lnTo>
                  <a:pt x="6490069" y="1957174"/>
                </a:lnTo>
                <a:close/>
                <a:moveTo>
                  <a:pt x="781554" y="1503868"/>
                </a:moveTo>
                <a:lnTo>
                  <a:pt x="1" y="1957170"/>
                </a:lnTo>
                <a:lnTo>
                  <a:pt x="781554" y="2410469"/>
                </a:lnTo>
                <a:close/>
                <a:moveTo>
                  <a:pt x="2411894" y="1503867"/>
                </a:moveTo>
                <a:lnTo>
                  <a:pt x="1630341" y="1957169"/>
                </a:lnTo>
                <a:lnTo>
                  <a:pt x="2411894" y="2410468"/>
                </a:lnTo>
                <a:close/>
                <a:moveTo>
                  <a:pt x="815170" y="1503867"/>
                </a:moveTo>
                <a:lnTo>
                  <a:pt x="815170" y="2410468"/>
                </a:lnTo>
                <a:lnTo>
                  <a:pt x="1596723" y="1957168"/>
                </a:lnTo>
                <a:close/>
                <a:moveTo>
                  <a:pt x="2447286" y="1503866"/>
                </a:moveTo>
                <a:lnTo>
                  <a:pt x="2447286" y="2410467"/>
                </a:lnTo>
                <a:lnTo>
                  <a:pt x="3228839" y="1957166"/>
                </a:lnTo>
                <a:close/>
                <a:moveTo>
                  <a:pt x="6523688" y="1009133"/>
                </a:moveTo>
                <a:lnTo>
                  <a:pt x="6523688" y="1915742"/>
                </a:lnTo>
                <a:lnTo>
                  <a:pt x="7305243" y="1462437"/>
                </a:lnTo>
                <a:close/>
                <a:moveTo>
                  <a:pt x="8120394" y="1009133"/>
                </a:moveTo>
                <a:lnTo>
                  <a:pt x="7338859" y="1462436"/>
                </a:lnTo>
                <a:lnTo>
                  <a:pt x="8120394" y="1915740"/>
                </a:lnTo>
                <a:close/>
                <a:moveTo>
                  <a:pt x="8154013" y="1009132"/>
                </a:moveTo>
                <a:lnTo>
                  <a:pt x="8154013" y="1915741"/>
                </a:lnTo>
                <a:lnTo>
                  <a:pt x="8935564" y="1462436"/>
                </a:lnTo>
                <a:close/>
                <a:moveTo>
                  <a:pt x="9752510" y="1009131"/>
                </a:moveTo>
                <a:lnTo>
                  <a:pt x="8970960" y="1462434"/>
                </a:lnTo>
                <a:lnTo>
                  <a:pt x="9752510" y="1915739"/>
                </a:lnTo>
                <a:close/>
                <a:moveTo>
                  <a:pt x="9786127" y="1009131"/>
                </a:moveTo>
                <a:lnTo>
                  <a:pt x="9786127" y="1915739"/>
                </a:lnTo>
                <a:lnTo>
                  <a:pt x="10567678" y="1462435"/>
                </a:lnTo>
                <a:close/>
                <a:moveTo>
                  <a:pt x="11384626" y="1009130"/>
                </a:moveTo>
                <a:lnTo>
                  <a:pt x="10603074" y="1462432"/>
                </a:lnTo>
                <a:lnTo>
                  <a:pt x="11384626" y="1915737"/>
                </a:lnTo>
                <a:close/>
                <a:moveTo>
                  <a:pt x="11418245" y="1009129"/>
                </a:moveTo>
                <a:lnTo>
                  <a:pt x="11418245" y="1915737"/>
                </a:lnTo>
                <a:lnTo>
                  <a:pt x="12199795" y="1462433"/>
                </a:lnTo>
                <a:close/>
                <a:moveTo>
                  <a:pt x="3261235" y="1009125"/>
                </a:moveTo>
                <a:lnTo>
                  <a:pt x="3261235" y="1915731"/>
                </a:lnTo>
                <a:lnTo>
                  <a:pt x="4042787" y="1462428"/>
                </a:lnTo>
                <a:close/>
                <a:moveTo>
                  <a:pt x="4857957" y="1009125"/>
                </a:moveTo>
                <a:lnTo>
                  <a:pt x="4076405" y="1462427"/>
                </a:lnTo>
                <a:lnTo>
                  <a:pt x="4857957" y="1915729"/>
                </a:lnTo>
                <a:close/>
                <a:moveTo>
                  <a:pt x="4891576" y="1009124"/>
                </a:moveTo>
                <a:lnTo>
                  <a:pt x="4891576" y="1915730"/>
                </a:lnTo>
                <a:lnTo>
                  <a:pt x="5673128" y="1462427"/>
                </a:lnTo>
                <a:close/>
                <a:moveTo>
                  <a:pt x="6490069" y="1009123"/>
                </a:moveTo>
                <a:lnTo>
                  <a:pt x="5708521" y="1462425"/>
                </a:lnTo>
                <a:lnTo>
                  <a:pt x="6490069" y="1915727"/>
                </a:lnTo>
                <a:close/>
                <a:moveTo>
                  <a:pt x="0" y="1009120"/>
                </a:moveTo>
                <a:lnTo>
                  <a:pt x="0" y="1915724"/>
                </a:lnTo>
                <a:lnTo>
                  <a:pt x="781552" y="1462422"/>
                </a:lnTo>
                <a:close/>
                <a:moveTo>
                  <a:pt x="1596722" y="1009119"/>
                </a:moveTo>
                <a:lnTo>
                  <a:pt x="815170" y="1462420"/>
                </a:lnTo>
                <a:lnTo>
                  <a:pt x="1596722" y="1915722"/>
                </a:lnTo>
                <a:close/>
                <a:moveTo>
                  <a:pt x="1630341" y="1009119"/>
                </a:moveTo>
                <a:lnTo>
                  <a:pt x="1630341" y="1915722"/>
                </a:lnTo>
                <a:lnTo>
                  <a:pt x="2411893" y="1462420"/>
                </a:lnTo>
                <a:close/>
                <a:moveTo>
                  <a:pt x="3228838" y="1009118"/>
                </a:moveTo>
                <a:lnTo>
                  <a:pt x="2447286" y="1462419"/>
                </a:lnTo>
                <a:lnTo>
                  <a:pt x="3228838" y="1915720"/>
                </a:lnTo>
                <a:close/>
                <a:moveTo>
                  <a:pt x="7305243" y="520440"/>
                </a:moveTo>
                <a:lnTo>
                  <a:pt x="6523688" y="973739"/>
                </a:lnTo>
                <a:lnTo>
                  <a:pt x="7305243" y="1427041"/>
                </a:lnTo>
                <a:close/>
                <a:moveTo>
                  <a:pt x="8935566" y="520439"/>
                </a:moveTo>
                <a:lnTo>
                  <a:pt x="8154014" y="973739"/>
                </a:lnTo>
                <a:lnTo>
                  <a:pt x="8935566" y="1427041"/>
                </a:lnTo>
                <a:close/>
                <a:moveTo>
                  <a:pt x="7338859" y="520439"/>
                </a:moveTo>
                <a:lnTo>
                  <a:pt x="7338859" y="1427041"/>
                </a:lnTo>
                <a:lnTo>
                  <a:pt x="8120395" y="973738"/>
                </a:lnTo>
                <a:close/>
                <a:moveTo>
                  <a:pt x="8970959" y="520437"/>
                </a:moveTo>
                <a:lnTo>
                  <a:pt x="8970959" y="1427040"/>
                </a:lnTo>
                <a:lnTo>
                  <a:pt x="9752511" y="973736"/>
                </a:lnTo>
                <a:close/>
                <a:moveTo>
                  <a:pt x="10567680" y="520437"/>
                </a:moveTo>
                <a:lnTo>
                  <a:pt x="9786128" y="973737"/>
                </a:lnTo>
                <a:lnTo>
                  <a:pt x="10567680" y="1427040"/>
                </a:lnTo>
                <a:close/>
                <a:moveTo>
                  <a:pt x="10603073" y="520436"/>
                </a:moveTo>
                <a:lnTo>
                  <a:pt x="10603073" y="1427037"/>
                </a:lnTo>
                <a:lnTo>
                  <a:pt x="11384626" y="973735"/>
                </a:lnTo>
                <a:close/>
                <a:moveTo>
                  <a:pt x="12199795" y="520436"/>
                </a:moveTo>
                <a:lnTo>
                  <a:pt x="11418245" y="973736"/>
                </a:lnTo>
                <a:lnTo>
                  <a:pt x="12199795" y="1427037"/>
                </a:lnTo>
                <a:close/>
                <a:moveTo>
                  <a:pt x="4042789" y="520431"/>
                </a:moveTo>
                <a:lnTo>
                  <a:pt x="3261236" y="973731"/>
                </a:lnTo>
                <a:lnTo>
                  <a:pt x="4042789" y="1427033"/>
                </a:lnTo>
                <a:close/>
                <a:moveTo>
                  <a:pt x="5673129" y="520430"/>
                </a:moveTo>
                <a:lnTo>
                  <a:pt x="4891576" y="973730"/>
                </a:lnTo>
                <a:lnTo>
                  <a:pt x="5673129" y="1427032"/>
                </a:lnTo>
                <a:close/>
                <a:moveTo>
                  <a:pt x="4076405" y="520430"/>
                </a:moveTo>
                <a:lnTo>
                  <a:pt x="4076405" y="1427032"/>
                </a:lnTo>
                <a:lnTo>
                  <a:pt x="4857958" y="973729"/>
                </a:lnTo>
                <a:close/>
                <a:moveTo>
                  <a:pt x="5708521" y="520429"/>
                </a:moveTo>
                <a:lnTo>
                  <a:pt x="5708521" y="1427030"/>
                </a:lnTo>
                <a:lnTo>
                  <a:pt x="6490069" y="973728"/>
                </a:lnTo>
                <a:close/>
                <a:moveTo>
                  <a:pt x="781554" y="520425"/>
                </a:moveTo>
                <a:lnTo>
                  <a:pt x="1" y="973726"/>
                </a:lnTo>
                <a:lnTo>
                  <a:pt x="781554" y="1427027"/>
                </a:lnTo>
                <a:close/>
                <a:moveTo>
                  <a:pt x="2411894" y="520424"/>
                </a:moveTo>
                <a:lnTo>
                  <a:pt x="1630341" y="973725"/>
                </a:lnTo>
                <a:lnTo>
                  <a:pt x="2411894" y="1427026"/>
                </a:lnTo>
                <a:close/>
                <a:moveTo>
                  <a:pt x="815170" y="520424"/>
                </a:moveTo>
                <a:lnTo>
                  <a:pt x="815170" y="1427026"/>
                </a:lnTo>
                <a:lnTo>
                  <a:pt x="1596723" y="973724"/>
                </a:lnTo>
                <a:close/>
                <a:moveTo>
                  <a:pt x="2447286" y="520423"/>
                </a:moveTo>
                <a:lnTo>
                  <a:pt x="2447286" y="1427024"/>
                </a:lnTo>
                <a:lnTo>
                  <a:pt x="3228839" y="973723"/>
                </a:lnTo>
                <a:close/>
                <a:moveTo>
                  <a:pt x="6523688" y="25693"/>
                </a:moveTo>
                <a:lnTo>
                  <a:pt x="6523688" y="932293"/>
                </a:lnTo>
                <a:lnTo>
                  <a:pt x="7305243" y="478993"/>
                </a:lnTo>
                <a:close/>
                <a:moveTo>
                  <a:pt x="8120394" y="25693"/>
                </a:moveTo>
                <a:lnTo>
                  <a:pt x="7338859" y="478992"/>
                </a:lnTo>
                <a:lnTo>
                  <a:pt x="8120394" y="932291"/>
                </a:lnTo>
                <a:close/>
                <a:moveTo>
                  <a:pt x="8154013" y="25692"/>
                </a:moveTo>
                <a:lnTo>
                  <a:pt x="8154013" y="932292"/>
                </a:lnTo>
                <a:lnTo>
                  <a:pt x="8935564" y="478992"/>
                </a:lnTo>
                <a:close/>
                <a:moveTo>
                  <a:pt x="9752510" y="25691"/>
                </a:moveTo>
                <a:lnTo>
                  <a:pt x="8970960" y="478990"/>
                </a:lnTo>
                <a:lnTo>
                  <a:pt x="9752510" y="932290"/>
                </a:lnTo>
                <a:close/>
                <a:moveTo>
                  <a:pt x="9786127" y="25691"/>
                </a:moveTo>
                <a:lnTo>
                  <a:pt x="9786127" y="932290"/>
                </a:lnTo>
                <a:lnTo>
                  <a:pt x="10567678" y="478990"/>
                </a:lnTo>
                <a:close/>
                <a:moveTo>
                  <a:pt x="11384626" y="25690"/>
                </a:moveTo>
                <a:lnTo>
                  <a:pt x="10603073" y="478989"/>
                </a:lnTo>
                <a:lnTo>
                  <a:pt x="11384626" y="932289"/>
                </a:lnTo>
                <a:close/>
                <a:moveTo>
                  <a:pt x="11418244" y="25689"/>
                </a:moveTo>
                <a:lnTo>
                  <a:pt x="11418244" y="932289"/>
                </a:lnTo>
                <a:lnTo>
                  <a:pt x="12199794" y="478989"/>
                </a:lnTo>
                <a:close/>
                <a:moveTo>
                  <a:pt x="3261235" y="25684"/>
                </a:moveTo>
                <a:lnTo>
                  <a:pt x="3261235" y="932284"/>
                </a:lnTo>
                <a:lnTo>
                  <a:pt x="4042787" y="478984"/>
                </a:lnTo>
                <a:close/>
                <a:moveTo>
                  <a:pt x="4857957" y="25684"/>
                </a:moveTo>
                <a:lnTo>
                  <a:pt x="4076405" y="478983"/>
                </a:lnTo>
                <a:lnTo>
                  <a:pt x="4857957" y="932283"/>
                </a:lnTo>
                <a:close/>
                <a:moveTo>
                  <a:pt x="4891576" y="25683"/>
                </a:moveTo>
                <a:lnTo>
                  <a:pt x="4891576" y="932283"/>
                </a:lnTo>
                <a:lnTo>
                  <a:pt x="5673128" y="478983"/>
                </a:lnTo>
                <a:close/>
                <a:moveTo>
                  <a:pt x="6490069" y="25682"/>
                </a:moveTo>
                <a:lnTo>
                  <a:pt x="5708521" y="478981"/>
                </a:lnTo>
                <a:lnTo>
                  <a:pt x="6490069" y="932282"/>
                </a:lnTo>
                <a:close/>
                <a:moveTo>
                  <a:pt x="0" y="25678"/>
                </a:moveTo>
                <a:lnTo>
                  <a:pt x="0" y="932279"/>
                </a:lnTo>
                <a:lnTo>
                  <a:pt x="781552" y="478978"/>
                </a:lnTo>
                <a:close/>
                <a:moveTo>
                  <a:pt x="1596722" y="25677"/>
                </a:moveTo>
                <a:lnTo>
                  <a:pt x="815170" y="478977"/>
                </a:lnTo>
                <a:lnTo>
                  <a:pt x="1596722" y="932278"/>
                </a:lnTo>
                <a:close/>
                <a:moveTo>
                  <a:pt x="1630341" y="25677"/>
                </a:moveTo>
                <a:lnTo>
                  <a:pt x="1630341" y="932278"/>
                </a:lnTo>
                <a:lnTo>
                  <a:pt x="2411893" y="478978"/>
                </a:lnTo>
                <a:close/>
                <a:moveTo>
                  <a:pt x="3228838" y="25676"/>
                </a:moveTo>
                <a:lnTo>
                  <a:pt x="2447286" y="478976"/>
                </a:lnTo>
                <a:lnTo>
                  <a:pt x="3228838" y="932276"/>
                </a:lnTo>
                <a:close/>
                <a:moveTo>
                  <a:pt x="8098742" y="12"/>
                </a:moveTo>
                <a:lnTo>
                  <a:pt x="6544450" y="12"/>
                </a:lnTo>
                <a:lnTo>
                  <a:pt x="7321607" y="445615"/>
                </a:lnTo>
                <a:close/>
                <a:moveTo>
                  <a:pt x="9729969" y="12"/>
                </a:moveTo>
                <a:lnTo>
                  <a:pt x="8175665" y="12"/>
                </a:lnTo>
                <a:lnTo>
                  <a:pt x="8952816" y="445615"/>
                </a:lnTo>
                <a:close/>
                <a:moveTo>
                  <a:pt x="11361201" y="12"/>
                </a:moveTo>
                <a:lnTo>
                  <a:pt x="9806891" y="12"/>
                </a:lnTo>
                <a:lnTo>
                  <a:pt x="10584048" y="445615"/>
                </a:lnTo>
                <a:close/>
                <a:moveTo>
                  <a:pt x="4835861" y="7"/>
                </a:moveTo>
                <a:lnTo>
                  <a:pt x="3281555" y="7"/>
                </a:lnTo>
                <a:lnTo>
                  <a:pt x="4058708" y="445610"/>
                </a:lnTo>
                <a:close/>
                <a:moveTo>
                  <a:pt x="6467087" y="6"/>
                </a:moveTo>
                <a:lnTo>
                  <a:pt x="4912784" y="6"/>
                </a:lnTo>
                <a:lnTo>
                  <a:pt x="5689937" y="445610"/>
                </a:lnTo>
                <a:close/>
                <a:moveTo>
                  <a:pt x="1574626" y="1"/>
                </a:moveTo>
                <a:lnTo>
                  <a:pt x="20320" y="1"/>
                </a:lnTo>
                <a:lnTo>
                  <a:pt x="797473" y="445605"/>
                </a:lnTo>
                <a:close/>
                <a:moveTo>
                  <a:pt x="3205855" y="0"/>
                </a:moveTo>
                <a:lnTo>
                  <a:pt x="1651549" y="0"/>
                </a:lnTo>
                <a:lnTo>
                  <a:pt x="2428702" y="445604"/>
                </a:lnTo>
                <a:close/>
                <a:moveTo>
                  <a:pt x="12191998" y="0"/>
                </a:moveTo>
                <a:lnTo>
                  <a:pt x="11438139" y="0"/>
                </a:lnTo>
                <a:lnTo>
                  <a:pt x="12191998" y="432248"/>
                </a:lnTo>
                <a:close/>
              </a:path>
            </a:pathLst>
          </a:custGeom>
          <a:noFill/>
          <a:ln>
            <a:gradFill>
              <a:gsLst>
                <a:gs pos="100000">
                  <a:schemeClr val="bg1">
                    <a:lumMod val="85000"/>
                    <a:alpha val="30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5355772" y="0"/>
            <a:ext cx="6836229" cy="6858000"/>
          </a:xfrm>
          <a:custGeom>
            <a:avLst/>
            <a:gdLst>
              <a:gd name="connsiteX0" fmla="*/ 0 w 6836229"/>
              <a:gd name="connsiteY0" fmla="*/ 0 h 6858000"/>
              <a:gd name="connsiteX1" fmla="*/ 6836229 w 6836229"/>
              <a:gd name="connsiteY1" fmla="*/ 0 h 6858000"/>
              <a:gd name="connsiteX2" fmla="*/ 6836229 w 6836229"/>
              <a:gd name="connsiteY2" fmla="*/ 6858000 h 6858000"/>
              <a:gd name="connsiteX3" fmla="*/ 0 w 683622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229" h="6858000">
                <a:moveTo>
                  <a:pt x="0" y="0"/>
                </a:moveTo>
                <a:lnTo>
                  <a:pt x="6836229" y="0"/>
                </a:lnTo>
                <a:lnTo>
                  <a:pt x="683622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237222" y="206479"/>
            <a:ext cx="4719484" cy="6151367"/>
          </a:xfrm>
          <a:custGeom>
            <a:avLst/>
            <a:gdLst>
              <a:gd name="connsiteX0" fmla="*/ 0 w 4719484"/>
              <a:gd name="connsiteY0" fmla="*/ 0 h 6151367"/>
              <a:gd name="connsiteX1" fmla="*/ 4719484 w 4719484"/>
              <a:gd name="connsiteY1" fmla="*/ 0 h 6151367"/>
              <a:gd name="connsiteX2" fmla="*/ 4719484 w 4719484"/>
              <a:gd name="connsiteY2" fmla="*/ 6151367 h 6151367"/>
              <a:gd name="connsiteX3" fmla="*/ 0 w 4719484"/>
              <a:gd name="connsiteY3" fmla="*/ 3424188 h 6151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4" h="6151367">
                <a:moveTo>
                  <a:pt x="0" y="0"/>
                </a:moveTo>
                <a:lnTo>
                  <a:pt x="4719484" y="0"/>
                </a:lnTo>
                <a:lnTo>
                  <a:pt x="4719484" y="6151367"/>
                </a:lnTo>
                <a:lnTo>
                  <a:pt x="0" y="3424188"/>
                </a:lnTo>
                <a:close/>
              </a:path>
            </a:pathLst>
          </a:custGeom>
          <a:noFill/>
          <a:effectLst>
            <a:outerShdw blurRad="1270000" dist="635000" dir="5400000" sx="90000" sy="90000" algn="t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2079193" y="711202"/>
            <a:ext cx="4651414" cy="5395639"/>
          </a:xfrm>
          <a:custGeom>
            <a:avLst/>
            <a:gdLst>
              <a:gd name="connsiteX0" fmla="*/ 0 w 4651414"/>
              <a:gd name="connsiteY0" fmla="*/ 0 h 5395639"/>
              <a:gd name="connsiteX1" fmla="*/ 4651414 w 4651414"/>
              <a:gd name="connsiteY1" fmla="*/ 2697819 h 5395639"/>
              <a:gd name="connsiteX2" fmla="*/ 0 w 4651414"/>
              <a:gd name="connsiteY2" fmla="*/ 5395639 h 539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1414" h="5395639">
                <a:moveTo>
                  <a:pt x="0" y="0"/>
                </a:moveTo>
                <a:lnTo>
                  <a:pt x="4651414" y="2697819"/>
                </a:lnTo>
                <a:lnTo>
                  <a:pt x="0" y="5395639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203579" y="548888"/>
            <a:ext cx="3244202" cy="5688791"/>
          </a:xfrm>
          <a:custGeom>
            <a:avLst/>
            <a:gdLst>
              <a:gd name="connsiteX0" fmla="*/ 0 w 3244202"/>
              <a:gd name="connsiteY0" fmla="*/ 1925518 h 5688791"/>
              <a:gd name="connsiteX1" fmla="*/ 3244202 w 3244202"/>
              <a:gd name="connsiteY1" fmla="*/ 3807155 h 5688791"/>
              <a:gd name="connsiteX2" fmla="*/ 0 w 3244202"/>
              <a:gd name="connsiteY2" fmla="*/ 5688791 h 5688791"/>
              <a:gd name="connsiteX3" fmla="*/ 3244202 w 3244202"/>
              <a:gd name="connsiteY3" fmla="*/ 0 h 5688791"/>
              <a:gd name="connsiteX4" fmla="*/ 3244202 w 3244202"/>
              <a:gd name="connsiteY4" fmla="*/ 3763273 h 5688791"/>
              <a:gd name="connsiteX5" fmla="*/ 0 w 3244202"/>
              <a:gd name="connsiteY5" fmla="*/ 1881637 h 568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4202" h="5688791">
                <a:moveTo>
                  <a:pt x="0" y="1925518"/>
                </a:moveTo>
                <a:lnTo>
                  <a:pt x="3244202" y="3807155"/>
                </a:lnTo>
                <a:lnTo>
                  <a:pt x="0" y="5688791"/>
                </a:lnTo>
                <a:close/>
                <a:moveTo>
                  <a:pt x="3244202" y="0"/>
                </a:moveTo>
                <a:lnTo>
                  <a:pt x="3244202" y="3763273"/>
                </a:lnTo>
                <a:lnTo>
                  <a:pt x="0" y="1881637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7150753" y="291220"/>
            <a:ext cx="4651414" cy="5395639"/>
          </a:xfrm>
          <a:custGeom>
            <a:avLst/>
            <a:gdLst>
              <a:gd name="connsiteX0" fmla="*/ 0 w 4651414"/>
              <a:gd name="connsiteY0" fmla="*/ 0 h 5395639"/>
              <a:gd name="connsiteX1" fmla="*/ 4651414 w 4651414"/>
              <a:gd name="connsiteY1" fmla="*/ 2697819 h 5395639"/>
              <a:gd name="connsiteX2" fmla="*/ 0 w 4651414"/>
              <a:gd name="connsiteY2" fmla="*/ 5395639 h 5395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1414" h="5395639">
                <a:moveTo>
                  <a:pt x="0" y="0"/>
                </a:moveTo>
                <a:lnTo>
                  <a:pt x="4651414" y="2697819"/>
                </a:lnTo>
                <a:lnTo>
                  <a:pt x="0" y="5395639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160078" y="0"/>
            <a:ext cx="4321507" cy="6858000"/>
          </a:xfrm>
          <a:custGeom>
            <a:avLst/>
            <a:gdLst>
              <a:gd name="connsiteX0" fmla="*/ 0 w 4321507"/>
              <a:gd name="connsiteY0" fmla="*/ 0 h 6858000"/>
              <a:gd name="connsiteX1" fmla="*/ 4321507 w 4321507"/>
              <a:gd name="connsiteY1" fmla="*/ 0 h 6858000"/>
              <a:gd name="connsiteX2" fmla="*/ 4321507 w 4321507"/>
              <a:gd name="connsiteY2" fmla="*/ 6858000 h 6858000"/>
              <a:gd name="connsiteX3" fmla="*/ 0 w 432150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1507" h="6858000">
                <a:moveTo>
                  <a:pt x="0" y="0"/>
                </a:moveTo>
                <a:lnTo>
                  <a:pt x="4321507" y="0"/>
                </a:lnTo>
                <a:lnTo>
                  <a:pt x="4321507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>
            <a:outerShdw blurRad="1270000" sx="90000" sy="90000" algn="ctr" rotWithShape="0">
              <a:prstClr val="black">
                <a:alpha val="3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1" hasCustomPrompt="1"/>
          </p:nvPr>
        </p:nvSpPr>
        <p:spPr>
          <a:xfrm>
            <a:off x="3669260" y="1399309"/>
            <a:ext cx="2281181" cy="1966535"/>
          </a:xfrm>
          <a:custGeom>
            <a:avLst/>
            <a:gdLst>
              <a:gd name="connsiteX0" fmla="*/ 1140591 w 2281181"/>
              <a:gd name="connsiteY0" fmla="*/ 0 h 1966535"/>
              <a:gd name="connsiteX1" fmla="*/ 2281181 w 2281181"/>
              <a:gd name="connsiteY1" fmla="*/ 1966535 h 1966535"/>
              <a:gd name="connsiteX2" fmla="*/ 0 w 2281181"/>
              <a:gd name="connsiteY2" fmla="*/ 1966535 h 196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1181" h="1966535">
                <a:moveTo>
                  <a:pt x="1140591" y="0"/>
                </a:moveTo>
                <a:lnTo>
                  <a:pt x="2281181" y="1966535"/>
                </a:lnTo>
                <a:lnTo>
                  <a:pt x="0" y="196653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6287219" y="1399310"/>
            <a:ext cx="2281181" cy="1966535"/>
          </a:xfrm>
          <a:custGeom>
            <a:avLst/>
            <a:gdLst>
              <a:gd name="connsiteX0" fmla="*/ 1140591 w 2281181"/>
              <a:gd name="connsiteY0" fmla="*/ 0 h 1966535"/>
              <a:gd name="connsiteX1" fmla="*/ 2281181 w 2281181"/>
              <a:gd name="connsiteY1" fmla="*/ 1966535 h 1966535"/>
              <a:gd name="connsiteX2" fmla="*/ 0 w 2281181"/>
              <a:gd name="connsiteY2" fmla="*/ 1966535 h 196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1181" h="1966535">
                <a:moveTo>
                  <a:pt x="1140591" y="0"/>
                </a:moveTo>
                <a:lnTo>
                  <a:pt x="2281181" y="1966535"/>
                </a:lnTo>
                <a:lnTo>
                  <a:pt x="0" y="196653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8859518" y="1399309"/>
            <a:ext cx="2281181" cy="1966535"/>
          </a:xfrm>
          <a:custGeom>
            <a:avLst/>
            <a:gdLst>
              <a:gd name="connsiteX0" fmla="*/ 1140591 w 2281181"/>
              <a:gd name="connsiteY0" fmla="*/ 0 h 1966535"/>
              <a:gd name="connsiteX1" fmla="*/ 2281181 w 2281181"/>
              <a:gd name="connsiteY1" fmla="*/ 1966535 h 1966535"/>
              <a:gd name="connsiteX2" fmla="*/ 0 w 2281181"/>
              <a:gd name="connsiteY2" fmla="*/ 1966535 h 196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1181" h="1966535">
                <a:moveTo>
                  <a:pt x="1140591" y="0"/>
                </a:moveTo>
                <a:lnTo>
                  <a:pt x="2281181" y="1966535"/>
                </a:lnTo>
                <a:lnTo>
                  <a:pt x="0" y="196653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2360281" y="3492156"/>
            <a:ext cx="2281181" cy="1966535"/>
          </a:xfrm>
          <a:custGeom>
            <a:avLst/>
            <a:gdLst>
              <a:gd name="connsiteX0" fmla="*/ 1140591 w 2281181"/>
              <a:gd name="connsiteY0" fmla="*/ 0 h 1966535"/>
              <a:gd name="connsiteX1" fmla="*/ 2281181 w 2281181"/>
              <a:gd name="connsiteY1" fmla="*/ 1966535 h 1966535"/>
              <a:gd name="connsiteX2" fmla="*/ 0 w 2281181"/>
              <a:gd name="connsiteY2" fmla="*/ 1966535 h 196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1181" h="1966535">
                <a:moveTo>
                  <a:pt x="1140591" y="0"/>
                </a:moveTo>
                <a:lnTo>
                  <a:pt x="2281181" y="1966535"/>
                </a:lnTo>
                <a:lnTo>
                  <a:pt x="0" y="196653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5" hasCustomPrompt="1"/>
          </p:nvPr>
        </p:nvSpPr>
        <p:spPr>
          <a:xfrm>
            <a:off x="4978240" y="3492156"/>
            <a:ext cx="2281181" cy="1966535"/>
          </a:xfrm>
          <a:custGeom>
            <a:avLst/>
            <a:gdLst>
              <a:gd name="connsiteX0" fmla="*/ 1140591 w 2281181"/>
              <a:gd name="connsiteY0" fmla="*/ 0 h 1966535"/>
              <a:gd name="connsiteX1" fmla="*/ 2281181 w 2281181"/>
              <a:gd name="connsiteY1" fmla="*/ 1966535 h 1966535"/>
              <a:gd name="connsiteX2" fmla="*/ 0 w 2281181"/>
              <a:gd name="connsiteY2" fmla="*/ 1966535 h 196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1181" h="1966535">
                <a:moveTo>
                  <a:pt x="1140591" y="0"/>
                </a:moveTo>
                <a:lnTo>
                  <a:pt x="2281181" y="1966535"/>
                </a:lnTo>
                <a:lnTo>
                  <a:pt x="0" y="196653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6" hasCustomPrompt="1"/>
          </p:nvPr>
        </p:nvSpPr>
        <p:spPr>
          <a:xfrm>
            <a:off x="7596199" y="3492156"/>
            <a:ext cx="2281181" cy="1966535"/>
          </a:xfrm>
          <a:custGeom>
            <a:avLst/>
            <a:gdLst>
              <a:gd name="connsiteX0" fmla="*/ 1140591 w 2281181"/>
              <a:gd name="connsiteY0" fmla="*/ 0 h 1966535"/>
              <a:gd name="connsiteX1" fmla="*/ 2281181 w 2281181"/>
              <a:gd name="connsiteY1" fmla="*/ 1966535 h 1966535"/>
              <a:gd name="connsiteX2" fmla="*/ 0 w 2281181"/>
              <a:gd name="connsiteY2" fmla="*/ 1966535 h 196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1181" h="1966535">
                <a:moveTo>
                  <a:pt x="1140591" y="0"/>
                </a:moveTo>
                <a:lnTo>
                  <a:pt x="2281181" y="1966535"/>
                </a:lnTo>
                <a:lnTo>
                  <a:pt x="0" y="196653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51302" y="1399310"/>
            <a:ext cx="2281181" cy="1966535"/>
          </a:xfrm>
          <a:custGeom>
            <a:avLst/>
            <a:gdLst>
              <a:gd name="connsiteX0" fmla="*/ 1140591 w 2281181"/>
              <a:gd name="connsiteY0" fmla="*/ 0 h 1966535"/>
              <a:gd name="connsiteX1" fmla="*/ 2281181 w 2281181"/>
              <a:gd name="connsiteY1" fmla="*/ 1966535 h 1966535"/>
              <a:gd name="connsiteX2" fmla="*/ 0 w 2281181"/>
              <a:gd name="connsiteY2" fmla="*/ 1966535 h 1966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1181" h="1966535">
                <a:moveTo>
                  <a:pt x="1140591" y="0"/>
                </a:moveTo>
                <a:lnTo>
                  <a:pt x="2281181" y="1966535"/>
                </a:lnTo>
                <a:lnTo>
                  <a:pt x="0" y="196653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0" grpId="0" animBg="1"/>
      <p:bldP spid="10" grpId="1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75119"/>
            <a:ext cx="4214080" cy="4888322"/>
          </a:xfrm>
          <a:custGeom>
            <a:avLst/>
            <a:gdLst>
              <a:gd name="connsiteX0" fmla="*/ 0 w 4214080"/>
              <a:gd name="connsiteY0" fmla="*/ 0 h 4888322"/>
              <a:gd name="connsiteX1" fmla="*/ 4214080 w 4214080"/>
              <a:gd name="connsiteY1" fmla="*/ 2444161 h 4888322"/>
              <a:gd name="connsiteX2" fmla="*/ 0 w 4214080"/>
              <a:gd name="connsiteY2" fmla="*/ 4888322 h 4888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4080" h="4888322">
                <a:moveTo>
                  <a:pt x="0" y="0"/>
                </a:moveTo>
                <a:lnTo>
                  <a:pt x="4214080" y="2444161"/>
                </a:lnTo>
                <a:lnTo>
                  <a:pt x="0" y="4888322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7977920" y="1275119"/>
            <a:ext cx="4214080" cy="4888322"/>
          </a:xfrm>
          <a:custGeom>
            <a:avLst/>
            <a:gdLst>
              <a:gd name="connsiteX0" fmla="*/ 4214080 w 4214080"/>
              <a:gd name="connsiteY0" fmla="*/ 0 h 4888322"/>
              <a:gd name="connsiteX1" fmla="*/ 4214080 w 4214080"/>
              <a:gd name="connsiteY1" fmla="*/ 4888322 h 4888322"/>
              <a:gd name="connsiteX2" fmla="*/ 0 w 4214080"/>
              <a:gd name="connsiteY2" fmla="*/ 2444161 h 4888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4080" h="4888322">
                <a:moveTo>
                  <a:pt x="4214080" y="0"/>
                </a:moveTo>
                <a:lnTo>
                  <a:pt x="4214080" y="4888322"/>
                </a:lnTo>
                <a:lnTo>
                  <a:pt x="0" y="244416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" y="-1"/>
            <a:ext cx="9207084" cy="5404171"/>
            <a:chOff x="1" y="-1"/>
            <a:chExt cx="9207084" cy="5404171"/>
          </a:xfrm>
        </p:grpSpPr>
        <p:sp>
          <p:nvSpPr>
            <p:cNvPr id="3" name="Right Triangle 2"/>
            <p:cNvSpPr/>
            <p:nvPr/>
          </p:nvSpPr>
          <p:spPr>
            <a:xfrm flipV="1">
              <a:off x="1" y="-1"/>
              <a:ext cx="9207084" cy="5404171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 flipH="1">
              <a:off x="1" y="2399"/>
              <a:ext cx="9202993" cy="5401771"/>
            </a:xfrm>
            <a:custGeom>
              <a:avLst/>
              <a:gdLst>
                <a:gd name="connsiteX0" fmla="*/ 10643604 w 10643604"/>
                <a:gd name="connsiteY0" fmla="*/ 5443035 h 6247348"/>
                <a:gd name="connsiteX1" fmla="*/ 9954365 w 10643604"/>
                <a:gd name="connsiteY1" fmla="*/ 5842794 h 6247348"/>
                <a:gd name="connsiteX2" fmla="*/ 10643604 w 10643604"/>
                <a:gd name="connsiteY2" fmla="*/ 6247348 h 6247348"/>
                <a:gd name="connsiteX3" fmla="*/ 9836233 w 10643604"/>
                <a:gd name="connsiteY3" fmla="*/ 4943763 h 6247348"/>
                <a:gd name="connsiteX4" fmla="*/ 9125245 w 10643604"/>
                <a:gd name="connsiteY4" fmla="*/ 5356136 h 6247348"/>
                <a:gd name="connsiteX5" fmla="*/ 9836233 w 10643604"/>
                <a:gd name="connsiteY5" fmla="*/ 5773456 h 6247348"/>
                <a:gd name="connsiteX6" fmla="*/ 9869851 w 10643604"/>
                <a:gd name="connsiteY6" fmla="*/ 4943763 h 6247348"/>
                <a:gd name="connsiteX7" fmla="*/ 9869851 w 10643604"/>
                <a:gd name="connsiteY7" fmla="*/ 5793188 h 6247348"/>
                <a:gd name="connsiteX8" fmla="*/ 9918848 w 10643604"/>
                <a:gd name="connsiteY8" fmla="*/ 5821947 h 6247348"/>
                <a:gd name="connsiteX9" fmla="*/ 10643604 w 10643604"/>
                <a:gd name="connsiteY9" fmla="*/ 5401587 h 6247348"/>
                <a:gd name="connsiteX10" fmla="*/ 10643604 w 10643604"/>
                <a:gd name="connsiteY10" fmla="*/ 5392541 h 6247348"/>
                <a:gd name="connsiteX11" fmla="*/ 10643604 w 10643604"/>
                <a:gd name="connsiteY11" fmla="*/ 4459592 h 6247348"/>
                <a:gd name="connsiteX12" fmla="*/ 9869851 w 10643604"/>
                <a:gd name="connsiteY12" fmla="*/ 4908369 h 6247348"/>
                <a:gd name="connsiteX13" fmla="*/ 10643604 w 10643604"/>
                <a:gd name="connsiteY13" fmla="*/ 5357146 h 6247348"/>
                <a:gd name="connsiteX14" fmla="*/ 9019287 w 10643604"/>
                <a:gd name="connsiteY14" fmla="*/ 4455068 h 6247348"/>
                <a:gd name="connsiteX15" fmla="*/ 8300431 w 10643604"/>
                <a:gd name="connsiteY15" fmla="*/ 4872004 h 6247348"/>
                <a:gd name="connsiteX16" fmla="*/ 9019287 w 10643604"/>
                <a:gd name="connsiteY16" fmla="*/ 5293943 h 6247348"/>
                <a:gd name="connsiteX17" fmla="*/ 9054680 w 10643604"/>
                <a:gd name="connsiteY17" fmla="*/ 4455068 h 6247348"/>
                <a:gd name="connsiteX18" fmla="*/ 9054680 w 10643604"/>
                <a:gd name="connsiteY18" fmla="*/ 5314717 h 6247348"/>
                <a:gd name="connsiteX19" fmla="*/ 9094915 w 10643604"/>
                <a:gd name="connsiteY19" fmla="*/ 5338333 h 6247348"/>
                <a:gd name="connsiteX20" fmla="*/ 9836233 w 10643604"/>
                <a:gd name="connsiteY20" fmla="*/ 4908368 h 6247348"/>
                <a:gd name="connsiteX21" fmla="*/ 8204114 w 10643604"/>
                <a:gd name="connsiteY21" fmla="*/ 3960320 h 6247348"/>
                <a:gd name="connsiteX22" fmla="*/ 7471312 w 10643604"/>
                <a:gd name="connsiteY22" fmla="*/ 4385346 h 6247348"/>
                <a:gd name="connsiteX23" fmla="*/ 8204114 w 10643604"/>
                <a:gd name="connsiteY23" fmla="*/ 4815470 h 6247348"/>
                <a:gd name="connsiteX24" fmla="*/ 8237731 w 10643604"/>
                <a:gd name="connsiteY24" fmla="*/ 3960320 h 6247348"/>
                <a:gd name="connsiteX25" fmla="*/ 8237731 w 10643604"/>
                <a:gd name="connsiteY25" fmla="*/ 4835202 h 6247348"/>
                <a:gd name="connsiteX26" fmla="*/ 8264913 w 10643604"/>
                <a:gd name="connsiteY26" fmla="*/ 4851157 h 6247348"/>
                <a:gd name="connsiteX27" fmla="*/ 9019285 w 10643604"/>
                <a:gd name="connsiteY27" fmla="*/ 4413621 h 6247348"/>
                <a:gd name="connsiteX28" fmla="*/ 9836233 w 10643604"/>
                <a:gd name="connsiteY28" fmla="*/ 3960320 h 6247348"/>
                <a:gd name="connsiteX29" fmla="*/ 9054680 w 10643604"/>
                <a:gd name="connsiteY29" fmla="*/ 4413620 h 6247348"/>
                <a:gd name="connsiteX30" fmla="*/ 9836233 w 10643604"/>
                <a:gd name="connsiteY30" fmla="*/ 4866921 h 6247348"/>
                <a:gd name="connsiteX31" fmla="*/ 9869851 w 10643604"/>
                <a:gd name="connsiteY31" fmla="*/ 3960320 h 6247348"/>
                <a:gd name="connsiteX32" fmla="*/ 9869851 w 10643604"/>
                <a:gd name="connsiteY32" fmla="*/ 4866922 h 6247348"/>
                <a:gd name="connsiteX33" fmla="*/ 10643604 w 10643604"/>
                <a:gd name="connsiteY33" fmla="*/ 4418144 h 6247348"/>
                <a:gd name="connsiteX34" fmla="*/ 10643604 w 10643604"/>
                <a:gd name="connsiteY34" fmla="*/ 4409098 h 6247348"/>
                <a:gd name="connsiteX35" fmla="*/ 10643604 w 10643604"/>
                <a:gd name="connsiteY35" fmla="*/ 3472683 h 6247348"/>
                <a:gd name="connsiteX36" fmla="*/ 9869849 w 10643604"/>
                <a:gd name="connsiteY36" fmla="*/ 3921462 h 6247348"/>
                <a:gd name="connsiteX37" fmla="*/ 10643604 w 10643604"/>
                <a:gd name="connsiteY37" fmla="*/ 4370241 h 6247348"/>
                <a:gd name="connsiteX38" fmla="*/ 7387170 w 10643604"/>
                <a:gd name="connsiteY38" fmla="*/ 3468161 h 6247348"/>
                <a:gd name="connsiteX39" fmla="*/ 6643530 w 10643604"/>
                <a:gd name="connsiteY39" fmla="*/ 3899473 h 6247348"/>
                <a:gd name="connsiteX40" fmla="*/ 7387170 w 10643604"/>
                <a:gd name="connsiteY40" fmla="*/ 4335959 h 6247348"/>
                <a:gd name="connsiteX41" fmla="*/ 7422563 w 10643604"/>
                <a:gd name="connsiteY41" fmla="*/ 3468161 h 6247348"/>
                <a:gd name="connsiteX42" fmla="*/ 7422563 w 10643604"/>
                <a:gd name="connsiteY42" fmla="*/ 4356733 h 6247348"/>
                <a:gd name="connsiteX43" fmla="*/ 7438013 w 10643604"/>
                <a:gd name="connsiteY43" fmla="*/ 4365801 h 6247348"/>
                <a:gd name="connsiteX44" fmla="*/ 8204115 w 10643604"/>
                <a:gd name="connsiteY44" fmla="*/ 3921461 h 6247348"/>
                <a:gd name="connsiteX45" fmla="*/ 9019284 w 10643604"/>
                <a:gd name="connsiteY45" fmla="*/ 3468161 h 6247348"/>
                <a:gd name="connsiteX46" fmla="*/ 8237732 w 10643604"/>
                <a:gd name="connsiteY46" fmla="*/ 3921462 h 6247348"/>
                <a:gd name="connsiteX47" fmla="*/ 9019284 w 10643604"/>
                <a:gd name="connsiteY47" fmla="*/ 4374762 h 6247348"/>
                <a:gd name="connsiteX48" fmla="*/ 9054678 w 10643604"/>
                <a:gd name="connsiteY48" fmla="*/ 3468161 h 6247348"/>
                <a:gd name="connsiteX49" fmla="*/ 9054678 w 10643604"/>
                <a:gd name="connsiteY49" fmla="*/ 4374762 h 6247348"/>
                <a:gd name="connsiteX50" fmla="*/ 9836231 w 10643604"/>
                <a:gd name="connsiteY50" fmla="*/ 3921461 h 6247348"/>
                <a:gd name="connsiteX51" fmla="*/ 6571998 w 10643604"/>
                <a:gd name="connsiteY51" fmla="*/ 2973430 h 6247348"/>
                <a:gd name="connsiteX52" fmla="*/ 5814420 w 10643604"/>
                <a:gd name="connsiteY52" fmla="*/ 3412820 h 6247348"/>
                <a:gd name="connsiteX53" fmla="*/ 6571998 w 10643604"/>
                <a:gd name="connsiteY53" fmla="*/ 3857487 h 6247348"/>
                <a:gd name="connsiteX54" fmla="*/ 6605617 w 10643604"/>
                <a:gd name="connsiteY54" fmla="*/ 2973430 h 6247348"/>
                <a:gd name="connsiteX55" fmla="*/ 6605617 w 10643604"/>
                <a:gd name="connsiteY55" fmla="*/ 3877220 h 6247348"/>
                <a:gd name="connsiteX56" fmla="*/ 6608012 w 10643604"/>
                <a:gd name="connsiteY56" fmla="*/ 3878626 h 6247348"/>
                <a:gd name="connsiteX57" fmla="*/ 7387168 w 10643604"/>
                <a:gd name="connsiteY57" fmla="*/ 3426715 h 6247348"/>
                <a:gd name="connsiteX58" fmla="*/ 8204114 w 10643604"/>
                <a:gd name="connsiteY58" fmla="*/ 2973428 h 6247348"/>
                <a:gd name="connsiteX59" fmla="*/ 7422564 w 10643604"/>
                <a:gd name="connsiteY59" fmla="*/ 3426715 h 6247348"/>
                <a:gd name="connsiteX60" fmla="*/ 8204114 w 10643604"/>
                <a:gd name="connsiteY60" fmla="*/ 3880014 h 6247348"/>
                <a:gd name="connsiteX61" fmla="*/ 8237731 w 10643604"/>
                <a:gd name="connsiteY61" fmla="*/ 2973428 h 6247348"/>
                <a:gd name="connsiteX62" fmla="*/ 8237731 w 10643604"/>
                <a:gd name="connsiteY62" fmla="*/ 3880015 h 6247348"/>
                <a:gd name="connsiteX63" fmla="*/ 9019282 w 10643604"/>
                <a:gd name="connsiteY63" fmla="*/ 3426715 h 6247348"/>
                <a:gd name="connsiteX64" fmla="*/ 9836230 w 10643604"/>
                <a:gd name="connsiteY64" fmla="*/ 2973428 h 6247348"/>
                <a:gd name="connsiteX65" fmla="*/ 9054678 w 10643604"/>
                <a:gd name="connsiteY65" fmla="*/ 3426714 h 6247348"/>
                <a:gd name="connsiteX66" fmla="*/ 9836230 w 10643604"/>
                <a:gd name="connsiteY66" fmla="*/ 3880014 h 6247348"/>
                <a:gd name="connsiteX67" fmla="*/ 9869849 w 10643604"/>
                <a:gd name="connsiteY67" fmla="*/ 2973427 h 6247348"/>
                <a:gd name="connsiteX68" fmla="*/ 9869849 w 10643604"/>
                <a:gd name="connsiteY68" fmla="*/ 3880015 h 6247348"/>
                <a:gd name="connsiteX69" fmla="*/ 10643604 w 10643604"/>
                <a:gd name="connsiteY69" fmla="*/ 3431235 h 6247348"/>
                <a:gd name="connsiteX70" fmla="*/ 10643604 w 10643604"/>
                <a:gd name="connsiteY70" fmla="*/ 3422193 h 6247348"/>
                <a:gd name="connsiteX71" fmla="*/ 10643604 w 10643604"/>
                <a:gd name="connsiteY71" fmla="*/ 2489260 h 6247348"/>
                <a:gd name="connsiteX72" fmla="*/ 9869849 w 10643604"/>
                <a:gd name="connsiteY72" fmla="*/ 2938035 h 6247348"/>
                <a:gd name="connsiteX73" fmla="*/ 10643604 w 10643604"/>
                <a:gd name="connsiteY73" fmla="*/ 3386802 h 6247348"/>
                <a:gd name="connsiteX74" fmla="*/ 5756847 w 10643604"/>
                <a:gd name="connsiteY74" fmla="*/ 2484744 h 6247348"/>
                <a:gd name="connsiteX75" fmla="*/ 4990504 w 10643604"/>
                <a:gd name="connsiteY75" fmla="*/ 2929216 h 6247348"/>
                <a:gd name="connsiteX76" fmla="*/ 5756847 w 10643604"/>
                <a:gd name="connsiteY76" fmla="*/ 3379028 h 6247348"/>
                <a:gd name="connsiteX77" fmla="*/ 5790463 w 10643604"/>
                <a:gd name="connsiteY77" fmla="*/ 2484740 h 6247348"/>
                <a:gd name="connsiteX78" fmla="*/ 5790463 w 10643604"/>
                <a:gd name="connsiteY78" fmla="*/ 3391326 h 6247348"/>
                <a:gd name="connsiteX79" fmla="*/ 6571999 w 10643604"/>
                <a:gd name="connsiteY79" fmla="*/ 2938038 h 6247348"/>
                <a:gd name="connsiteX80" fmla="*/ 7387170 w 10643604"/>
                <a:gd name="connsiteY80" fmla="*/ 2484740 h 6247348"/>
                <a:gd name="connsiteX81" fmla="*/ 6605618 w 10643604"/>
                <a:gd name="connsiteY81" fmla="*/ 2938039 h 6247348"/>
                <a:gd name="connsiteX82" fmla="*/ 7387170 w 10643604"/>
                <a:gd name="connsiteY82" fmla="*/ 3391326 h 6247348"/>
                <a:gd name="connsiteX83" fmla="*/ 7422563 w 10643604"/>
                <a:gd name="connsiteY83" fmla="*/ 2484740 h 6247348"/>
                <a:gd name="connsiteX84" fmla="*/ 7422563 w 10643604"/>
                <a:gd name="connsiteY84" fmla="*/ 3391326 h 6247348"/>
                <a:gd name="connsiteX85" fmla="*/ 8204115 w 10643604"/>
                <a:gd name="connsiteY85" fmla="*/ 2938036 h 6247348"/>
                <a:gd name="connsiteX86" fmla="*/ 9019284 w 10643604"/>
                <a:gd name="connsiteY86" fmla="*/ 2484740 h 6247348"/>
                <a:gd name="connsiteX87" fmla="*/ 8237732 w 10643604"/>
                <a:gd name="connsiteY87" fmla="*/ 2938038 h 6247348"/>
                <a:gd name="connsiteX88" fmla="*/ 9019284 w 10643604"/>
                <a:gd name="connsiteY88" fmla="*/ 3391326 h 6247348"/>
                <a:gd name="connsiteX89" fmla="*/ 9054678 w 10643604"/>
                <a:gd name="connsiteY89" fmla="*/ 2484738 h 6247348"/>
                <a:gd name="connsiteX90" fmla="*/ 9054678 w 10643604"/>
                <a:gd name="connsiteY90" fmla="*/ 3391323 h 6247348"/>
                <a:gd name="connsiteX91" fmla="*/ 9836231 w 10643604"/>
                <a:gd name="connsiteY91" fmla="*/ 2938033 h 6247348"/>
                <a:gd name="connsiteX92" fmla="*/ 8204114 w 10643604"/>
                <a:gd name="connsiteY92" fmla="*/ 1989995 h 6247348"/>
                <a:gd name="connsiteX93" fmla="*/ 7422564 w 10643604"/>
                <a:gd name="connsiteY93" fmla="*/ 2443295 h 6247348"/>
                <a:gd name="connsiteX94" fmla="*/ 8204114 w 10643604"/>
                <a:gd name="connsiteY94" fmla="*/ 2896592 h 6247348"/>
                <a:gd name="connsiteX95" fmla="*/ 4975292 w 10643604"/>
                <a:gd name="connsiteY95" fmla="*/ 1989994 h 6247348"/>
                <a:gd name="connsiteX96" fmla="*/ 4975292 w 10643604"/>
                <a:gd name="connsiteY96" fmla="*/ 2896592 h 6247348"/>
                <a:gd name="connsiteX97" fmla="*/ 5756847 w 10643604"/>
                <a:gd name="connsiteY97" fmla="*/ 2443295 h 6247348"/>
                <a:gd name="connsiteX98" fmla="*/ 6571998 w 10643604"/>
                <a:gd name="connsiteY98" fmla="*/ 1989992 h 6247348"/>
                <a:gd name="connsiteX99" fmla="*/ 5790463 w 10643604"/>
                <a:gd name="connsiteY99" fmla="*/ 2443293 h 6247348"/>
                <a:gd name="connsiteX100" fmla="*/ 6571998 w 10643604"/>
                <a:gd name="connsiteY100" fmla="*/ 2896591 h 6247348"/>
                <a:gd name="connsiteX101" fmla="*/ 6605617 w 10643604"/>
                <a:gd name="connsiteY101" fmla="*/ 1989992 h 6247348"/>
                <a:gd name="connsiteX102" fmla="*/ 6605617 w 10643604"/>
                <a:gd name="connsiteY102" fmla="*/ 2896591 h 6247348"/>
                <a:gd name="connsiteX103" fmla="*/ 7387168 w 10643604"/>
                <a:gd name="connsiteY103" fmla="*/ 2443293 h 6247348"/>
                <a:gd name="connsiteX104" fmla="*/ 8237731 w 10643604"/>
                <a:gd name="connsiteY104" fmla="*/ 1989991 h 6247348"/>
                <a:gd name="connsiteX105" fmla="*/ 8237731 w 10643604"/>
                <a:gd name="connsiteY105" fmla="*/ 2896589 h 6247348"/>
                <a:gd name="connsiteX106" fmla="*/ 9019282 w 10643604"/>
                <a:gd name="connsiteY106" fmla="*/ 2443292 h 6247348"/>
                <a:gd name="connsiteX107" fmla="*/ 9836230 w 10643604"/>
                <a:gd name="connsiteY107" fmla="*/ 1989989 h 6247348"/>
                <a:gd name="connsiteX108" fmla="*/ 9054678 w 10643604"/>
                <a:gd name="connsiteY108" fmla="*/ 2443289 h 6247348"/>
                <a:gd name="connsiteX109" fmla="*/ 9836230 w 10643604"/>
                <a:gd name="connsiteY109" fmla="*/ 2896587 h 6247348"/>
                <a:gd name="connsiteX110" fmla="*/ 9869849 w 10643604"/>
                <a:gd name="connsiteY110" fmla="*/ 1989989 h 6247348"/>
                <a:gd name="connsiteX111" fmla="*/ 9869849 w 10643604"/>
                <a:gd name="connsiteY111" fmla="*/ 2896588 h 6247348"/>
                <a:gd name="connsiteX112" fmla="*/ 10643604 w 10643604"/>
                <a:gd name="connsiteY112" fmla="*/ 2447810 h 6247348"/>
                <a:gd name="connsiteX113" fmla="*/ 10643604 w 10643604"/>
                <a:gd name="connsiteY113" fmla="*/ 2438768 h 6247348"/>
                <a:gd name="connsiteX114" fmla="*/ 4941673 w 10643604"/>
                <a:gd name="connsiteY114" fmla="*/ 1989981 h 6247348"/>
                <a:gd name="connsiteX115" fmla="*/ 4161377 w 10643604"/>
                <a:gd name="connsiteY115" fmla="*/ 2442554 h 6247348"/>
                <a:gd name="connsiteX116" fmla="*/ 4370200 w 10643604"/>
                <a:gd name="connsiteY116" fmla="*/ 2565124 h 6247348"/>
                <a:gd name="connsiteX117" fmla="*/ 4941673 w 10643604"/>
                <a:gd name="connsiteY117" fmla="*/ 2896580 h 6247348"/>
                <a:gd name="connsiteX118" fmla="*/ 10643604 w 10643604"/>
                <a:gd name="connsiteY118" fmla="*/ 1508401 h 6247348"/>
                <a:gd name="connsiteX119" fmla="*/ 9869849 w 10643604"/>
                <a:gd name="connsiteY119" fmla="*/ 1957183 h 6247348"/>
                <a:gd name="connsiteX120" fmla="*/ 10643604 w 10643604"/>
                <a:gd name="connsiteY120" fmla="*/ 2405959 h 6247348"/>
                <a:gd name="connsiteX121" fmla="*/ 5756847 w 10643604"/>
                <a:gd name="connsiteY121" fmla="*/ 1503884 h 6247348"/>
                <a:gd name="connsiteX122" fmla="*/ 4975292 w 10643604"/>
                <a:gd name="connsiteY122" fmla="*/ 1957188 h 6247348"/>
                <a:gd name="connsiteX123" fmla="*/ 5756847 w 10643604"/>
                <a:gd name="connsiteY123" fmla="*/ 2410485 h 6247348"/>
                <a:gd name="connsiteX124" fmla="*/ 5790463 w 10643604"/>
                <a:gd name="connsiteY124" fmla="*/ 1503883 h 6247348"/>
                <a:gd name="connsiteX125" fmla="*/ 5790463 w 10643604"/>
                <a:gd name="connsiteY125" fmla="*/ 2410484 h 6247348"/>
                <a:gd name="connsiteX126" fmla="*/ 6571999 w 10643604"/>
                <a:gd name="connsiteY126" fmla="*/ 1957186 h 6247348"/>
                <a:gd name="connsiteX127" fmla="*/ 7387170 w 10643604"/>
                <a:gd name="connsiteY127" fmla="*/ 1503883 h 6247348"/>
                <a:gd name="connsiteX128" fmla="*/ 6605618 w 10643604"/>
                <a:gd name="connsiteY128" fmla="*/ 1957188 h 6247348"/>
                <a:gd name="connsiteX129" fmla="*/ 7387170 w 10643604"/>
                <a:gd name="connsiteY129" fmla="*/ 2410484 h 6247348"/>
                <a:gd name="connsiteX130" fmla="*/ 7422563 w 10643604"/>
                <a:gd name="connsiteY130" fmla="*/ 1503881 h 6247348"/>
                <a:gd name="connsiteX131" fmla="*/ 7422563 w 10643604"/>
                <a:gd name="connsiteY131" fmla="*/ 2410481 h 6247348"/>
                <a:gd name="connsiteX132" fmla="*/ 8204115 w 10643604"/>
                <a:gd name="connsiteY132" fmla="*/ 1957184 h 6247348"/>
                <a:gd name="connsiteX133" fmla="*/ 9019284 w 10643604"/>
                <a:gd name="connsiteY133" fmla="*/ 1503881 h 6247348"/>
                <a:gd name="connsiteX134" fmla="*/ 8237732 w 10643604"/>
                <a:gd name="connsiteY134" fmla="*/ 1957185 h 6247348"/>
                <a:gd name="connsiteX135" fmla="*/ 9019284 w 10643604"/>
                <a:gd name="connsiteY135" fmla="*/ 2410481 h 6247348"/>
                <a:gd name="connsiteX136" fmla="*/ 9054677 w 10643604"/>
                <a:gd name="connsiteY136" fmla="*/ 1503879 h 6247348"/>
                <a:gd name="connsiteX137" fmla="*/ 9054677 w 10643604"/>
                <a:gd name="connsiteY137" fmla="*/ 2410480 h 6247348"/>
                <a:gd name="connsiteX138" fmla="*/ 9836231 w 10643604"/>
                <a:gd name="connsiteY138" fmla="*/ 1957182 h 6247348"/>
                <a:gd name="connsiteX139" fmla="*/ 4124733 w 10643604"/>
                <a:gd name="connsiteY139" fmla="*/ 1503873 h 6247348"/>
                <a:gd name="connsiteX140" fmla="*/ 3343180 w 10643604"/>
                <a:gd name="connsiteY140" fmla="*/ 1957176 h 6247348"/>
                <a:gd name="connsiteX141" fmla="*/ 4124733 w 10643604"/>
                <a:gd name="connsiteY141" fmla="*/ 2410472 h 6247348"/>
                <a:gd name="connsiteX142" fmla="*/ 4160125 w 10643604"/>
                <a:gd name="connsiteY142" fmla="*/ 1503872 h 6247348"/>
                <a:gd name="connsiteX143" fmla="*/ 4160125 w 10643604"/>
                <a:gd name="connsiteY143" fmla="*/ 2410471 h 6247348"/>
                <a:gd name="connsiteX144" fmla="*/ 4941673 w 10643604"/>
                <a:gd name="connsiteY144" fmla="*/ 1957174 h 6247348"/>
                <a:gd name="connsiteX145" fmla="*/ 2253497 w 10643604"/>
                <a:gd name="connsiteY145" fmla="*/ 1322709 h 6247348"/>
                <a:gd name="connsiteX146" fmla="*/ 2492956 w 10643604"/>
                <a:gd name="connsiteY146" fmla="*/ 1463261 h 6247348"/>
                <a:gd name="connsiteX147" fmla="*/ 2494391 w 10643604"/>
                <a:gd name="connsiteY147" fmla="*/ 1462428 h 6247348"/>
                <a:gd name="connsiteX148" fmla="*/ 4975292 w 10643604"/>
                <a:gd name="connsiteY148" fmla="*/ 1009133 h 6247348"/>
                <a:gd name="connsiteX149" fmla="*/ 4975292 w 10643604"/>
                <a:gd name="connsiteY149" fmla="*/ 1915742 h 6247348"/>
                <a:gd name="connsiteX150" fmla="*/ 5756847 w 10643604"/>
                <a:gd name="connsiteY150" fmla="*/ 1462437 h 6247348"/>
                <a:gd name="connsiteX151" fmla="*/ 6571998 w 10643604"/>
                <a:gd name="connsiteY151" fmla="*/ 1009133 h 6247348"/>
                <a:gd name="connsiteX152" fmla="*/ 5790463 w 10643604"/>
                <a:gd name="connsiteY152" fmla="*/ 1462436 h 6247348"/>
                <a:gd name="connsiteX153" fmla="*/ 6571998 w 10643604"/>
                <a:gd name="connsiteY153" fmla="*/ 1915740 h 6247348"/>
                <a:gd name="connsiteX154" fmla="*/ 6605617 w 10643604"/>
                <a:gd name="connsiteY154" fmla="*/ 1009132 h 6247348"/>
                <a:gd name="connsiteX155" fmla="*/ 6605617 w 10643604"/>
                <a:gd name="connsiteY155" fmla="*/ 1915741 h 6247348"/>
                <a:gd name="connsiteX156" fmla="*/ 7387168 w 10643604"/>
                <a:gd name="connsiteY156" fmla="*/ 1462436 h 6247348"/>
                <a:gd name="connsiteX157" fmla="*/ 8204114 w 10643604"/>
                <a:gd name="connsiteY157" fmla="*/ 1009131 h 6247348"/>
                <a:gd name="connsiteX158" fmla="*/ 7422564 w 10643604"/>
                <a:gd name="connsiteY158" fmla="*/ 1462434 h 6247348"/>
                <a:gd name="connsiteX159" fmla="*/ 8204114 w 10643604"/>
                <a:gd name="connsiteY159" fmla="*/ 1915739 h 6247348"/>
                <a:gd name="connsiteX160" fmla="*/ 8237731 w 10643604"/>
                <a:gd name="connsiteY160" fmla="*/ 1009131 h 6247348"/>
                <a:gd name="connsiteX161" fmla="*/ 8237731 w 10643604"/>
                <a:gd name="connsiteY161" fmla="*/ 1915739 h 6247348"/>
                <a:gd name="connsiteX162" fmla="*/ 9019282 w 10643604"/>
                <a:gd name="connsiteY162" fmla="*/ 1462435 h 6247348"/>
                <a:gd name="connsiteX163" fmla="*/ 9836230 w 10643604"/>
                <a:gd name="connsiteY163" fmla="*/ 1009130 h 6247348"/>
                <a:gd name="connsiteX164" fmla="*/ 9054678 w 10643604"/>
                <a:gd name="connsiteY164" fmla="*/ 1462432 h 6247348"/>
                <a:gd name="connsiteX165" fmla="*/ 9836230 w 10643604"/>
                <a:gd name="connsiteY165" fmla="*/ 1915737 h 6247348"/>
                <a:gd name="connsiteX166" fmla="*/ 9869849 w 10643604"/>
                <a:gd name="connsiteY166" fmla="*/ 1009129 h 6247348"/>
                <a:gd name="connsiteX167" fmla="*/ 9869849 w 10643604"/>
                <a:gd name="connsiteY167" fmla="*/ 1915737 h 6247348"/>
                <a:gd name="connsiteX168" fmla="*/ 10643604 w 10643604"/>
                <a:gd name="connsiteY168" fmla="*/ 1466954 h 6247348"/>
                <a:gd name="connsiteX169" fmla="*/ 10643604 w 10643604"/>
                <a:gd name="connsiteY169" fmla="*/ 1457912 h 6247348"/>
                <a:gd name="connsiteX170" fmla="*/ 3309561 w 10643604"/>
                <a:gd name="connsiteY170" fmla="*/ 1009125 h 6247348"/>
                <a:gd name="connsiteX171" fmla="*/ 2528009 w 10643604"/>
                <a:gd name="connsiteY171" fmla="*/ 1462427 h 6247348"/>
                <a:gd name="connsiteX172" fmla="*/ 3309561 w 10643604"/>
                <a:gd name="connsiteY172" fmla="*/ 1915729 h 6247348"/>
                <a:gd name="connsiteX173" fmla="*/ 3343180 w 10643604"/>
                <a:gd name="connsiteY173" fmla="*/ 1009124 h 6247348"/>
                <a:gd name="connsiteX174" fmla="*/ 3343180 w 10643604"/>
                <a:gd name="connsiteY174" fmla="*/ 1915730 h 6247348"/>
                <a:gd name="connsiteX175" fmla="*/ 4124732 w 10643604"/>
                <a:gd name="connsiteY175" fmla="*/ 1462427 h 6247348"/>
                <a:gd name="connsiteX176" fmla="*/ 4941673 w 10643604"/>
                <a:gd name="connsiteY176" fmla="*/ 1009123 h 6247348"/>
                <a:gd name="connsiteX177" fmla="*/ 4160125 w 10643604"/>
                <a:gd name="connsiteY177" fmla="*/ 1462425 h 6247348"/>
                <a:gd name="connsiteX178" fmla="*/ 4941673 w 10643604"/>
                <a:gd name="connsiteY178" fmla="*/ 1915727 h 6247348"/>
                <a:gd name="connsiteX179" fmla="*/ 10643604 w 10643604"/>
                <a:gd name="connsiteY179" fmla="*/ 524957 h 6247348"/>
                <a:gd name="connsiteX180" fmla="*/ 9869849 w 10643604"/>
                <a:gd name="connsiteY180" fmla="*/ 973736 h 6247348"/>
                <a:gd name="connsiteX181" fmla="*/ 10643604 w 10643604"/>
                <a:gd name="connsiteY181" fmla="*/ 1422516 h 6247348"/>
                <a:gd name="connsiteX182" fmla="*/ 5756847 w 10643604"/>
                <a:gd name="connsiteY182" fmla="*/ 520440 h 6247348"/>
                <a:gd name="connsiteX183" fmla="*/ 4975292 w 10643604"/>
                <a:gd name="connsiteY183" fmla="*/ 973739 h 6247348"/>
                <a:gd name="connsiteX184" fmla="*/ 5756847 w 10643604"/>
                <a:gd name="connsiteY184" fmla="*/ 1427041 h 6247348"/>
                <a:gd name="connsiteX185" fmla="*/ 5790463 w 10643604"/>
                <a:gd name="connsiteY185" fmla="*/ 520439 h 6247348"/>
                <a:gd name="connsiteX186" fmla="*/ 5790463 w 10643604"/>
                <a:gd name="connsiteY186" fmla="*/ 1427041 h 6247348"/>
                <a:gd name="connsiteX187" fmla="*/ 6571999 w 10643604"/>
                <a:gd name="connsiteY187" fmla="*/ 973738 h 6247348"/>
                <a:gd name="connsiteX188" fmla="*/ 7387170 w 10643604"/>
                <a:gd name="connsiteY188" fmla="*/ 520439 h 6247348"/>
                <a:gd name="connsiteX189" fmla="*/ 6605618 w 10643604"/>
                <a:gd name="connsiteY189" fmla="*/ 973739 h 6247348"/>
                <a:gd name="connsiteX190" fmla="*/ 7387170 w 10643604"/>
                <a:gd name="connsiteY190" fmla="*/ 1427041 h 6247348"/>
                <a:gd name="connsiteX191" fmla="*/ 7422563 w 10643604"/>
                <a:gd name="connsiteY191" fmla="*/ 520437 h 6247348"/>
                <a:gd name="connsiteX192" fmla="*/ 7422563 w 10643604"/>
                <a:gd name="connsiteY192" fmla="*/ 1427040 h 6247348"/>
                <a:gd name="connsiteX193" fmla="*/ 8204115 w 10643604"/>
                <a:gd name="connsiteY193" fmla="*/ 973736 h 6247348"/>
                <a:gd name="connsiteX194" fmla="*/ 9019284 w 10643604"/>
                <a:gd name="connsiteY194" fmla="*/ 520437 h 6247348"/>
                <a:gd name="connsiteX195" fmla="*/ 8237732 w 10643604"/>
                <a:gd name="connsiteY195" fmla="*/ 973737 h 6247348"/>
                <a:gd name="connsiteX196" fmla="*/ 9019284 w 10643604"/>
                <a:gd name="connsiteY196" fmla="*/ 1427040 h 6247348"/>
                <a:gd name="connsiteX197" fmla="*/ 9054677 w 10643604"/>
                <a:gd name="connsiteY197" fmla="*/ 520436 h 6247348"/>
                <a:gd name="connsiteX198" fmla="*/ 9054677 w 10643604"/>
                <a:gd name="connsiteY198" fmla="*/ 1427037 h 6247348"/>
                <a:gd name="connsiteX199" fmla="*/ 9836230 w 10643604"/>
                <a:gd name="connsiteY199" fmla="*/ 973735 h 6247348"/>
                <a:gd name="connsiteX200" fmla="*/ 2494393 w 10643604"/>
                <a:gd name="connsiteY200" fmla="*/ 520431 h 6247348"/>
                <a:gd name="connsiteX201" fmla="*/ 1712840 w 10643604"/>
                <a:gd name="connsiteY201" fmla="*/ 973731 h 6247348"/>
                <a:gd name="connsiteX202" fmla="*/ 2494393 w 10643604"/>
                <a:gd name="connsiteY202" fmla="*/ 1427033 h 6247348"/>
                <a:gd name="connsiteX203" fmla="*/ 2528009 w 10643604"/>
                <a:gd name="connsiteY203" fmla="*/ 520430 h 6247348"/>
                <a:gd name="connsiteX204" fmla="*/ 2528009 w 10643604"/>
                <a:gd name="connsiteY204" fmla="*/ 1427032 h 6247348"/>
                <a:gd name="connsiteX205" fmla="*/ 3309562 w 10643604"/>
                <a:gd name="connsiteY205" fmla="*/ 973729 h 6247348"/>
                <a:gd name="connsiteX206" fmla="*/ 4124733 w 10643604"/>
                <a:gd name="connsiteY206" fmla="*/ 520430 h 6247348"/>
                <a:gd name="connsiteX207" fmla="*/ 3343180 w 10643604"/>
                <a:gd name="connsiteY207" fmla="*/ 973730 h 6247348"/>
                <a:gd name="connsiteX208" fmla="*/ 4124733 w 10643604"/>
                <a:gd name="connsiteY208" fmla="*/ 1427032 h 6247348"/>
                <a:gd name="connsiteX209" fmla="*/ 4160125 w 10643604"/>
                <a:gd name="connsiteY209" fmla="*/ 520429 h 6247348"/>
                <a:gd name="connsiteX210" fmla="*/ 4160125 w 10643604"/>
                <a:gd name="connsiteY210" fmla="*/ 1427030 h 6247348"/>
                <a:gd name="connsiteX211" fmla="*/ 4941673 w 10643604"/>
                <a:gd name="connsiteY211" fmla="*/ 973728 h 6247348"/>
                <a:gd name="connsiteX212" fmla="*/ 898890 w 10643604"/>
                <a:gd name="connsiteY212" fmla="*/ 520423 h 6247348"/>
                <a:gd name="connsiteX213" fmla="*/ 898890 w 10643604"/>
                <a:gd name="connsiteY213" fmla="*/ 527612 h 6247348"/>
                <a:gd name="connsiteX214" fmla="*/ 1669622 w 10643604"/>
                <a:gd name="connsiteY214" fmla="*/ 979999 h 6247348"/>
                <a:gd name="connsiteX215" fmla="*/ 1680443 w 10643604"/>
                <a:gd name="connsiteY215" fmla="*/ 973723 h 6247348"/>
                <a:gd name="connsiteX216" fmla="*/ 4975292 w 10643604"/>
                <a:gd name="connsiteY216" fmla="*/ 25693 h 6247348"/>
                <a:gd name="connsiteX217" fmla="*/ 4975292 w 10643604"/>
                <a:gd name="connsiteY217" fmla="*/ 932293 h 6247348"/>
                <a:gd name="connsiteX218" fmla="*/ 5756847 w 10643604"/>
                <a:gd name="connsiteY218" fmla="*/ 478993 h 6247348"/>
                <a:gd name="connsiteX219" fmla="*/ 6571998 w 10643604"/>
                <a:gd name="connsiteY219" fmla="*/ 25693 h 6247348"/>
                <a:gd name="connsiteX220" fmla="*/ 5790463 w 10643604"/>
                <a:gd name="connsiteY220" fmla="*/ 478992 h 6247348"/>
                <a:gd name="connsiteX221" fmla="*/ 6571998 w 10643604"/>
                <a:gd name="connsiteY221" fmla="*/ 932291 h 6247348"/>
                <a:gd name="connsiteX222" fmla="*/ 6605617 w 10643604"/>
                <a:gd name="connsiteY222" fmla="*/ 25692 h 6247348"/>
                <a:gd name="connsiteX223" fmla="*/ 6605617 w 10643604"/>
                <a:gd name="connsiteY223" fmla="*/ 932292 h 6247348"/>
                <a:gd name="connsiteX224" fmla="*/ 7387168 w 10643604"/>
                <a:gd name="connsiteY224" fmla="*/ 478992 h 6247348"/>
                <a:gd name="connsiteX225" fmla="*/ 8204114 w 10643604"/>
                <a:gd name="connsiteY225" fmla="*/ 25691 h 6247348"/>
                <a:gd name="connsiteX226" fmla="*/ 7422564 w 10643604"/>
                <a:gd name="connsiteY226" fmla="*/ 478990 h 6247348"/>
                <a:gd name="connsiteX227" fmla="*/ 8204114 w 10643604"/>
                <a:gd name="connsiteY227" fmla="*/ 932290 h 6247348"/>
                <a:gd name="connsiteX228" fmla="*/ 8237731 w 10643604"/>
                <a:gd name="connsiteY228" fmla="*/ 25691 h 6247348"/>
                <a:gd name="connsiteX229" fmla="*/ 8237731 w 10643604"/>
                <a:gd name="connsiteY229" fmla="*/ 932290 h 6247348"/>
                <a:gd name="connsiteX230" fmla="*/ 9019282 w 10643604"/>
                <a:gd name="connsiteY230" fmla="*/ 478990 h 6247348"/>
                <a:gd name="connsiteX231" fmla="*/ 9836230 w 10643604"/>
                <a:gd name="connsiteY231" fmla="*/ 25690 h 6247348"/>
                <a:gd name="connsiteX232" fmla="*/ 9054677 w 10643604"/>
                <a:gd name="connsiteY232" fmla="*/ 478989 h 6247348"/>
                <a:gd name="connsiteX233" fmla="*/ 9836230 w 10643604"/>
                <a:gd name="connsiteY233" fmla="*/ 932289 h 6247348"/>
                <a:gd name="connsiteX234" fmla="*/ 9869848 w 10643604"/>
                <a:gd name="connsiteY234" fmla="*/ 25689 h 6247348"/>
                <a:gd name="connsiteX235" fmla="*/ 9869848 w 10643604"/>
                <a:gd name="connsiteY235" fmla="*/ 932289 h 6247348"/>
                <a:gd name="connsiteX236" fmla="*/ 10643604 w 10643604"/>
                <a:gd name="connsiteY236" fmla="*/ 483510 h 6247348"/>
                <a:gd name="connsiteX237" fmla="*/ 10643604 w 10643604"/>
                <a:gd name="connsiteY237" fmla="*/ 474469 h 6247348"/>
                <a:gd name="connsiteX238" fmla="*/ 1712839 w 10643604"/>
                <a:gd name="connsiteY238" fmla="*/ 25684 h 6247348"/>
                <a:gd name="connsiteX239" fmla="*/ 1712839 w 10643604"/>
                <a:gd name="connsiteY239" fmla="*/ 932284 h 6247348"/>
                <a:gd name="connsiteX240" fmla="*/ 2494391 w 10643604"/>
                <a:gd name="connsiteY240" fmla="*/ 478984 h 6247348"/>
                <a:gd name="connsiteX241" fmla="*/ 3309561 w 10643604"/>
                <a:gd name="connsiteY241" fmla="*/ 25684 h 6247348"/>
                <a:gd name="connsiteX242" fmla="*/ 2528009 w 10643604"/>
                <a:gd name="connsiteY242" fmla="*/ 478983 h 6247348"/>
                <a:gd name="connsiteX243" fmla="*/ 3309561 w 10643604"/>
                <a:gd name="connsiteY243" fmla="*/ 932283 h 6247348"/>
                <a:gd name="connsiteX244" fmla="*/ 3343180 w 10643604"/>
                <a:gd name="connsiteY244" fmla="*/ 25683 h 6247348"/>
                <a:gd name="connsiteX245" fmla="*/ 3343180 w 10643604"/>
                <a:gd name="connsiteY245" fmla="*/ 932283 h 6247348"/>
                <a:gd name="connsiteX246" fmla="*/ 4124732 w 10643604"/>
                <a:gd name="connsiteY246" fmla="*/ 478983 h 6247348"/>
                <a:gd name="connsiteX247" fmla="*/ 4941673 w 10643604"/>
                <a:gd name="connsiteY247" fmla="*/ 25682 h 6247348"/>
                <a:gd name="connsiteX248" fmla="*/ 4160125 w 10643604"/>
                <a:gd name="connsiteY248" fmla="*/ 478981 h 6247348"/>
                <a:gd name="connsiteX249" fmla="*/ 4941673 w 10643604"/>
                <a:gd name="connsiteY249" fmla="*/ 932282 h 6247348"/>
                <a:gd name="connsiteX250" fmla="*/ 48326 w 10643604"/>
                <a:gd name="connsiteY250" fmla="*/ 25677 h 6247348"/>
                <a:gd name="connsiteX251" fmla="*/ 46022 w 10643604"/>
                <a:gd name="connsiteY251" fmla="*/ 27014 h 6247348"/>
                <a:gd name="connsiteX252" fmla="*/ 48326 w 10643604"/>
                <a:gd name="connsiteY252" fmla="*/ 28366 h 6247348"/>
                <a:gd name="connsiteX253" fmla="*/ 81945 w 10643604"/>
                <a:gd name="connsiteY253" fmla="*/ 25677 h 6247348"/>
                <a:gd name="connsiteX254" fmla="*/ 81945 w 10643604"/>
                <a:gd name="connsiteY254" fmla="*/ 48099 h 6247348"/>
                <a:gd name="connsiteX255" fmla="*/ 839624 w 10643604"/>
                <a:gd name="connsiteY255" fmla="*/ 492825 h 6247348"/>
                <a:gd name="connsiteX256" fmla="*/ 863497 w 10643604"/>
                <a:gd name="connsiteY256" fmla="*/ 478978 h 6247348"/>
                <a:gd name="connsiteX257" fmla="*/ 1680442 w 10643604"/>
                <a:gd name="connsiteY257" fmla="*/ 25676 h 6247348"/>
                <a:gd name="connsiteX258" fmla="*/ 898890 w 10643604"/>
                <a:gd name="connsiteY258" fmla="*/ 478976 h 6247348"/>
                <a:gd name="connsiteX259" fmla="*/ 1680442 w 10643604"/>
                <a:gd name="connsiteY259" fmla="*/ 932276 h 6247348"/>
                <a:gd name="connsiteX260" fmla="*/ 6550346 w 10643604"/>
                <a:gd name="connsiteY260" fmla="*/ 12 h 6247348"/>
                <a:gd name="connsiteX261" fmla="*/ 4996054 w 10643604"/>
                <a:gd name="connsiteY261" fmla="*/ 12 h 6247348"/>
                <a:gd name="connsiteX262" fmla="*/ 5773211 w 10643604"/>
                <a:gd name="connsiteY262" fmla="*/ 445615 h 6247348"/>
                <a:gd name="connsiteX263" fmla="*/ 8181573 w 10643604"/>
                <a:gd name="connsiteY263" fmla="*/ 12 h 6247348"/>
                <a:gd name="connsiteX264" fmla="*/ 6627269 w 10643604"/>
                <a:gd name="connsiteY264" fmla="*/ 12 h 6247348"/>
                <a:gd name="connsiteX265" fmla="*/ 7404420 w 10643604"/>
                <a:gd name="connsiteY265" fmla="*/ 445615 h 6247348"/>
                <a:gd name="connsiteX266" fmla="*/ 9812805 w 10643604"/>
                <a:gd name="connsiteY266" fmla="*/ 12 h 6247348"/>
                <a:gd name="connsiteX267" fmla="*/ 8258495 w 10643604"/>
                <a:gd name="connsiteY267" fmla="*/ 12 h 6247348"/>
                <a:gd name="connsiteX268" fmla="*/ 9035652 w 10643604"/>
                <a:gd name="connsiteY268" fmla="*/ 445615 h 6247348"/>
                <a:gd name="connsiteX269" fmla="*/ 3287465 w 10643604"/>
                <a:gd name="connsiteY269" fmla="*/ 7 h 6247348"/>
                <a:gd name="connsiteX270" fmla="*/ 1733159 w 10643604"/>
                <a:gd name="connsiteY270" fmla="*/ 7 h 6247348"/>
                <a:gd name="connsiteX271" fmla="*/ 2510312 w 10643604"/>
                <a:gd name="connsiteY271" fmla="*/ 445610 h 6247348"/>
                <a:gd name="connsiteX272" fmla="*/ 4918691 w 10643604"/>
                <a:gd name="connsiteY272" fmla="*/ 6 h 6247348"/>
                <a:gd name="connsiteX273" fmla="*/ 3364388 w 10643604"/>
                <a:gd name="connsiteY273" fmla="*/ 6 h 6247348"/>
                <a:gd name="connsiteX274" fmla="*/ 4141541 w 10643604"/>
                <a:gd name="connsiteY274" fmla="*/ 445610 h 6247348"/>
                <a:gd name="connsiteX275" fmla="*/ 26230 w 10643604"/>
                <a:gd name="connsiteY275" fmla="*/ 1 h 6247348"/>
                <a:gd name="connsiteX276" fmla="*/ 0 w 10643604"/>
                <a:gd name="connsiteY276" fmla="*/ 1 h 6247348"/>
                <a:gd name="connsiteX277" fmla="*/ 12962 w 10643604"/>
                <a:gd name="connsiteY277" fmla="*/ 7609 h 6247348"/>
                <a:gd name="connsiteX278" fmla="*/ 1657459 w 10643604"/>
                <a:gd name="connsiteY278" fmla="*/ 0 h 6247348"/>
                <a:gd name="connsiteX279" fmla="*/ 103153 w 10643604"/>
                <a:gd name="connsiteY279" fmla="*/ 0 h 6247348"/>
                <a:gd name="connsiteX280" fmla="*/ 880306 w 10643604"/>
                <a:gd name="connsiteY280" fmla="*/ 445604 h 6247348"/>
                <a:gd name="connsiteX281" fmla="*/ 10643602 w 10643604"/>
                <a:gd name="connsiteY281" fmla="*/ 0 h 6247348"/>
                <a:gd name="connsiteX282" fmla="*/ 9889743 w 10643604"/>
                <a:gd name="connsiteY282" fmla="*/ 0 h 6247348"/>
                <a:gd name="connsiteX283" fmla="*/ 10643602 w 10643604"/>
                <a:gd name="connsiteY283" fmla="*/ 432248 h 624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</a:cxnLst>
              <a:rect l="l" t="t" r="r" b="b"/>
              <a:pathLst>
                <a:path w="10643604" h="6247348">
                  <a:moveTo>
                    <a:pt x="10643604" y="5443035"/>
                  </a:moveTo>
                  <a:lnTo>
                    <a:pt x="9954365" y="5842794"/>
                  </a:lnTo>
                  <a:lnTo>
                    <a:pt x="10643604" y="6247348"/>
                  </a:lnTo>
                  <a:close/>
                  <a:moveTo>
                    <a:pt x="9836233" y="4943763"/>
                  </a:moveTo>
                  <a:lnTo>
                    <a:pt x="9125245" y="5356136"/>
                  </a:lnTo>
                  <a:lnTo>
                    <a:pt x="9836233" y="5773456"/>
                  </a:lnTo>
                  <a:close/>
                  <a:moveTo>
                    <a:pt x="9869851" y="4943763"/>
                  </a:moveTo>
                  <a:lnTo>
                    <a:pt x="9869851" y="5793188"/>
                  </a:lnTo>
                  <a:lnTo>
                    <a:pt x="9918848" y="5821947"/>
                  </a:lnTo>
                  <a:lnTo>
                    <a:pt x="10643604" y="5401587"/>
                  </a:lnTo>
                  <a:lnTo>
                    <a:pt x="10643604" y="5392541"/>
                  </a:lnTo>
                  <a:close/>
                  <a:moveTo>
                    <a:pt x="10643604" y="4459592"/>
                  </a:moveTo>
                  <a:lnTo>
                    <a:pt x="9869851" y="4908369"/>
                  </a:lnTo>
                  <a:lnTo>
                    <a:pt x="10643604" y="5357146"/>
                  </a:lnTo>
                  <a:close/>
                  <a:moveTo>
                    <a:pt x="9019287" y="4455068"/>
                  </a:moveTo>
                  <a:lnTo>
                    <a:pt x="8300431" y="4872004"/>
                  </a:lnTo>
                  <a:lnTo>
                    <a:pt x="9019287" y="5293943"/>
                  </a:lnTo>
                  <a:close/>
                  <a:moveTo>
                    <a:pt x="9054680" y="4455068"/>
                  </a:moveTo>
                  <a:lnTo>
                    <a:pt x="9054680" y="5314717"/>
                  </a:lnTo>
                  <a:lnTo>
                    <a:pt x="9094915" y="5338333"/>
                  </a:lnTo>
                  <a:lnTo>
                    <a:pt x="9836233" y="4908368"/>
                  </a:lnTo>
                  <a:close/>
                  <a:moveTo>
                    <a:pt x="8204114" y="3960320"/>
                  </a:moveTo>
                  <a:lnTo>
                    <a:pt x="7471312" y="4385346"/>
                  </a:lnTo>
                  <a:lnTo>
                    <a:pt x="8204114" y="4815470"/>
                  </a:lnTo>
                  <a:close/>
                  <a:moveTo>
                    <a:pt x="8237731" y="3960320"/>
                  </a:moveTo>
                  <a:lnTo>
                    <a:pt x="8237731" y="4835202"/>
                  </a:lnTo>
                  <a:lnTo>
                    <a:pt x="8264913" y="4851157"/>
                  </a:lnTo>
                  <a:lnTo>
                    <a:pt x="9019285" y="4413621"/>
                  </a:lnTo>
                  <a:close/>
                  <a:moveTo>
                    <a:pt x="9836233" y="3960320"/>
                  </a:moveTo>
                  <a:lnTo>
                    <a:pt x="9054680" y="4413620"/>
                  </a:lnTo>
                  <a:lnTo>
                    <a:pt x="9836233" y="4866921"/>
                  </a:lnTo>
                  <a:close/>
                  <a:moveTo>
                    <a:pt x="9869851" y="3960320"/>
                  </a:moveTo>
                  <a:lnTo>
                    <a:pt x="9869851" y="4866922"/>
                  </a:lnTo>
                  <a:lnTo>
                    <a:pt x="10643604" y="4418144"/>
                  </a:lnTo>
                  <a:lnTo>
                    <a:pt x="10643604" y="4409098"/>
                  </a:lnTo>
                  <a:close/>
                  <a:moveTo>
                    <a:pt x="10643604" y="3472683"/>
                  </a:moveTo>
                  <a:lnTo>
                    <a:pt x="9869849" y="3921462"/>
                  </a:lnTo>
                  <a:lnTo>
                    <a:pt x="10643604" y="4370241"/>
                  </a:lnTo>
                  <a:close/>
                  <a:moveTo>
                    <a:pt x="7387170" y="3468161"/>
                  </a:moveTo>
                  <a:lnTo>
                    <a:pt x="6643530" y="3899473"/>
                  </a:lnTo>
                  <a:lnTo>
                    <a:pt x="7387170" y="4335959"/>
                  </a:lnTo>
                  <a:close/>
                  <a:moveTo>
                    <a:pt x="7422563" y="3468161"/>
                  </a:moveTo>
                  <a:lnTo>
                    <a:pt x="7422563" y="4356733"/>
                  </a:lnTo>
                  <a:lnTo>
                    <a:pt x="7438013" y="4365801"/>
                  </a:lnTo>
                  <a:lnTo>
                    <a:pt x="8204115" y="3921461"/>
                  </a:lnTo>
                  <a:close/>
                  <a:moveTo>
                    <a:pt x="9019284" y="3468161"/>
                  </a:moveTo>
                  <a:lnTo>
                    <a:pt x="8237732" y="3921462"/>
                  </a:lnTo>
                  <a:lnTo>
                    <a:pt x="9019284" y="4374762"/>
                  </a:lnTo>
                  <a:close/>
                  <a:moveTo>
                    <a:pt x="9054678" y="3468161"/>
                  </a:moveTo>
                  <a:lnTo>
                    <a:pt x="9054678" y="4374762"/>
                  </a:lnTo>
                  <a:lnTo>
                    <a:pt x="9836231" y="3921461"/>
                  </a:lnTo>
                  <a:close/>
                  <a:moveTo>
                    <a:pt x="6571998" y="2973430"/>
                  </a:moveTo>
                  <a:lnTo>
                    <a:pt x="5814420" y="3412820"/>
                  </a:lnTo>
                  <a:lnTo>
                    <a:pt x="6571998" y="3857487"/>
                  </a:lnTo>
                  <a:close/>
                  <a:moveTo>
                    <a:pt x="6605617" y="2973430"/>
                  </a:moveTo>
                  <a:lnTo>
                    <a:pt x="6605617" y="3877220"/>
                  </a:lnTo>
                  <a:lnTo>
                    <a:pt x="6608012" y="3878626"/>
                  </a:lnTo>
                  <a:lnTo>
                    <a:pt x="7387168" y="3426715"/>
                  </a:lnTo>
                  <a:close/>
                  <a:moveTo>
                    <a:pt x="8204114" y="2973428"/>
                  </a:moveTo>
                  <a:lnTo>
                    <a:pt x="7422564" y="3426715"/>
                  </a:lnTo>
                  <a:lnTo>
                    <a:pt x="8204114" y="3880014"/>
                  </a:lnTo>
                  <a:close/>
                  <a:moveTo>
                    <a:pt x="8237731" y="2973428"/>
                  </a:moveTo>
                  <a:lnTo>
                    <a:pt x="8237731" y="3880015"/>
                  </a:lnTo>
                  <a:lnTo>
                    <a:pt x="9019282" y="3426715"/>
                  </a:lnTo>
                  <a:close/>
                  <a:moveTo>
                    <a:pt x="9836230" y="2973428"/>
                  </a:moveTo>
                  <a:lnTo>
                    <a:pt x="9054678" y="3426714"/>
                  </a:lnTo>
                  <a:lnTo>
                    <a:pt x="9836230" y="3880014"/>
                  </a:lnTo>
                  <a:close/>
                  <a:moveTo>
                    <a:pt x="9869849" y="2973427"/>
                  </a:moveTo>
                  <a:lnTo>
                    <a:pt x="9869849" y="3880015"/>
                  </a:lnTo>
                  <a:lnTo>
                    <a:pt x="10643604" y="3431235"/>
                  </a:lnTo>
                  <a:lnTo>
                    <a:pt x="10643604" y="3422193"/>
                  </a:lnTo>
                  <a:close/>
                  <a:moveTo>
                    <a:pt x="10643604" y="2489260"/>
                  </a:moveTo>
                  <a:lnTo>
                    <a:pt x="9869849" y="2938035"/>
                  </a:lnTo>
                  <a:lnTo>
                    <a:pt x="10643604" y="3386802"/>
                  </a:lnTo>
                  <a:close/>
                  <a:moveTo>
                    <a:pt x="5756847" y="2484744"/>
                  </a:moveTo>
                  <a:lnTo>
                    <a:pt x="4990504" y="2929216"/>
                  </a:lnTo>
                  <a:lnTo>
                    <a:pt x="5756847" y="3379028"/>
                  </a:lnTo>
                  <a:close/>
                  <a:moveTo>
                    <a:pt x="5790463" y="2484740"/>
                  </a:moveTo>
                  <a:lnTo>
                    <a:pt x="5790463" y="3391326"/>
                  </a:lnTo>
                  <a:lnTo>
                    <a:pt x="6571999" y="2938038"/>
                  </a:lnTo>
                  <a:close/>
                  <a:moveTo>
                    <a:pt x="7387170" y="2484740"/>
                  </a:moveTo>
                  <a:lnTo>
                    <a:pt x="6605618" y="2938039"/>
                  </a:lnTo>
                  <a:lnTo>
                    <a:pt x="7387170" y="3391326"/>
                  </a:lnTo>
                  <a:close/>
                  <a:moveTo>
                    <a:pt x="7422563" y="2484740"/>
                  </a:moveTo>
                  <a:lnTo>
                    <a:pt x="7422563" y="3391326"/>
                  </a:lnTo>
                  <a:lnTo>
                    <a:pt x="8204115" y="2938036"/>
                  </a:lnTo>
                  <a:close/>
                  <a:moveTo>
                    <a:pt x="9019284" y="2484740"/>
                  </a:moveTo>
                  <a:lnTo>
                    <a:pt x="8237732" y="2938038"/>
                  </a:lnTo>
                  <a:lnTo>
                    <a:pt x="9019284" y="3391326"/>
                  </a:lnTo>
                  <a:close/>
                  <a:moveTo>
                    <a:pt x="9054678" y="2484738"/>
                  </a:moveTo>
                  <a:lnTo>
                    <a:pt x="9054678" y="3391323"/>
                  </a:lnTo>
                  <a:lnTo>
                    <a:pt x="9836231" y="2938033"/>
                  </a:lnTo>
                  <a:close/>
                  <a:moveTo>
                    <a:pt x="8204114" y="1989995"/>
                  </a:moveTo>
                  <a:lnTo>
                    <a:pt x="7422564" y="2443295"/>
                  </a:lnTo>
                  <a:lnTo>
                    <a:pt x="8204114" y="2896592"/>
                  </a:lnTo>
                  <a:close/>
                  <a:moveTo>
                    <a:pt x="4975292" y="1989994"/>
                  </a:moveTo>
                  <a:lnTo>
                    <a:pt x="4975292" y="2896592"/>
                  </a:lnTo>
                  <a:lnTo>
                    <a:pt x="5756847" y="2443295"/>
                  </a:lnTo>
                  <a:close/>
                  <a:moveTo>
                    <a:pt x="6571998" y="1989992"/>
                  </a:moveTo>
                  <a:lnTo>
                    <a:pt x="5790463" y="2443293"/>
                  </a:lnTo>
                  <a:lnTo>
                    <a:pt x="6571998" y="2896591"/>
                  </a:lnTo>
                  <a:close/>
                  <a:moveTo>
                    <a:pt x="6605617" y="1989992"/>
                  </a:moveTo>
                  <a:lnTo>
                    <a:pt x="6605617" y="2896591"/>
                  </a:lnTo>
                  <a:lnTo>
                    <a:pt x="7387168" y="2443293"/>
                  </a:lnTo>
                  <a:close/>
                  <a:moveTo>
                    <a:pt x="8237731" y="1989991"/>
                  </a:moveTo>
                  <a:lnTo>
                    <a:pt x="8237731" y="2896589"/>
                  </a:lnTo>
                  <a:lnTo>
                    <a:pt x="9019282" y="2443292"/>
                  </a:lnTo>
                  <a:close/>
                  <a:moveTo>
                    <a:pt x="9836230" y="1989989"/>
                  </a:moveTo>
                  <a:lnTo>
                    <a:pt x="9054678" y="2443289"/>
                  </a:lnTo>
                  <a:lnTo>
                    <a:pt x="9836230" y="2896587"/>
                  </a:lnTo>
                  <a:close/>
                  <a:moveTo>
                    <a:pt x="9869849" y="1989989"/>
                  </a:moveTo>
                  <a:lnTo>
                    <a:pt x="9869849" y="2896588"/>
                  </a:lnTo>
                  <a:lnTo>
                    <a:pt x="10643604" y="2447810"/>
                  </a:lnTo>
                  <a:lnTo>
                    <a:pt x="10643604" y="2438768"/>
                  </a:lnTo>
                  <a:close/>
                  <a:moveTo>
                    <a:pt x="4941673" y="1989981"/>
                  </a:moveTo>
                  <a:lnTo>
                    <a:pt x="4161377" y="2442554"/>
                  </a:lnTo>
                  <a:lnTo>
                    <a:pt x="4370200" y="2565124"/>
                  </a:lnTo>
                  <a:lnTo>
                    <a:pt x="4941673" y="2896580"/>
                  </a:lnTo>
                  <a:close/>
                  <a:moveTo>
                    <a:pt x="10643604" y="1508401"/>
                  </a:moveTo>
                  <a:lnTo>
                    <a:pt x="9869849" y="1957183"/>
                  </a:lnTo>
                  <a:lnTo>
                    <a:pt x="10643604" y="2405959"/>
                  </a:lnTo>
                  <a:close/>
                  <a:moveTo>
                    <a:pt x="5756847" y="1503884"/>
                  </a:moveTo>
                  <a:lnTo>
                    <a:pt x="4975292" y="1957188"/>
                  </a:lnTo>
                  <a:lnTo>
                    <a:pt x="5756847" y="2410485"/>
                  </a:lnTo>
                  <a:close/>
                  <a:moveTo>
                    <a:pt x="5790463" y="1503883"/>
                  </a:moveTo>
                  <a:lnTo>
                    <a:pt x="5790463" y="2410484"/>
                  </a:lnTo>
                  <a:lnTo>
                    <a:pt x="6571999" y="1957186"/>
                  </a:lnTo>
                  <a:close/>
                  <a:moveTo>
                    <a:pt x="7387170" y="1503883"/>
                  </a:moveTo>
                  <a:lnTo>
                    <a:pt x="6605618" y="1957188"/>
                  </a:lnTo>
                  <a:lnTo>
                    <a:pt x="7387170" y="2410484"/>
                  </a:lnTo>
                  <a:close/>
                  <a:moveTo>
                    <a:pt x="7422563" y="1503881"/>
                  </a:moveTo>
                  <a:lnTo>
                    <a:pt x="7422563" y="2410481"/>
                  </a:lnTo>
                  <a:lnTo>
                    <a:pt x="8204115" y="1957184"/>
                  </a:lnTo>
                  <a:close/>
                  <a:moveTo>
                    <a:pt x="9019284" y="1503881"/>
                  </a:moveTo>
                  <a:lnTo>
                    <a:pt x="8237732" y="1957185"/>
                  </a:lnTo>
                  <a:lnTo>
                    <a:pt x="9019284" y="2410481"/>
                  </a:lnTo>
                  <a:close/>
                  <a:moveTo>
                    <a:pt x="9054677" y="1503879"/>
                  </a:moveTo>
                  <a:lnTo>
                    <a:pt x="9054677" y="2410480"/>
                  </a:lnTo>
                  <a:lnTo>
                    <a:pt x="9836231" y="1957182"/>
                  </a:lnTo>
                  <a:close/>
                  <a:moveTo>
                    <a:pt x="4124733" y="1503873"/>
                  </a:moveTo>
                  <a:lnTo>
                    <a:pt x="3343180" y="1957176"/>
                  </a:lnTo>
                  <a:lnTo>
                    <a:pt x="4124733" y="2410472"/>
                  </a:lnTo>
                  <a:close/>
                  <a:moveTo>
                    <a:pt x="4160125" y="1503872"/>
                  </a:moveTo>
                  <a:lnTo>
                    <a:pt x="4160125" y="2410471"/>
                  </a:lnTo>
                  <a:lnTo>
                    <a:pt x="4941673" y="1957174"/>
                  </a:lnTo>
                  <a:close/>
                  <a:moveTo>
                    <a:pt x="2253497" y="1322709"/>
                  </a:moveTo>
                  <a:lnTo>
                    <a:pt x="2492956" y="1463261"/>
                  </a:lnTo>
                  <a:lnTo>
                    <a:pt x="2494391" y="1462428"/>
                  </a:lnTo>
                  <a:close/>
                  <a:moveTo>
                    <a:pt x="4975292" y="1009133"/>
                  </a:moveTo>
                  <a:lnTo>
                    <a:pt x="4975292" y="1915742"/>
                  </a:lnTo>
                  <a:lnTo>
                    <a:pt x="5756847" y="1462437"/>
                  </a:lnTo>
                  <a:close/>
                  <a:moveTo>
                    <a:pt x="6571998" y="1009133"/>
                  </a:moveTo>
                  <a:lnTo>
                    <a:pt x="5790463" y="1462436"/>
                  </a:lnTo>
                  <a:lnTo>
                    <a:pt x="6571998" y="1915740"/>
                  </a:lnTo>
                  <a:close/>
                  <a:moveTo>
                    <a:pt x="6605617" y="1009132"/>
                  </a:moveTo>
                  <a:lnTo>
                    <a:pt x="6605617" y="1915741"/>
                  </a:lnTo>
                  <a:lnTo>
                    <a:pt x="7387168" y="1462436"/>
                  </a:lnTo>
                  <a:close/>
                  <a:moveTo>
                    <a:pt x="8204114" y="1009131"/>
                  </a:moveTo>
                  <a:lnTo>
                    <a:pt x="7422564" y="1462434"/>
                  </a:lnTo>
                  <a:lnTo>
                    <a:pt x="8204114" y="1915739"/>
                  </a:lnTo>
                  <a:close/>
                  <a:moveTo>
                    <a:pt x="8237731" y="1009131"/>
                  </a:moveTo>
                  <a:lnTo>
                    <a:pt x="8237731" y="1915739"/>
                  </a:lnTo>
                  <a:lnTo>
                    <a:pt x="9019282" y="1462435"/>
                  </a:lnTo>
                  <a:close/>
                  <a:moveTo>
                    <a:pt x="9836230" y="1009130"/>
                  </a:moveTo>
                  <a:lnTo>
                    <a:pt x="9054678" y="1462432"/>
                  </a:lnTo>
                  <a:lnTo>
                    <a:pt x="9836230" y="1915737"/>
                  </a:lnTo>
                  <a:close/>
                  <a:moveTo>
                    <a:pt x="9869849" y="1009129"/>
                  </a:moveTo>
                  <a:lnTo>
                    <a:pt x="9869849" y="1915737"/>
                  </a:lnTo>
                  <a:lnTo>
                    <a:pt x="10643604" y="1466954"/>
                  </a:lnTo>
                  <a:lnTo>
                    <a:pt x="10643604" y="1457912"/>
                  </a:lnTo>
                  <a:close/>
                  <a:moveTo>
                    <a:pt x="3309561" y="1009125"/>
                  </a:moveTo>
                  <a:lnTo>
                    <a:pt x="2528009" y="1462427"/>
                  </a:lnTo>
                  <a:lnTo>
                    <a:pt x="3309561" y="1915729"/>
                  </a:lnTo>
                  <a:close/>
                  <a:moveTo>
                    <a:pt x="3343180" y="1009124"/>
                  </a:moveTo>
                  <a:lnTo>
                    <a:pt x="3343180" y="1915730"/>
                  </a:lnTo>
                  <a:lnTo>
                    <a:pt x="4124732" y="1462427"/>
                  </a:lnTo>
                  <a:close/>
                  <a:moveTo>
                    <a:pt x="4941673" y="1009123"/>
                  </a:moveTo>
                  <a:lnTo>
                    <a:pt x="4160125" y="1462425"/>
                  </a:lnTo>
                  <a:lnTo>
                    <a:pt x="4941673" y="1915727"/>
                  </a:lnTo>
                  <a:close/>
                  <a:moveTo>
                    <a:pt x="10643604" y="524957"/>
                  </a:moveTo>
                  <a:lnTo>
                    <a:pt x="9869849" y="973736"/>
                  </a:lnTo>
                  <a:lnTo>
                    <a:pt x="10643604" y="1422516"/>
                  </a:lnTo>
                  <a:close/>
                  <a:moveTo>
                    <a:pt x="5756847" y="520440"/>
                  </a:moveTo>
                  <a:lnTo>
                    <a:pt x="4975292" y="973739"/>
                  </a:lnTo>
                  <a:lnTo>
                    <a:pt x="5756847" y="1427041"/>
                  </a:lnTo>
                  <a:close/>
                  <a:moveTo>
                    <a:pt x="5790463" y="520439"/>
                  </a:moveTo>
                  <a:lnTo>
                    <a:pt x="5790463" y="1427041"/>
                  </a:lnTo>
                  <a:lnTo>
                    <a:pt x="6571999" y="973738"/>
                  </a:lnTo>
                  <a:close/>
                  <a:moveTo>
                    <a:pt x="7387170" y="520439"/>
                  </a:moveTo>
                  <a:lnTo>
                    <a:pt x="6605618" y="973739"/>
                  </a:lnTo>
                  <a:lnTo>
                    <a:pt x="7387170" y="1427041"/>
                  </a:lnTo>
                  <a:close/>
                  <a:moveTo>
                    <a:pt x="7422563" y="520437"/>
                  </a:moveTo>
                  <a:lnTo>
                    <a:pt x="7422563" y="1427040"/>
                  </a:lnTo>
                  <a:lnTo>
                    <a:pt x="8204115" y="973736"/>
                  </a:lnTo>
                  <a:close/>
                  <a:moveTo>
                    <a:pt x="9019284" y="520437"/>
                  </a:moveTo>
                  <a:lnTo>
                    <a:pt x="8237732" y="973737"/>
                  </a:lnTo>
                  <a:lnTo>
                    <a:pt x="9019284" y="1427040"/>
                  </a:lnTo>
                  <a:close/>
                  <a:moveTo>
                    <a:pt x="9054677" y="520436"/>
                  </a:moveTo>
                  <a:lnTo>
                    <a:pt x="9054677" y="1427037"/>
                  </a:lnTo>
                  <a:lnTo>
                    <a:pt x="9836230" y="973735"/>
                  </a:lnTo>
                  <a:close/>
                  <a:moveTo>
                    <a:pt x="2494393" y="520431"/>
                  </a:moveTo>
                  <a:lnTo>
                    <a:pt x="1712840" y="973731"/>
                  </a:lnTo>
                  <a:lnTo>
                    <a:pt x="2494393" y="1427033"/>
                  </a:lnTo>
                  <a:close/>
                  <a:moveTo>
                    <a:pt x="2528009" y="520430"/>
                  </a:moveTo>
                  <a:lnTo>
                    <a:pt x="2528009" y="1427032"/>
                  </a:lnTo>
                  <a:lnTo>
                    <a:pt x="3309562" y="973729"/>
                  </a:lnTo>
                  <a:close/>
                  <a:moveTo>
                    <a:pt x="4124733" y="520430"/>
                  </a:moveTo>
                  <a:lnTo>
                    <a:pt x="3343180" y="973730"/>
                  </a:lnTo>
                  <a:lnTo>
                    <a:pt x="4124733" y="1427032"/>
                  </a:lnTo>
                  <a:close/>
                  <a:moveTo>
                    <a:pt x="4160125" y="520429"/>
                  </a:moveTo>
                  <a:lnTo>
                    <a:pt x="4160125" y="1427030"/>
                  </a:lnTo>
                  <a:lnTo>
                    <a:pt x="4941673" y="973728"/>
                  </a:lnTo>
                  <a:close/>
                  <a:moveTo>
                    <a:pt x="898890" y="520423"/>
                  </a:moveTo>
                  <a:lnTo>
                    <a:pt x="898890" y="527612"/>
                  </a:lnTo>
                  <a:lnTo>
                    <a:pt x="1669622" y="979999"/>
                  </a:lnTo>
                  <a:lnTo>
                    <a:pt x="1680443" y="973723"/>
                  </a:lnTo>
                  <a:close/>
                  <a:moveTo>
                    <a:pt x="4975292" y="25693"/>
                  </a:moveTo>
                  <a:lnTo>
                    <a:pt x="4975292" y="932293"/>
                  </a:lnTo>
                  <a:lnTo>
                    <a:pt x="5756847" y="478993"/>
                  </a:lnTo>
                  <a:close/>
                  <a:moveTo>
                    <a:pt x="6571998" y="25693"/>
                  </a:moveTo>
                  <a:lnTo>
                    <a:pt x="5790463" y="478992"/>
                  </a:lnTo>
                  <a:lnTo>
                    <a:pt x="6571998" y="932291"/>
                  </a:lnTo>
                  <a:close/>
                  <a:moveTo>
                    <a:pt x="6605617" y="25692"/>
                  </a:moveTo>
                  <a:lnTo>
                    <a:pt x="6605617" y="932292"/>
                  </a:lnTo>
                  <a:lnTo>
                    <a:pt x="7387168" y="478992"/>
                  </a:lnTo>
                  <a:close/>
                  <a:moveTo>
                    <a:pt x="8204114" y="25691"/>
                  </a:moveTo>
                  <a:lnTo>
                    <a:pt x="7422564" y="478990"/>
                  </a:lnTo>
                  <a:lnTo>
                    <a:pt x="8204114" y="932290"/>
                  </a:lnTo>
                  <a:close/>
                  <a:moveTo>
                    <a:pt x="8237731" y="25691"/>
                  </a:moveTo>
                  <a:lnTo>
                    <a:pt x="8237731" y="932290"/>
                  </a:lnTo>
                  <a:lnTo>
                    <a:pt x="9019282" y="478990"/>
                  </a:lnTo>
                  <a:close/>
                  <a:moveTo>
                    <a:pt x="9836230" y="25690"/>
                  </a:moveTo>
                  <a:lnTo>
                    <a:pt x="9054677" y="478989"/>
                  </a:lnTo>
                  <a:lnTo>
                    <a:pt x="9836230" y="932289"/>
                  </a:lnTo>
                  <a:close/>
                  <a:moveTo>
                    <a:pt x="9869848" y="25689"/>
                  </a:moveTo>
                  <a:lnTo>
                    <a:pt x="9869848" y="932289"/>
                  </a:lnTo>
                  <a:lnTo>
                    <a:pt x="10643604" y="483510"/>
                  </a:lnTo>
                  <a:lnTo>
                    <a:pt x="10643604" y="474469"/>
                  </a:lnTo>
                  <a:close/>
                  <a:moveTo>
                    <a:pt x="1712839" y="25684"/>
                  </a:moveTo>
                  <a:lnTo>
                    <a:pt x="1712839" y="932284"/>
                  </a:lnTo>
                  <a:lnTo>
                    <a:pt x="2494391" y="478984"/>
                  </a:lnTo>
                  <a:close/>
                  <a:moveTo>
                    <a:pt x="3309561" y="25684"/>
                  </a:moveTo>
                  <a:lnTo>
                    <a:pt x="2528009" y="478983"/>
                  </a:lnTo>
                  <a:lnTo>
                    <a:pt x="3309561" y="932283"/>
                  </a:lnTo>
                  <a:close/>
                  <a:moveTo>
                    <a:pt x="3343180" y="25683"/>
                  </a:moveTo>
                  <a:lnTo>
                    <a:pt x="3343180" y="932283"/>
                  </a:lnTo>
                  <a:lnTo>
                    <a:pt x="4124732" y="478983"/>
                  </a:lnTo>
                  <a:close/>
                  <a:moveTo>
                    <a:pt x="4941673" y="25682"/>
                  </a:moveTo>
                  <a:lnTo>
                    <a:pt x="4160125" y="478981"/>
                  </a:lnTo>
                  <a:lnTo>
                    <a:pt x="4941673" y="932282"/>
                  </a:lnTo>
                  <a:close/>
                  <a:moveTo>
                    <a:pt x="48326" y="25677"/>
                  </a:moveTo>
                  <a:lnTo>
                    <a:pt x="46022" y="27014"/>
                  </a:lnTo>
                  <a:lnTo>
                    <a:pt x="48326" y="28366"/>
                  </a:lnTo>
                  <a:close/>
                  <a:moveTo>
                    <a:pt x="81945" y="25677"/>
                  </a:moveTo>
                  <a:lnTo>
                    <a:pt x="81945" y="48099"/>
                  </a:lnTo>
                  <a:lnTo>
                    <a:pt x="839624" y="492825"/>
                  </a:lnTo>
                  <a:lnTo>
                    <a:pt x="863497" y="478978"/>
                  </a:lnTo>
                  <a:close/>
                  <a:moveTo>
                    <a:pt x="1680442" y="25676"/>
                  </a:moveTo>
                  <a:lnTo>
                    <a:pt x="898890" y="478976"/>
                  </a:lnTo>
                  <a:lnTo>
                    <a:pt x="1680442" y="932276"/>
                  </a:lnTo>
                  <a:close/>
                  <a:moveTo>
                    <a:pt x="6550346" y="12"/>
                  </a:moveTo>
                  <a:lnTo>
                    <a:pt x="4996054" y="12"/>
                  </a:lnTo>
                  <a:lnTo>
                    <a:pt x="5773211" y="445615"/>
                  </a:lnTo>
                  <a:close/>
                  <a:moveTo>
                    <a:pt x="8181573" y="12"/>
                  </a:moveTo>
                  <a:lnTo>
                    <a:pt x="6627269" y="12"/>
                  </a:lnTo>
                  <a:lnTo>
                    <a:pt x="7404420" y="445615"/>
                  </a:lnTo>
                  <a:close/>
                  <a:moveTo>
                    <a:pt x="9812805" y="12"/>
                  </a:moveTo>
                  <a:lnTo>
                    <a:pt x="8258495" y="12"/>
                  </a:lnTo>
                  <a:lnTo>
                    <a:pt x="9035652" y="445615"/>
                  </a:lnTo>
                  <a:close/>
                  <a:moveTo>
                    <a:pt x="3287465" y="7"/>
                  </a:moveTo>
                  <a:lnTo>
                    <a:pt x="1733159" y="7"/>
                  </a:lnTo>
                  <a:lnTo>
                    <a:pt x="2510312" y="445610"/>
                  </a:lnTo>
                  <a:close/>
                  <a:moveTo>
                    <a:pt x="4918691" y="6"/>
                  </a:moveTo>
                  <a:lnTo>
                    <a:pt x="3364388" y="6"/>
                  </a:lnTo>
                  <a:lnTo>
                    <a:pt x="4141541" y="445610"/>
                  </a:lnTo>
                  <a:close/>
                  <a:moveTo>
                    <a:pt x="26230" y="1"/>
                  </a:moveTo>
                  <a:lnTo>
                    <a:pt x="0" y="1"/>
                  </a:lnTo>
                  <a:lnTo>
                    <a:pt x="12962" y="7609"/>
                  </a:lnTo>
                  <a:close/>
                  <a:moveTo>
                    <a:pt x="1657459" y="0"/>
                  </a:moveTo>
                  <a:lnTo>
                    <a:pt x="103153" y="0"/>
                  </a:lnTo>
                  <a:lnTo>
                    <a:pt x="880306" y="445604"/>
                  </a:lnTo>
                  <a:close/>
                  <a:moveTo>
                    <a:pt x="10643602" y="0"/>
                  </a:moveTo>
                  <a:lnTo>
                    <a:pt x="9889743" y="0"/>
                  </a:lnTo>
                  <a:lnTo>
                    <a:pt x="10643602" y="432248"/>
                  </a:lnTo>
                  <a:close/>
                </a:path>
              </a:pathLst>
            </a:custGeom>
            <a:noFill/>
            <a:ln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693181" y="610128"/>
            <a:ext cx="9202993" cy="5401770"/>
          </a:xfrm>
          <a:custGeom>
            <a:avLst/>
            <a:gdLst>
              <a:gd name="connsiteX0" fmla="*/ 0 w 9202993"/>
              <a:gd name="connsiteY0" fmla="*/ 0 h 5401770"/>
              <a:gd name="connsiteX1" fmla="*/ 9202993 w 9202993"/>
              <a:gd name="connsiteY1" fmla="*/ 0 h 5401770"/>
              <a:gd name="connsiteX2" fmla="*/ 0 w 9202993"/>
              <a:gd name="connsiteY2" fmla="*/ 5401770 h 540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02993" h="5401770">
                <a:moveTo>
                  <a:pt x="0" y="0"/>
                </a:moveTo>
                <a:lnTo>
                  <a:pt x="9202993" y="0"/>
                </a:lnTo>
                <a:lnTo>
                  <a:pt x="0" y="540177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4197350"/>
          </a:xfrm>
          <a:custGeom>
            <a:avLst/>
            <a:gdLst>
              <a:gd name="connsiteX0" fmla="*/ 0 w 12192000"/>
              <a:gd name="connsiteY0" fmla="*/ 0 h 4197350"/>
              <a:gd name="connsiteX1" fmla="*/ 12192000 w 12192000"/>
              <a:gd name="connsiteY1" fmla="*/ 0 h 4197350"/>
              <a:gd name="connsiteX2" fmla="*/ 12192000 w 12192000"/>
              <a:gd name="connsiteY2" fmla="*/ 4197350 h 4197350"/>
              <a:gd name="connsiteX3" fmla="*/ 0 w 12192000"/>
              <a:gd name="connsiteY3" fmla="*/ 4197350 h 419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97350">
                <a:moveTo>
                  <a:pt x="0" y="0"/>
                </a:moveTo>
                <a:lnTo>
                  <a:pt x="12192000" y="0"/>
                </a:lnTo>
                <a:lnTo>
                  <a:pt x="12192000" y="4197350"/>
                </a:lnTo>
                <a:lnTo>
                  <a:pt x="0" y="419735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5718629" y="740935"/>
            <a:ext cx="4672996" cy="5377187"/>
          </a:xfrm>
          <a:custGeom>
            <a:avLst/>
            <a:gdLst>
              <a:gd name="connsiteX0" fmla="*/ 4662185 w 4672996"/>
              <a:gd name="connsiteY0" fmla="*/ 0 h 5377187"/>
              <a:gd name="connsiteX1" fmla="*/ 4672996 w 4672996"/>
              <a:gd name="connsiteY1" fmla="*/ 5377187 h 5377187"/>
              <a:gd name="connsiteX2" fmla="*/ 0 w 4672996"/>
              <a:gd name="connsiteY2" fmla="*/ 2679231 h 537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72996" h="5377187">
                <a:moveTo>
                  <a:pt x="4662185" y="0"/>
                </a:moveTo>
                <a:lnTo>
                  <a:pt x="4672996" y="5377187"/>
                </a:lnTo>
                <a:lnTo>
                  <a:pt x="0" y="267923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5892800" y="3803227"/>
            <a:ext cx="6299200" cy="1915885"/>
          </a:xfrm>
          <a:custGeom>
            <a:avLst/>
            <a:gdLst>
              <a:gd name="connsiteX0" fmla="*/ 0 w 6299200"/>
              <a:gd name="connsiteY0" fmla="*/ 0 h 1915885"/>
              <a:gd name="connsiteX1" fmla="*/ 6299200 w 6299200"/>
              <a:gd name="connsiteY1" fmla="*/ 0 h 1915885"/>
              <a:gd name="connsiteX2" fmla="*/ 6299200 w 6299200"/>
              <a:gd name="connsiteY2" fmla="*/ 1915885 h 1915885"/>
              <a:gd name="connsiteX3" fmla="*/ 0 w 6299200"/>
              <a:gd name="connsiteY3" fmla="*/ 1915885 h 1915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9200" h="1915885">
                <a:moveTo>
                  <a:pt x="0" y="0"/>
                </a:moveTo>
                <a:lnTo>
                  <a:pt x="6299200" y="0"/>
                </a:lnTo>
                <a:lnTo>
                  <a:pt x="6299200" y="1915885"/>
                </a:lnTo>
                <a:lnTo>
                  <a:pt x="0" y="191588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5892800" y="1138889"/>
            <a:ext cx="6299200" cy="1915885"/>
          </a:xfrm>
          <a:custGeom>
            <a:avLst/>
            <a:gdLst>
              <a:gd name="connsiteX0" fmla="*/ 0 w 6299200"/>
              <a:gd name="connsiteY0" fmla="*/ 0 h 1915885"/>
              <a:gd name="connsiteX1" fmla="*/ 6299200 w 6299200"/>
              <a:gd name="connsiteY1" fmla="*/ 0 h 1915885"/>
              <a:gd name="connsiteX2" fmla="*/ 6299200 w 6299200"/>
              <a:gd name="connsiteY2" fmla="*/ 1915885 h 1915885"/>
              <a:gd name="connsiteX3" fmla="*/ 0 w 6299200"/>
              <a:gd name="connsiteY3" fmla="*/ 1915885 h 1915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9200" h="1915885">
                <a:moveTo>
                  <a:pt x="0" y="0"/>
                </a:moveTo>
                <a:lnTo>
                  <a:pt x="6299200" y="0"/>
                </a:lnTo>
                <a:lnTo>
                  <a:pt x="6299200" y="1915885"/>
                </a:lnTo>
                <a:lnTo>
                  <a:pt x="0" y="191588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3803227"/>
            <a:ext cx="6299200" cy="1915885"/>
          </a:xfrm>
          <a:custGeom>
            <a:avLst/>
            <a:gdLst>
              <a:gd name="connsiteX0" fmla="*/ 0 w 6299200"/>
              <a:gd name="connsiteY0" fmla="*/ 0 h 1915885"/>
              <a:gd name="connsiteX1" fmla="*/ 6299200 w 6299200"/>
              <a:gd name="connsiteY1" fmla="*/ 0 h 1915885"/>
              <a:gd name="connsiteX2" fmla="*/ 6299200 w 6299200"/>
              <a:gd name="connsiteY2" fmla="*/ 1915885 h 1915885"/>
              <a:gd name="connsiteX3" fmla="*/ 0 w 6299200"/>
              <a:gd name="connsiteY3" fmla="*/ 1915885 h 1915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9200" h="1915885">
                <a:moveTo>
                  <a:pt x="0" y="0"/>
                </a:moveTo>
                <a:lnTo>
                  <a:pt x="6299200" y="0"/>
                </a:lnTo>
                <a:lnTo>
                  <a:pt x="6299200" y="1915885"/>
                </a:lnTo>
                <a:lnTo>
                  <a:pt x="0" y="191588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38889"/>
            <a:ext cx="6299200" cy="1915885"/>
          </a:xfrm>
          <a:custGeom>
            <a:avLst/>
            <a:gdLst>
              <a:gd name="connsiteX0" fmla="*/ 0 w 6299200"/>
              <a:gd name="connsiteY0" fmla="*/ 0 h 1915885"/>
              <a:gd name="connsiteX1" fmla="*/ 6299200 w 6299200"/>
              <a:gd name="connsiteY1" fmla="*/ 0 h 1915885"/>
              <a:gd name="connsiteX2" fmla="*/ 6299200 w 6299200"/>
              <a:gd name="connsiteY2" fmla="*/ 1915885 h 1915885"/>
              <a:gd name="connsiteX3" fmla="*/ 0 w 6299200"/>
              <a:gd name="connsiteY3" fmla="*/ 1915885 h 1915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99200" h="1915885">
                <a:moveTo>
                  <a:pt x="0" y="0"/>
                </a:moveTo>
                <a:lnTo>
                  <a:pt x="6299200" y="0"/>
                </a:lnTo>
                <a:lnTo>
                  <a:pt x="6299200" y="1915885"/>
                </a:lnTo>
                <a:lnTo>
                  <a:pt x="0" y="191588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629004" cy="6164826"/>
          </a:xfrm>
          <a:custGeom>
            <a:avLst/>
            <a:gdLst>
              <a:gd name="connsiteX0" fmla="*/ 0 w 10629004"/>
              <a:gd name="connsiteY0" fmla="*/ 0 h 6164826"/>
              <a:gd name="connsiteX1" fmla="*/ 10629004 w 10629004"/>
              <a:gd name="connsiteY1" fmla="*/ 0 h 6164826"/>
              <a:gd name="connsiteX2" fmla="*/ 0 w 10629004"/>
              <a:gd name="connsiteY2" fmla="*/ 6164826 h 616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29004" h="6164826">
                <a:moveTo>
                  <a:pt x="0" y="0"/>
                </a:moveTo>
                <a:lnTo>
                  <a:pt x="10629004" y="0"/>
                </a:lnTo>
                <a:lnTo>
                  <a:pt x="0" y="616482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31838" y="1238862"/>
            <a:ext cx="10728325" cy="4616245"/>
          </a:xfrm>
          <a:custGeom>
            <a:avLst/>
            <a:gdLst>
              <a:gd name="connsiteX0" fmla="*/ 0 w 10728325"/>
              <a:gd name="connsiteY0" fmla="*/ 0 h 4616245"/>
              <a:gd name="connsiteX1" fmla="*/ 10728325 w 10728325"/>
              <a:gd name="connsiteY1" fmla="*/ 0 h 4616245"/>
              <a:gd name="connsiteX2" fmla="*/ 10728325 w 10728325"/>
              <a:gd name="connsiteY2" fmla="*/ 4616245 h 4616245"/>
              <a:gd name="connsiteX3" fmla="*/ 0 w 10728325"/>
              <a:gd name="connsiteY3" fmla="*/ 4616245 h 4616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28325" h="4616245">
                <a:moveTo>
                  <a:pt x="0" y="0"/>
                </a:moveTo>
                <a:lnTo>
                  <a:pt x="10728325" y="0"/>
                </a:lnTo>
                <a:lnTo>
                  <a:pt x="10728325" y="4616245"/>
                </a:lnTo>
                <a:lnTo>
                  <a:pt x="0" y="461624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3696930" y="874841"/>
            <a:ext cx="4798142" cy="4211038"/>
          </a:xfrm>
          <a:custGeom>
            <a:avLst/>
            <a:gdLst>
              <a:gd name="connsiteX0" fmla="*/ 4798142 w 4798142"/>
              <a:gd name="connsiteY0" fmla="*/ 1486712 h 4211038"/>
              <a:gd name="connsiteX1" fmla="*/ 4798142 w 4798142"/>
              <a:gd name="connsiteY1" fmla="*/ 4211038 h 4211038"/>
              <a:gd name="connsiteX2" fmla="*/ 2449581 w 4798142"/>
              <a:gd name="connsiteY2" fmla="*/ 2848875 h 4211038"/>
              <a:gd name="connsiteX3" fmla="*/ 0 w 4798142"/>
              <a:gd name="connsiteY3" fmla="*/ 1486712 h 4211038"/>
              <a:gd name="connsiteX4" fmla="*/ 2348561 w 4798142"/>
              <a:gd name="connsiteY4" fmla="*/ 2848875 h 4211038"/>
              <a:gd name="connsiteX5" fmla="*/ 0 w 4798142"/>
              <a:gd name="connsiteY5" fmla="*/ 4211038 h 4211038"/>
              <a:gd name="connsiteX6" fmla="*/ 2348559 w 4798142"/>
              <a:gd name="connsiteY6" fmla="*/ 3 h 4211038"/>
              <a:gd name="connsiteX7" fmla="*/ 2348559 w 4798142"/>
              <a:gd name="connsiteY7" fmla="*/ 2724329 h 4211038"/>
              <a:gd name="connsiteX8" fmla="*/ 1 w 4798142"/>
              <a:gd name="connsiteY8" fmla="*/ 1362165 h 4211038"/>
              <a:gd name="connsiteX9" fmla="*/ 2449582 w 4798142"/>
              <a:gd name="connsiteY9" fmla="*/ 0 h 4211038"/>
              <a:gd name="connsiteX10" fmla="*/ 4798140 w 4798142"/>
              <a:gd name="connsiteY10" fmla="*/ 1362165 h 4211038"/>
              <a:gd name="connsiteX11" fmla="*/ 2449581 w 4798142"/>
              <a:gd name="connsiteY11" fmla="*/ 2724330 h 421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98142" h="4211038">
                <a:moveTo>
                  <a:pt x="4798142" y="1486712"/>
                </a:moveTo>
                <a:lnTo>
                  <a:pt x="4798142" y="4211038"/>
                </a:lnTo>
                <a:lnTo>
                  <a:pt x="2449581" y="2848875"/>
                </a:lnTo>
                <a:close/>
                <a:moveTo>
                  <a:pt x="0" y="1486712"/>
                </a:moveTo>
                <a:lnTo>
                  <a:pt x="2348561" y="2848875"/>
                </a:lnTo>
                <a:lnTo>
                  <a:pt x="0" y="4211038"/>
                </a:lnTo>
                <a:close/>
                <a:moveTo>
                  <a:pt x="2348559" y="3"/>
                </a:moveTo>
                <a:lnTo>
                  <a:pt x="2348559" y="2724329"/>
                </a:lnTo>
                <a:lnTo>
                  <a:pt x="1" y="1362165"/>
                </a:lnTo>
                <a:close/>
                <a:moveTo>
                  <a:pt x="2449582" y="0"/>
                </a:moveTo>
                <a:lnTo>
                  <a:pt x="4798140" y="1362165"/>
                </a:lnTo>
                <a:lnTo>
                  <a:pt x="2449581" y="272433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2276682" y="1"/>
            <a:ext cx="7638639" cy="6585033"/>
          </a:xfrm>
          <a:custGeom>
            <a:avLst/>
            <a:gdLst>
              <a:gd name="connsiteX0" fmla="*/ 0 w 7638639"/>
              <a:gd name="connsiteY0" fmla="*/ 0 h 6585033"/>
              <a:gd name="connsiteX1" fmla="*/ 7638639 w 7638639"/>
              <a:gd name="connsiteY1" fmla="*/ 0 h 6585033"/>
              <a:gd name="connsiteX2" fmla="*/ 3819319 w 7638639"/>
              <a:gd name="connsiteY2" fmla="*/ 6585033 h 6585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38639" h="6585033">
                <a:moveTo>
                  <a:pt x="0" y="0"/>
                </a:moveTo>
                <a:lnTo>
                  <a:pt x="7638639" y="0"/>
                </a:lnTo>
                <a:lnTo>
                  <a:pt x="3819319" y="658503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6930068" y="1217206"/>
            <a:ext cx="3968028" cy="4461573"/>
          </a:xfrm>
          <a:custGeom>
            <a:avLst/>
            <a:gdLst>
              <a:gd name="connsiteX0" fmla="*/ 2059545 w 3968028"/>
              <a:gd name="connsiteY0" fmla="*/ 2329142 h 4461573"/>
              <a:gd name="connsiteX1" fmla="*/ 3908399 w 3968028"/>
              <a:gd name="connsiteY1" fmla="*/ 3391692 h 4461573"/>
              <a:gd name="connsiteX2" fmla="*/ 2055313 w 3968028"/>
              <a:gd name="connsiteY2" fmla="*/ 4461573 h 4461573"/>
              <a:gd name="connsiteX3" fmla="*/ 1937892 w 3968028"/>
              <a:gd name="connsiteY3" fmla="*/ 2290640 h 4461573"/>
              <a:gd name="connsiteX4" fmla="*/ 1942124 w 3968028"/>
              <a:gd name="connsiteY4" fmla="*/ 4423070 h 4461573"/>
              <a:gd name="connsiteX5" fmla="*/ 89037 w 3968028"/>
              <a:gd name="connsiteY5" fmla="*/ 3353190 h 4461573"/>
              <a:gd name="connsiteX6" fmla="*/ 3968028 w 3968028"/>
              <a:gd name="connsiteY6" fmla="*/ 1148654 h 4461573"/>
              <a:gd name="connsiteX7" fmla="*/ 3968028 w 3968028"/>
              <a:gd name="connsiteY7" fmla="*/ 3288415 h 4461573"/>
              <a:gd name="connsiteX8" fmla="*/ 2123405 w 3968028"/>
              <a:gd name="connsiteY8" fmla="*/ 2218533 h 4461573"/>
              <a:gd name="connsiteX9" fmla="*/ 0 w 3968028"/>
              <a:gd name="connsiteY9" fmla="*/ 1135176 h 4461573"/>
              <a:gd name="connsiteX10" fmla="*/ 1844622 w 3968028"/>
              <a:gd name="connsiteY10" fmla="*/ 2205056 h 4461573"/>
              <a:gd name="connsiteX11" fmla="*/ 0 w 3968028"/>
              <a:gd name="connsiteY11" fmla="*/ 3274937 h 4461573"/>
              <a:gd name="connsiteX12" fmla="*/ 2025003 w 3968028"/>
              <a:gd name="connsiteY12" fmla="*/ 0 h 4461573"/>
              <a:gd name="connsiteX13" fmla="*/ 3878089 w 3968028"/>
              <a:gd name="connsiteY13" fmla="*/ 1069880 h 4461573"/>
              <a:gd name="connsiteX14" fmla="*/ 2029236 w 3968028"/>
              <a:gd name="connsiteY14" fmla="*/ 2132429 h 4461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68028" h="4461573">
                <a:moveTo>
                  <a:pt x="2059545" y="2329142"/>
                </a:moveTo>
                <a:lnTo>
                  <a:pt x="3908399" y="3391692"/>
                </a:lnTo>
                <a:lnTo>
                  <a:pt x="2055313" y="4461573"/>
                </a:lnTo>
                <a:close/>
                <a:moveTo>
                  <a:pt x="1937892" y="2290640"/>
                </a:moveTo>
                <a:lnTo>
                  <a:pt x="1942124" y="4423070"/>
                </a:lnTo>
                <a:lnTo>
                  <a:pt x="89037" y="3353190"/>
                </a:lnTo>
                <a:close/>
                <a:moveTo>
                  <a:pt x="3968028" y="1148654"/>
                </a:moveTo>
                <a:lnTo>
                  <a:pt x="3968028" y="3288415"/>
                </a:lnTo>
                <a:lnTo>
                  <a:pt x="2123405" y="2218533"/>
                </a:lnTo>
                <a:close/>
                <a:moveTo>
                  <a:pt x="0" y="1135176"/>
                </a:moveTo>
                <a:lnTo>
                  <a:pt x="1844622" y="2205056"/>
                </a:lnTo>
                <a:lnTo>
                  <a:pt x="0" y="3274937"/>
                </a:lnTo>
                <a:close/>
                <a:moveTo>
                  <a:pt x="2025003" y="0"/>
                </a:moveTo>
                <a:lnTo>
                  <a:pt x="3878089" y="1069880"/>
                </a:lnTo>
                <a:lnTo>
                  <a:pt x="2029236" y="2132429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-248993"/>
            <a:ext cx="6341388" cy="7355989"/>
          </a:xfrm>
          <a:custGeom>
            <a:avLst/>
            <a:gdLst>
              <a:gd name="connsiteX0" fmla="*/ 0 w 6341388"/>
              <a:gd name="connsiteY0" fmla="*/ 0 h 7355989"/>
              <a:gd name="connsiteX1" fmla="*/ 6341388 w 6341388"/>
              <a:gd name="connsiteY1" fmla="*/ 3677995 h 7355989"/>
              <a:gd name="connsiteX2" fmla="*/ 0 w 6341388"/>
              <a:gd name="connsiteY2" fmla="*/ 7355989 h 7355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41388" h="7355989">
                <a:moveTo>
                  <a:pt x="0" y="0"/>
                </a:moveTo>
                <a:lnTo>
                  <a:pt x="6341388" y="3677995"/>
                </a:lnTo>
                <a:lnTo>
                  <a:pt x="0" y="7355989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 userDrawn="1"/>
        </p:nvSpPr>
        <p:spPr>
          <a:xfrm flipH="1">
            <a:off x="-7799" y="2775"/>
            <a:ext cx="12199799" cy="6855225"/>
          </a:xfrm>
          <a:custGeom>
            <a:avLst/>
            <a:gdLst>
              <a:gd name="connsiteX0" fmla="*/ 12191972 w 12199799"/>
              <a:gd name="connsiteY0" fmla="*/ 6422977 h 6855225"/>
              <a:gd name="connsiteX1" fmla="*/ 11438115 w 12199799"/>
              <a:gd name="connsiteY1" fmla="*/ 6855225 h 6855225"/>
              <a:gd name="connsiteX2" fmla="*/ 12191972 w 12199799"/>
              <a:gd name="connsiteY2" fmla="*/ 6855225 h 6855225"/>
              <a:gd name="connsiteX3" fmla="*/ 797473 w 12199799"/>
              <a:gd name="connsiteY3" fmla="*/ 6406846 h 6855225"/>
              <a:gd name="connsiteX4" fmla="*/ 20320 w 12199799"/>
              <a:gd name="connsiteY4" fmla="*/ 6852450 h 6855225"/>
              <a:gd name="connsiteX5" fmla="*/ 1574626 w 12199799"/>
              <a:gd name="connsiteY5" fmla="*/ 6852450 h 6855225"/>
              <a:gd name="connsiteX6" fmla="*/ 2428702 w 12199799"/>
              <a:gd name="connsiteY6" fmla="*/ 6406846 h 6855225"/>
              <a:gd name="connsiteX7" fmla="*/ 1651549 w 12199799"/>
              <a:gd name="connsiteY7" fmla="*/ 6852450 h 6855225"/>
              <a:gd name="connsiteX8" fmla="*/ 3205855 w 12199799"/>
              <a:gd name="connsiteY8" fmla="*/ 6852450 h 6855225"/>
              <a:gd name="connsiteX9" fmla="*/ 4058708 w 12199799"/>
              <a:gd name="connsiteY9" fmla="*/ 6406846 h 6855225"/>
              <a:gd name="connsiteX10" fmla="*/ 3281555 w 12199799"/>
              <a:gd name="connsiteY10" fmla="*/ 6852450 h 6855225"/>
              <a:gd name="connsiteX11" fmla="*/ 4835861 w 12199799"/>
              <a:gd name="connsiteY11" fmla="*/ 6852450 h 6855225"/>
              <a:gd name="connsiteX12" fmla="*/ 5689937 w 12199799"/>
              <a:gd name="connsiteY12" fmla="*/ 6406846 h 6855225"/>
              <a:gd name="connsiteX13" fmla="*/ 4912784 w 12199799"/>
              <a:gd name="connsiteY13" fmla="*/ 6852450 h 6855225"/>
              <a:gd name="connsiteX14" fmla="*/ 6467087 w 12199799"/>
              <a:gd name="connsiteY14" fmla="*/ 6852450 h 6855225"/>
              <a:gd name="connsiteX15" fmla="*/ 7321607 w 12199799"/>
              <a:gd name="connsiteY15" fmla="*/ 6406846 h 6855225"/>
              <a:gd name="connsiteX16" fmla="*/ 6544450 w 12199799"/>
              <a:gd name="connsiteY16" fmla="*/ 6852450 h 6855225"/>
              <a:gd name="connsiteX17" fmla="*/ 8098751 w 12199799"/>
              <a:gd name="connsiteY17" fmla="*/ 6852450 h 6855225"/>
              <a:gd name="connsiteX18" fmla="*/ 8952824 w 12199799"/>
              <a:gd name="connsiteY18" fmla="*/ 6406846 h 6855225"/>
              <a:gd name="connsiteX19" fmla="*/ 8175673 w 12199799"/>
              <a:gd name="connsiteY19" fmla="*/ 6852450 h 6855225"/>
              <a:gd name="connsiteX20" fmla="*/ 9729977 w 12199799"/>
              <a:gd name="connsiteY20" fmla="*/ 6852450 h 6855225"/>
              <a:gd name="connsiteX21" fmla="*/ 10584056 w 12199799"/>
              <a:gd name="connsiteY21" fmla="*/ 6406846 h 6855225"/>
              <a:gd name="connsiteX22" fmla="*/ 9806900 w 12199799"/>
              <a:gd name="connsiteY22" fmla="*/ 6852450 h 6855225"/>
              <a:gd name="connsiteX23" fmla="*/ 11361208 w 12199799"/>
              <a:gd name="connsiteY23" fmla="*/ 6852450 h 6855225"/>
              <a:gd name="connsiteX24" fmla="*/ 1596722 w 12199799"/>
              <a:gd name="connsiteY24" fmla="*/ 5924618 h 6855225"/>
              <a:gd name="connsiteX25" fmla="*/ 815170 w 12199799"/>
              <a:gd name="connsiteY25" fmla="*/ 6377918 h 6855225"/>
              <a:gd name="connsiteX26" fmla="*/ 1596722 w 12199799"/>
              <a:gd name="connsiteY26" fmla="*/ 6831220 h 6855225"/>
              <a:gd name="connsiteX27" fmla="*/ 3228838 w 12199799"/>
              <a:gd name="connsiteY27" fmla="*/ 5924618 h 6855225"/>
              <a:gd name="connsiteX28" fmla="*/ 2447286 w 12199799"/>
              <a:gd name="connsiteY28" fmla="*/ 6377918 h 6855225"/>
              <a:gd name="connsiteX29" fmla="*/ 3228838 w 12199799"/>
              <a:gd name="connsiteY29" fmla="*/ 6831220 h 6855225"/>
              <a:gd name="connsiteX30" fmla="*/ 4857957 w 12199799"/>
              <a:gd name="connsiteY30" fmla="*/ 5924618 h 6855225"/>
              <a:gd name="connsiteX31" fmla="*/ 4076405 w 12199799"/>
              <a:gd name="connsiteY31" fmla="*/ 6377918 h 6855225"/>
              <a:gd name="connsiteX32" fmla="*/ 4857957 w 12199799"/>
              <a:gd name="connsiteY32" fmla="*/ 6831220 h 6855225"/>
              <a:gd name="connsiteX33" fmla="*/ 6490069 w 12199799"/>
              <a:gd name="connsiteY33" fmla="*/ 5924618 h 6855225"/>
              <a:gd name="connsiteX34" fmla="*/ 5708521 w 12199799"/>
              <a:gd name="connsiteY34" fmla="*/ 6377918 h 6855225"/>
              <a:gd name="connsiteX35" fmla="*/ 6490069 w 12199799"/>
              <a:gd name="connsiteY35" fmla="*/ 6831220 h 6855225"/>
              <a:gd name="connsiteX36" fmla="*/ 8120394 w 12199799"/>
              <a:gd name="connsiteY36" fmla="*/ 5924618 h 6855225"/>
              <a:gd name="connsiteX37" fmla="*/ 7338859 w 12199799"/>
              <a:gd name="connsiteY37" fmla="*/ 6377918 h 6855225"/>
              <a:gd name="connsiteX38" fmla="*/ 8120394 w 12199799"/>
              <a:gd name="connsiteY38" fmla="*/ 6831220 h 6855225"/>
              <a:gd name="connsiteX39" fmla="*/ 9752510 w 12199799"/>
              <a:gd name="connsiteY39" fmla="*/ 5924618 h 6855225"/>
              <a:gd name="connsiteX40" fmla="*/ 8970960 w 12199799"/>
              <a:gd name="connsiteY40" fmla="*/ 6377918 h 6855225"/>
              <a:gd name="connsiteX41" fmla="*/ 9752510 w 12199799"/>
              <a:gd name="connsiteY41" fmla="*/ 6831220 h 6855225"/>
              <a:gd name="connsiteX42" fmla="*/ 11384629 w 12199799"/>
              <a:gd name="connsiteY42" fmla="*/ 5924618 h 6855225"/>
              <a:gd name="connsiteX43" fmla="*/ 10603077 w 12199799"/>
              <a:gd name="connsiteY43" fmla="*/ 6377918 h 6855225"/>
              <a:gd name="connsiteX44" fmla="*/ 11384629 w 12199799"/>
              <a:gd name="connsiteY44" fmla="*/ 6831220 h 6855225"/>
              <a:gd name="connsiteX45" fmla="*/ 0 w 12199799"/>
              <a:gd name="connsiteY45" fmla="*/ 5924618 h 6855225"/>
              <a:gd name="connsiteX46" fmla="*/ 0 w 12199799"/>
              <a:gd name="connsiteY46" fmla="*/ 6831220 h 6855225"/>
              <a:gd name="connsiteX47" fmla="*/ 781552 w 12199799"/>
              <a:gd name="connsiteY47" fmla="*/ 6377919 h 6855225"/>
              <a:gd name="connsiteX48" fmla="*/ 1630341 w 12199799"/>
              <a:gd name="connsiteY48" fmla="*/ 5924618 h 6855225"/>
              <a:gd name="connsiteX49" fmla="*/ 1630341 w 12199799"/>
              <a:gd name="connsiteY49" fmla="*/ 6831220 h 6855225"/>
              <a:gd name="connsiteX50" fmla="*/ 2411893 w 12199799"/>
              <a:gd name="connsiteY50" fmla="*/ 6377919 h 6855225"/>
              <a:gd name="connsiteX51" fmla="*/ 3261235 w 12199799"/>
              <a:gd name="connsiteY51" fmla="*/ 5924618 h 6855225"/>
              <a:gd name="connsiteX52" fmla="*/ 3261235 w 12199799"/>
              <a:gd name="connsiteY52" fmla="*/ 6831220 h 6855225"/>
              <a:gd name="connsiteX53" fmla="*/ 4042787 w 12199799"/>
              <a:gd name="connsiteY53" fmla="*/ 6377919 h 6855225"/>
              <a:gd name="connsiteX54" fmla="*/ 4891576 w 12199799"/>
              <a:gd name="connsiteY54" fmla="*/ 5924618 h 6855225"/>
              <a:gd name="connsiteX55" fmla="*/ 4891576 w 12199799"/>
              <a:gd name="connsiteY55" fmla="*/ 6831220 h 6855225"/>
              <a:gd name="connsiteX56" fmla="*/ 5673128 w 12199799"/>
              <a:gd name="connsiteY56" fmla="*/ 6377919 h 6855225"/>
              <a:gd name="connsiteX57" fmla="*/ 6523688 w 12199799"/>
              <a:gd name="connsiteY57" fmla="*/ 5924618 h 6855225"/>
              <a:gd name="connsiteX58" fmla="*/ 6523688 w 12199799"/>
              <a:gd name="connsiteY58" fmla="*/ 6831220 h 6855225"/>
              <a:gd name="connsiteX59" fmla="*/ 7305243 w 12199799"/>
              <a:gd name="connsiteY59" fmla="*/ 6377919 h 6855225"/>
              <a:gd name="connsiteX60" fmla="*/ 8154013 w 12199799"/>
              <a:gd name="connsiteY60" fmla="*/ 5924618 h 6855225"/>
              <a:gd name="connsiteX61" fmla="*/ 8154013 w 12199799"/>
              <a:gd name="connsiteY61" fmla="*/ 6831220 h 6855225"/>
              <a:gd name="connsiteX62" fmla="*/ 8935564 w 12199799"/>
              <a:gd name="connsiteY62" fmla="*/ 6377919 h 6855225"/>
              <a:gd name="connsiteX63" fmla="*/ 9786128 w 12199799"/>
              <a:gd name="connsiteY63" fmla="*/ 5924618 h 6855225"/>
              <a:gd name="connsiteX64" fmla="*/ 9786128 w 12199799"/>
              <a:gd name="connsiteY64" fmla="*/ 6831220 h 6855225"/>
              <a:gd name="connsiteX65" fmla="*/ 10567682 w 12199799"/>
              <a:gd name="connsiteY65" fmla="*/ 6377919 h 6855225"/>
              <a:gd name="connsiteX66" fmla="*/ 11418248 w 12199799"/>
              <a:gd name="connsiteY66" fmla="*/ 5924618 h 6855225"/>
              <a:gd name="connsiteX67" fmla="*/ 11418248 w 12199799"/>
              <a:gd name="connsiteY67" fmla="*/ 6831220 h 6855225"/>
              <a:gd name="connsiteX68" fmla="*/ 12199798 w 12199799"/>
              <a:gd name="connsiteY68" fmla="*/ 6377919 h 6855225"/>
              <a:gd name="connsiteX69" fmla="*/ 781554 w 12199799"/>
              <a:gd name="connsiteY69" fmla="*/ 5438511 h 6855225"/>
              <a:gd name="connsiteX70" fmla="*/ 1 w 12199799"/>
              <a:gd name="connsiteY70" fmla="*/ 5891812 h 6855225"/>
              <a:gd name="connsiteX71" fmla="*/ 781554 w 12199799"/>
              <a:gd name="connsiteY71" fmla="*/ 6345112 h 6855225"/>
              <a:gd name="connsiteX72" fmla="*/ 815170 w 12199799"/>
              <a:gd name="connsiteY72" fmla="*/ 5438511 h 6855225"/>
              <a:gd name="connsiteX73" fmla="*/ 815170 w 12199799"/>
              <a:gd name="connsiteY73" fmla="*/ 6345112 h 6855225"/>
              <a:gd name="connsiteX74" fmla="*/ 1596723 w 12199799"/>
              <a:gd name="connsiteY74" fmla="*/ 5891811 h 6855225"/>
              <a:gd name="connsiteX75" fmla="*/ 2411894 w 12199799"/>
              <a:gd name="connsiteY75" fmla="*/ 5438511 h 6855225"/>
              <a:gd name="connsiteX76" fmla="*/ 1630341 w 12199799"/>
              <a:gd name="connsiteY76" fmla="*/ 5891812 h 6855225"/>
              <a:gd name="connsiteX77" fmla="*/ 2411894 w 12199799"/>
              <a:gd name="connsiteY77" fmla="*/ 6345112 h 6855225"/>
              <a:gd name="connsiteX78" fmla="*/ 2447286 w 12199799"/>
              <a:gd name="connsiteY78" fmla="*/ 5438511 h 6855225"/>
              <a:gd name="connsiteX79" fmla="*/ 2447286 w 12199799"/>
              <a:gd name="connsiteY79" fmla="*/ 6345112 h 6855225"/>
              <a:gd name="connsiteX80" fmla="*/ 3228839 w 12199799"/>
              <a:gd name="connsiteY80" fmla="*/ 5891811 h 6855225"/>
              <a:gd name="connsiteX81" fmla="*/ 4042789 w 12199799"/>
              <a:gd name="connsiteY81" fmla="*/ 5438511 h 6855225"/>
              <a:gd name="connsiteX82" fmla="*/ 3261236 w 12199799"/>
              <a:gd name="connsiteY82" fmla="*/ 5891812 h 6855225"/>
              <a:gd name="connsiteX83" fmla="*/ 4042789 w 12199799"/>
              <a:gd name="connsiteY83" fmla="*/ 6345112 h 6855225"/>
              <a:gd name="connsiteX84" fmla="*/ 4076405 w 12199799"/>
              <a:gd name="connsiteY84" fmla="*/ 5438511 h 6855225"/>
              <a:gd name="connsiteX85" fmla="*/ 4076405 w 12199799"/>
              <a:gd name="connsiteY85" fmla="*/ 6345112 h 6855225"/>
              <a:gd name="connsiteX86" fmla="*/ 4857958 w 12199799"/>
              <a:gd name="connsiteY86" fmla="*/ 5891811 h 6855225"/>
              <a:gd name="connsiteX87" fmla="*/ 5673129 w 12199799"/>
              <a:gd name="connsiteY87" fmla="*/ 5438511 h 6855225"/>
              <a:gd name="connsiteX88" fmla="*/ 4891576 w 12199799"/>
              <a:gd name="connsiteY88" fmla="*/ 5891812 h 6855225"/>
              <a:gd name="connsiteX89" fmla="*/ 5673129 w 12199799"/>
              <a:gd name="connsiteY89" fmla="*/ 6345112 h 6855225"/>
              <a:gd name="connsiteX90" fmla="*/ 5708521 w 12199799"/>
              <a:gd name="connsiteY90" fmla="*/ 5438511 h 6855225"/>
              <a:gd name="connsiteX91" fmla="*/ 5708521 w 12199799"/>
              <a:gd name="connsiteY91" fmla="*/ 6345112 h 6855225"/>
              <a:gd name="connsiteX92" fmla="*/ 6490069 w 12199799"/>
              <a:gd name="connsiteY92" fmla="*/ 5891811 h 6855225"/>
              <a:gd name="connsiteX93" fmla="*/ 7305243 w 12199799"/>
              <a:gd name="connsiteY93" fmla="*/ 5438511 h 6855225"/>
              <a:gd name="connsiteX94" fmla="*/ 6523688 w 12199799"/>
              <a:gd name="connsiteY94" fmla="*/ 5891812 h 6855225"/>
              <a:gd name="connsiteX95" fmla="*/ 7305243 w 12199799"/>
              <a:gd name="connsiteY95" fmla="*/ 6345112 h 6855225"/>
              <a:gd name="connsiteX96" fmla="*/ 7338859 w 12199799"/>
              <a:gd name="connsiteY96" fmla="*/ 5438511 h 6855225"/>
              <a:gd name="connsiteX97" fmla="*/ 7338859 w 12199799"/>
              <a:gd name="connsiteY97" fmla="*/ 6345112 h 6855225"/>
              <a:gd name="connsiteX98" fmla="*/ 8120395 w 12199799"/>
              <a:gd name="connsiteY98" fmla="*/ 5891811 h 6855225"/>
              <a:gd name="connsiteX99" fmla="*/ 8935566 w 12199799"/>
              <a:gd name="connsiteY99" fmla="*/ 5438511 h 6855225"/>
              <a:gd name="connsiteX100" fmla="*/ 8154014 w 12199799"/>
              <a:gd name="connsiteY100" fmla="*/ 5891812 h 6855225"/>
              <a:gd name="connsiteX101" fmla="*/ 8935566 w 12199799"/>
              <a:gd name="connsiteY101" fmla="*/ 6345112 h 6855225"/>
              <a:gd name="connsiteX102" fmla="*/ 8970959 w 12199799"/>
              <a:gd name="connsiteY102" fmla="*/ 5438511 h 6855225"/>
              <a:gd name="connsiteX103" fmla="*/ 8970959 w 12199799"/>
              <a:gd name="connsiteY103" fmla="*/ 6345112 h 6855225"/>
              <a:gd name="connsiteX104" fmla="*/ 9752511 w 12199799"/>
              <a:gd name="connsiteY104" fmla="*/ 5891811 h 6855225"/>
              <a:gd name="connsiteX105" fmla="*/ 10567683 w 12199799"/>
              <a:gd name="connsiteY105" fmla="*/ 5438511 h 6855225"/>
              <a:gd name="connsiteX106" fmla="*/ 9786128 w 12199799"/>
              <a:gd name="connsiteY106" fmla="*/ 5891812 h 6855225"/>
              <a:gd name="connsiteX107" fmla="*/ 10567683 w 12199799"/>
              <a:gd name="connsiteY107" fmla="*/ 6345112 h 6855225"/>
              <a:gd name="connsiteX108" fmla="*/ 10603076 w 12199799"/>
              <a:gd name="connsiteY108" fmla="*/ 5438511 h 6855225"/>
              <a:gd name="connsiteX109" fmla="*/ 10603076 w 12199799"/>
              <a:gd name="connsiteY109" fmla="*/ 6345112 h 6855225"/>
              <a:gd name="connsiteX110" fmla="*/ 11384630 w 12199799"/>
              <a:gd name="connsiteY110" fmla="*/ 5891811 h 6855225"/>
              <a:gd name="connsiteX111" fmla="*/ 12199799 w 12199799"/>
              <a:gd name="connsiteY111" fmla="*/ 5438511 h 6855225"/>
              <a:gd name="connsiteX112" fmla="*/ 11418248 w 12199799"/>
              <a:gd name="connsiteY112" fmla="*/ 5891812 h 6855225"/>
              <a:gd name="connsiteX113" fmla="*/ 12199799 w 12199799"/>
              <a:gd name="connsiteY113" fmla="*/ 6345112 h 6855225"/>
              <a:gd name="connsiteX114" fmla="*/ 1596722 w 12199799"/>
              <a:gd name="connsiteY114" fmla="*/ 4943763 h 6855225"/>
              <a:gd name="connsiteX115" fmla="*/ 815170 w 12199799"/>
              <a:gd name="connsiteY115" fmla="*/ 5397063 h 6855225"/>
              <a:gd name="connsiteX116" fmla="*/ 1596722 w 12199799"/>
              <a:gd name="connsiteY116" fmla="*/ 5850364 h 6855225"/>
              <a:gd name="connsiteX117" fmla="*/ 3228838 w 12199799"/>
              <a:gd name="connsiteY117" fmla="*/ 4943763 h 6855225"/>
              <a:gd name="connsiteX118" fmla="*/ 2447286 w 12199799"/>
              <a:gd name="connsiteY118" fmla="*/ 5397063 h 6855225"/>
              <a:gd name="connsiteX119" fmla="*/ 3228838 w 12199799"/>
              <a:gd name="connsiteY119" fmla="*/ 5850364 h 6855225"/>
              <a:gd name="connsiteX120" fmla="*/ 4857957 w 12199799"/>
              <a:gd name="connsiteY120" fmla="*/ 4943763 h 6855225"/>
              <a:gd name="connsiteX121" fmla="*/ 4076405 w 12199799"/>
              <a:gd name="connsiteY121" fmla="*/ 5397063 h 6855225"/>
              <a:gd name="connsiteX122" fmla="*/ 4857957 w 12199799"/>
              <a:gd name="connsiteY122" fmla="*/ 5850364 h 6855225"/>
              <a:gd name="connsiteX123" fmla="*/ 6490069 w 12199799"/>
              <a:gd name="connsiteY123" fmla="*/ 4943763 h 6855225"/>
              <a:gd name="connsiteX124" fmla="*/ 5708521 w 12199799"/>
              <a:gd name="connsiteY124" fmla="*/ 5397063 h 6855225"/>
              <a:gd name="connsiteX125" fmla="*/ 6490069 w 12199799"/>
              <a:gd name="connsiteY125" fmla="*/ 5850364 h 6855225"/>
              <a:gd name="connsiteX126" fmla="*/ 8120394 w 12199799"/>
              <a:gd name="connsiteY126" fmla="*/ 4943763 h 6855225"/>
              <a:gd name="connsiteX127" fmla="*/ 7338859 w 12199799"/>
              <a:gd name="connsiteY127" fmla="*/ 5397063 h 6855225"/>
              <a:gd name="connsiteX128" fmla="*/ 8120394 w 12199799"/>
              <a:gd name="connsiteY128" fmla="*/ 5850364 h 6855225"/>
              <a:gd name="connsiteX129" fmla="*/ 9752510 w 12199799"/>
              <a:gd name="connsiteY129" fmla="*/ 4943763 h 6855225"/>
              <a:gd name="connsiteX130" fmla="*/ 8970960 w 12199799"/>
              <a:gd name="connsiteY130" fmla="*/ 5397063 h 6855225"/>
              <a:gd name="connsiteX131" fmla="*/ 9752510 w 12199799"/>
              <a:gd name="connsiteY131" fmla="*/ 5850364 h 6855225"/>
              <a:gd name="connsiteX132" fmla="*/ 11384629 w 12199799"/>
              <a:gd name="connsiteY132" fmla="*/ 4943763 h 6855225"/>
              <a:gd name="connsiteX133" fmla="*/ 10603076 w 12199799"/>
              <a:gd name="connsiteY133" fmla="*/ 5397063 h 6855225"/>
              <a:gd name="connsiteX134" fmla="*/ 11384629 w 12199799"/>
              <a:gd name="connsiteY134" fmla="*/ 5850364 h 6855225"/>
              <a:gd name="connsiteX135" fmla="*/ 0 w 12199799"/>
              <a:gd name="connsiteY135" fmla="*/ 4943763 h 6855225"/>
              <a:gd name="connsiteX136" fmla="*/ 0 w 12199799"/>
              <a:gd name="connsiteY136" fmla="*/ 5850365 h 6855225"/>
              <a:gd name="connsiteX137" fmla="*/ 781552 w 12199799"/>
              <a:gd name="connsiteY137" fmla="*/ 5397064 h 6855225"/>
              <a:gd name="connsiteX138" fmla="*/ 1630341 w 12199799"/>
              <a:gd name="connsiteY138" fmla="*/ 4943763 h 6855225"/>
              <a:gd name="connsiteX139" fmla="*/ 1630341 w 12199799"/>
              <a:gd name="connsiteY139" fmla="*/ 5850365 h 6855225"/>
              <a:gd name="connsiteX140" fmla="*/ 2411893 w 12199799"/>
              <a:gd name="connsiteY140" fmla="*/ 5397064 h 6855225"/>
              <a:gd name="connsiteX141" fmla="*/ 3261235 w 12199799"/>
              <a:gd name="connsiteY141" fmla="*/ 4943763 h 6855225"/>
              <a:gd name="connsiteX142" fmla="*/ 3261235 w 12199799"/>
              <a:gd name="connsiteY142" fmla="*/ 5850365 h 6855225"/>
              <a:gd name="connsiteX143" fmla="*/ 4042787 w 12199799"/>
              <a:gd name="connsiteY143" fmla="*/ 5397064 h 6855225"/>
              <a:gd name="connsiteX144" fmla="*/ 4891576 w 12199799"/>
              <a:gd name="connsiteY144" fmla="*/ 4943763 h 6855225"/>
              <a:gd name="connsiteX145" fmla="*/ 4891576 w 12199799"/>
              <a:gd name="connsiteY145" fmla="*/ 5850365 h 6855225"/>
              <a:gd name="connsiteX146" fmla="*/ 5673128 w 12199799"/>
              <a:gd name="connsiteY146" fmla="*/ 5397064 h 6855225"/>
              <a:gd name="connsiteX147" fmla="*/ 6523688 w 12199799"/>
              <a:gd name="connsiteY147" fmla="*/ 4943763 h 6855225"/>
              <a:gd name="connsiteX148" fmla="*/ 6523688 w 12199799"/>
              <a:gd name="connsiteY148" fmla="*/ 5850365 h 6855225"/>
              <a:gd name="connsiteX149" fmla="*/ 7305243 w 12199799"/>
              <a:gd name="connsiteY149" fmla="*/ 5397064 h 6855225"/>
              <a:gd name="connsiteX150" fmla="*/ 8154013 w 12199799"/>
              <a:gd name="connsiteY150" fmla="*/ 4943763 h 6855225"/>
              <a:gd name="connsiteX151" fmla="*/ 8154013 w 12199799"/>
              <a:gd name="connsiteY151" fmla="*/ 5850365 h 6855225"/>
              <a:gd name="connsiteX152" fmla="*/ 8935564 w 12199799"/>
              <a:gd name="connsiteY152" fmla="*/ 5397064 h 6855225"/>
              <a:gd name="connsiteX153" fmla="*/ 9786128 w 12199799"/>
              <a:gd name="connsiteY153" fmla="*/ 4943763 h 6855225"/>
              <a:gd name="connsiteX154" fmla="*/ 9786128 w 12199799"/>
              <a:gd name="connsiteY154" fmla="*/ 5850365 h 6855225"/>
              <a:gd name="connsiteX155" fmla="*/ 10567681 w 12199799"/>
              <a:gd name="connsiteY155" fmla="*/ 5397064 h 6855225"/>
              <a:gd name="connsiteX156" fmla="*/ 11418247 w 12199799"/>
              <a:gd name="connsiteY156" fmla="*/ 4943763 h 6855225"/>
              <a:gd name="connsiteX157" fmla="*/ 11418247 w 12199799"/>
              <a:gd name="connsiteY157" fmla="*/ 5850365 h 6855225"/>
              <a:gd name="connsiteX158" fmla="*/ 12199798 w 12199799"/>
              <a:gd name="connsiteY158" fmla="*/ 5397064 h 6855225"/>
              <a:gd name="connsiteX159" fmla="*/ 781554 w 12199799"/>
              <a:gd name="connsiteY159" fmla="*/ 4455068 h 6855225"/>
              <a:gd name="connsiteX160" fmla="*/ 1 w 12199799"/>
              <a:gd name="connsiteY160" fmla="*/ 4908369 h 6855225"/>
              <a:gd name="connsiteX161" fmla="*/ 781554 w 12199799"/>
              <a:gd name="connsiteY161" fmla="*/ 5361669 h 6855225"/>
              <a:gd name="connsiteX162" fmla="*/ 815170 w 12199799"/>
              <a:gd name="connsiteY162" fmla="*/ 4455068 h 6855225"/>
              <a:gd name="connsiteX163" fmla="*/ 815170 w 12199799"/>
              <a:gd name="connsiteY163" fmla="*/ 5361669 h 6855225"/>
              <a:gd name="connsiteX164" fmla="*/ 1596723 w 12199799"/>
              <a:gd name="connsiteY164" fmla="*/ 4908368 h 6855225"/>
              <a:gd name="connsiteX165" fmla="*/ 2411894 w 12199799"/>
              <a:gd name="connsiteY165" fmla="*/ 4455068 h 6855225"/>
              <a:gd name="connsiteX166" fmla="*/ 1630341 w 12199799"/>
              <a:gd name="connsiteY166" fmla="*/ 4908369 h 6855225"/>
              <a:gd name="connsiteX167" fmla="*/ 2411894 w 12199799"/>
              <a:gd name="connsiteY167" fmla="*/ 5361669 h 6855225"/>
              <a:gd name="connsiteX168" fmla="*/ 2447286 w 12199799"/>
              <a:gd name="connsiteY168" fmla="*/ 4455068 h 6855225"/>
              <a:gd name="connsiteX169" fmla="*/ 2447286 w 12199799"/>
              <a:gd name="connsiteY169" fmla="*/ 5361669 h 6855225"/>
              <a:gd name="connsiteX170" fmla="*/ 3228839 w 12199799"/>
              <a:gd name="connsiteY170" fmla="*/ 4908368 h 6855225"/>
              <a:gd name="connsiteX171" fmla="*/ 4042789 w 12199799"/>
              <a:gd name="connsiteY171" fmla="*/ 4455068 h 6855225"/>
              <a:gd name="connsiteX172" fmla="*/ 3261236 w 12199799"/>
              <a:gd name="connsiteY172" fmla="*/ 4908369 h 6855225"/>
              <a:gd name="connsiteX173" fmla="*/ 4042789 w 12199799"/>
              <a:gd name="connsiteY173" fmla="*/ 5361669 h 6855225"/>
              <a:gd name="connsiteX174" fmla="*/ 4076405 w 12199799"/>
              <a:gd name="connsiteY174" fmla="*/ 4455068 h 6855225"/>
              <a:gd name="connsiteX175" fmla="*/ 4076405 w 12199799"/>
              <a:gd name="connsiteY175" fmla="*/ 5361669 h 6855225"/>
              <a:gd name="connsiteX176" fmla="*/ 4857958 w 12199799"/>
              <a:gd name="connsiteY176" fmla="*/ 4908368 h 6855225"/>
              <a:gd name="connsiteX177" fmla="*/ 5673129 w 12199799"/>
              <a:gd name="connsiteY177" fmla="*/ 4455068 h 6855225"/>
              <a:gd name="connsiteX178" fmla="*/ 4891576 w 12199799"/>
              <a:gd name="connsiteY178" fmla="*/ 4908369 h 6855225"/>
              <a:gd name="connsiteX179" fmla="*/ 5673129 w 12199799"/>
              <a:gd name="connsiteY179" fmla="*/ 5361669 h 6855225"/>
              <a:gd name="connsiteX180" fmla="*/ 5708521 w 12199799"/>
              <a:gd name="connsiteY180" fmla="*/ 4455068 h 6855225"/>
              <a:gd name="connsiteX181" fmla="*/ 5708521 w 12199799"/>
              <a:gd name="connsiteY181" fmla="*/ 5361669 h 6855225"/>
              <a:gd name="connsiteX182" fmla="*/ 6490069 w 12199799"/>
              <a:gd name="connsiteY182" fmla="*/ 4908368 h 6855225"/>
              <a:gd name="connsiteX183" fmla="*/ 7305243 w 12199799"/>
              <a:gd name="connsiteY183" fmla="*/ 4455068 h 6855225"/>
              <a:gd name="connsiteX184" fmla="*/ 6523688 w 12199799"/>
              <a:gd name="connsiteY184" fmla="*/ 4908369 h 6855225"/>
              <a:gd name="connsiteX185" fmla="*/ 7305243 w 12199799"/>
              <a:gd name="connsiteY185" fmla="*/ 5361669 h 6855225"/>
              <a:gd name="connsiteX186" fmla="*/ 7338859 w 12199799"/>
              <a:gd name="connsiteY186" fmla="*/ 4455068 h 6855225"/>
              <a:gd name="connsiteX187" fmla="*/ 7338859 w 12199799"/>
              <a:gd name="connsiteY187" fmla="*/ 5361669 h 6855225"/>
              <a:gd name="connsiteX188" fmla="*/ 8120395 w 12199799"/>
              <a:gd name="connsiteY188" fmla="*/ 4908368 h 6855225"/>
              <a:gd name="connsiteX189" fmla="*/ 8935566 w 12199799"/>
              <a:gd name="connsiteY189" fmla="*/ 4455068 h 6855225"/>
              <a:gd name="connsiteX190" fmla="*/ 8154014 w 12199799"/>
              <a:gd name="connsiteY190" fmla="*/ 4908369 h 6855225"/>
              <a:gd name="connsiteX191" fmla="*/ 8935566 w 12199799"/>
              <a:gd name="connsiteY191" fmla="*/ 5361669 h 6855225"/>
              <a:gd name="connsiteX192" fmla="*/ 8970959 w 12199799"/>
              <a:gd name="connsiteY192" fmla="*/ 4455068 h 6855225"/>
              <a:gd name="connsiteX193" fmla="*/ 8970959 w 12199799"/>
              <a:gd name="connsiteY193" fmla="*/ 5361669 h 6855225"/>
              <a:gd name="connsiteX194" fmla="*/ 9752511 w 12199799"/>
              <a:gd name="connsiteY194" fmla="*/ 4908368 h 6855225"/>
              <a:gd name="connsiteX195" fmla="*/ 10567683 w 12199799"/>
              <a:gd name="connsiteY195" fmla="*/ 4455068 h 6855225"/>
              <a:gd name="connsiteX196" fmla="*/ 9786128 w 12199799"/>
              <a:gd name="connsiteY196" fmla="*/ 4908369 h 6855225"/>
              <a:gd name="connsiteX197" fmla="*/ 10567683 w 12199799"/>
              <a:gd name="connsiteY197" fmla="*/ 5361669 h 6855225"/>
              <a:gd name="connsiteX198" fmla="*/ 10603076 w 12199799"/>
              <a:gd name="connsiteY198" fmla="*/ 4455068 h 6855225"/>
              <a:gd name="connsiteX199" fmla="*/ 10603076 w 12199799"/>
              <a:gd name="connsiteY199" fmla="*/ 5361669 h 6855225"/>
              <a:gd name="connsiteX200" fmla="*/ 11384629 w 12199799"/>
              <a:gd name="connsiteY200" fmla="*/ 4908368 h 6855225"/>
              <a:gd name="connsiteX201" fmla="*/ 12199799 w 12199799"/>
              <a:gd name="connsiteY201" fmla="*/ 4455068 h 6855225"/>
              <a:gd name="connsiteX202" fmla="*/ 11418247 w 12199799"/>
              <a:gd name="connsiteY202" fmla="*/ 4908369 h 6855225"/>
              <a:gd name="connsiteX203" fmla="*/ 12199799 w 12199799"/>
              <a:gd name="connsiteY203" fmla="*/ 5361669 h 6855225"/>
              <a:gd name="connsiteX204" fmla="*/ 1596722 w 12199799"/>
              <a:gd name="connsiteY204" fmla="*/ 3960320 h 6855225"/>
              <a:gd name="connsiteX205" fmla="*/ 815170 w 12199799"/>
              <a:gd name="connsiteY205" fmla="*/ 4413620 h 6855225"/>
              <a:gd name="connsiteX206" fmla="*/ 1596722 w 12199799"/>
              <a:gd name="connsiteY206" fmla="*/ 4866921 h 6855225"/>
              <a:gd name="connsiteX207" fmla="*/ 3228838 w 12199799"/>
              <a:gd name="connsiteY207" fmla="*/ 3960320 h 6855225"/>
              <a:gd name="connsiteX208" fmla="*/ 2447286 w 12199799"/>
              <a:gd name="connsiteY208" fmla="*/ 4413620 h 6855225"/>
              <a:gd name="connsiteX209" fmla="*/ 3228838 w 12199799"/>
              <a:gd name="connsiteY209" fmla="*/ 4866921 h 6855225"/>
              <a:gd name="connsiteX210" fmla="*/ 4857957 w 12199799"/>
              <a:gd name="connsiteY210" fmla="*/ 3960320 h 6855225"/>
              <a:gd name="connsiteX211" fmla="*/ 4076405 w 12199799"/>
              <a:gd name="connsiteY211" fmla="*/ 4413620 h 6855225"/>
              <a:gd name="connsiteX212" fmla="*/ 4857957 w 12199799"/>
              <a:gd name="connsiteY212" fmla="*/ 4866921 h 6855225"/>
              <a:gd name="connsiteX213" fmla="*/ 6490069 w 12199799"/>
              <a:gd name="connsiteY213" fmla="*/ 3960320 h 6855225"/>
              <a:gd name="connsiteX214" fmla="*/ 5708521 w 12199799"/>
              <a:gd name="connsiteY214" fmla="*/ 4413620 h 6855225"/>
              <a:gd name="connsiteX215" fmla="*/ 6490069 w 12199799"/>
              <a:gd name="connsiteY215" fmla="*/ 4866921 h 6855225"/>
              <a:gd name="connsiteX216" fmla="*/ 8120394 w 12199799"/>
              <a:gd name="connsiteY216" fmla="*/ 3960320 h 6855225"/>
              <a:gd name="connsiteX217" fmla="*/ 7338859 w 12199799"/>
              <a:gd name="connsiteY217" fmla="*/ 4413620 h 6855225"/>
              <a:gd name="connsiteX218" fmla="*/ 8120394 w 12199799"/>
              <a:gd name="connsiteY218" fmla="*/ 4866921 h 6855225"/>
              <a:gd name="connsiteX219" fmla="*/ 9752510 w 12199799"/>
              <a:gd name="connsiteY219" fmla="*/ 3960320 h 6855225"/>
              <a:gd name="connsiteX220" fmla="*/ 8970960 w 12199799"/>
              <a:gd name="connsiteY220" fmla="*/ 4413620 h 6855225"/>
              <a:gd name="connsiteX221" fmla="*/ 9752510 w 12199799"/>
              <a:gd name="connsiteY221" fmla="*/ 4866921 h 6855225"/>
              <a:gd name="connsiteX222" fmla="*/ 11384629 w 12199799"/>
              <a:gd name="connsiteY222" fmla="*/ 3960320 h 6855225"/>
              <a:gd name="connsiteX223" fmla="*/ 10603076 w 12199799"/>
              <a:gd name="connsiteY223" fmla="*/ 4413620 h 6855225"/>
              <a:gd name="connsiteX224" fmla="*/ 11384629 w 12199799"/>
              <a:gd name="connsiteY224" fmla="*/ 4866921 h 6855225"/>
              <a:gd name="connsiteX225" fmla="*/ 0 w 12199799"/>
              <a:gd name="connsiteY225" fmla="*/ 3960320 h 6855225"/>
              <a:gd name="connsiteX226" fmla="*/ 0 w 12199799"/>
              <a:gd name="connsiteY226" fmla="*/ 4866922 h 6855225"/>
              <a:gd name="connsiteX227" fmla="*/ 781552 w 12199799"/>
              <a:gd name="connsiteY227" fmla="*/ 4413621 h 6855225"/>
              <a:gd name="connsiteX228" fmla="*/ 1630341 w 12199799"/>
              <a:gd name="connsiteY228" fmla="*/ 3960320 h 6855225"/>
              <a:gd name="connsiteX229" fmla="*/ 1630341 w 12199799"/>
              <a:gd name="connsiteY229" fmla="*/ 4866922 h 6855225"/>
              <a:gd name="connsiteX230" fmla="*/ 2411893 w 12199799"/>
              <a:gd name="connsiteY230" fmla="*/ 4413621 h 6855225"/>
              <a:gd name="connsiteX231" fmla="*/ 3261235 w 12199799"/>
              <a:gd name="connsiteY231" fmla="*/ 3960320 h 6855225"/>
              <a:gd name="connsiteX232" fmla="*/ 3261235 w 12199799"/>
              <a:gd name="connsiteY232" fmla="*/ 4866922 h 6855225"/>
              <a:gd name="connsiteX233" fmla="*/ 4042787 w 12199799"/>
              <a:gd name="connsiteY233" fmla="*/ 4413621 h 6855225"/>
              <a:gd name="connsiteX234" fmla="*/ 4891576 w 12199799"/>
              <a:gd name="connsiteY234" fmla="*/ 3960320 h 6855225"/>
              <a:gd name="connsiteX235" fmla="*/ 4891576 w 12199799"/>
              <a:gd name="connsiteY235" fmla="*/ 4866922 h 6855225"/>
              <a:gd name="connsiteX236" fmla="*/ 5673128 w 12199799"/>
              <a:gd name="connsiteY236" fmla="*/ 4413621 h 6855225"/>
              <a:gd name="connsiteX237" fmla="*/ 6523688 w 12199799"/>
              <a:gd name="connsiteY237" fmla="*/ 3960320 h 6855225"/>
              <a:gd name="connsiteX238" fmla="*/ 6523688 w 12199799"/>
              <a:gd name="connsiteY238" fmla="*/ 4866922 h 6855225"/>
              <a:gd name="connsiteX239" fmla="*/ 7305243 w 12199799"/>
              <a:gd name="connsiteY239" fmla="*/ 4413621 h 6855225"/>
              <a:gd name="connsiteX240" fmla="*/ 8154013 w 12199799"/>
              <a:gd name="connsiteY240" fmla="*/ 3960320 h 6855225"/>
              <a:gd name="connsiteX241" fmla="*/ 8154013 w 12199799"/>
              <a:gd name="connsiteY241" fmla="*/ 4866922 h 6855225"/>
              <a:gd name="connsiteX242" fmla="*/ 8935564 w 12199799"/>
              <a:gd name="connsiteY242" fmla="*/ 4413621 h 6855225"/>
              <a:gd name="connsiteX243" fmla="*/ 9786127 w 12199799"/>
              <a:gd name="connsiteY243" fmla="*/ 3960320 h 6855225"/>
              <a:gd name="connsiteX244" fmla="*/ 9786127 w 12199799"/>
              <a:gd name="connsiteY244" fmla="*/ 4866922 h 6855225"/>
              <a:gd name="connsiteX245" fmla="*/ 10567681 w 12199799"/>
              <a:gd name="connsiteY245" fmla="*/ 4413621 h 6855225"/>
              <a:gd name="connsiteX246" fmla="*/ 11418247 w 12199799"/>
              <a:gd name="connsiteY246" fmla="*/ 3960320 h 6855225"/>
              <a:gd name="connsiteX247" fmla="*/ 11418247 w 12199799"/>
              <a:gd name="connsiteY247" fmla="*/ 4866922 h 6855225"/>
              <a:gd name="connsiteX248" fmla="*/ 12199798 w 12199799"/>
              <a:gd name="connsiteY248" fmla="*/ 4413621 h 6855225"/>
              <a:gd name="connsiteX249" fmla="*/ 781554 w 12199799"/>
              <a:gd name="connsiteY249" fmla="*/ 3468161 h 6855225"/>
              <a:gd name="connsiteX250" fmla="*/ 1 w 12199799"/>
              <a:gd name="connsiteY250" fmla="*/ 3921462 h 6855225"/>
              <a:gd name="connsiteX251" fmla="*/ 781554 w 12199799"/>
              <a:gd name="connsiteY251" fmla="*/ 4374762 h 6855225"/>
              <a:gd name="connsiteX252" fmla="*/ 815170 w 12199799"/>
              <a:gd name="connsiteY252" fmla="*/ 3468161 h 6855225"/>
              <a:gd name="connsiteX253" fmla="*/ 815170 w 12199799"/>
              <a:gd name="connsiteY253" fmla="*/ 4374762 h 6855225"/>
              <a:gd name="connsiteX254" fmla="*/ 1596723 w 12199799"/>
              <a:gd name="connsiteY254" fmla="*/ 3921461 h 6855225"/>
              <a:gd name="connsiteX255" fmla="*/ 2411894 w 12199799"/>
              <a:gd name="connsiteY255" fmla="*/ 3468161 h 6855225"/>
              <a:gd name="connsiteX256" fmla="*/ 1630341 w 12199799"/>
              <a:gd name="connsiteY256" fmla="*/ 3921462 h 6855225"/>
              <a:gd name="connsiteX257" fmla="*/ 2411894 w 12199799"/>
              <a:gd name="connsiteY257" fmla="*/ 4374762 h 6855225"/>
              <a:gd name="connsiteX258" fmla="*/ 2447286 w 12199799"/>
              <a:gd name="connsiteY258" fmla="*/ 3468161 h 6855225"/>
              <a:gd name="connsiteX259" fmla="*/ 2447286 w 12199799"/>
              <a:gd name="connsiteY259" fmla="*/ 4374762 h 6855225"/>
              <a:gd name="connsiteX260" fmla="*/ 3228839 w 12199799"/>
              <a:gd name="connsiteY260" fmla="*/ 3921461 h 6855225"/>
              <a:gd name="connsiteX261" fmla="*/ 4042789 w 12199799"/>
              <a:gd name="connsiteY261" fmla="*/ 3468161 h 6855225"/>
              <a:gd name="connsiteX262" fmla="*/ 3261236 w 12199799"/>
              <a:gd name="connsiteY262" fmla="*/ 3921462 h 6855225"/>
              <a:gd name="connsiteX263" fmla="*/ 4042789 w 12199799"/>
              <a:gd name="connsiteY263" fmla="*/ 4374762 h 6855225"/>
              <a:gd name="connsiteX264" fmla="*/ 4076405 w 12199799"/>
              <a:gd name="connsiteY264" fmla="*/ 3468161 h 6855225"/>
              <a:gd name="connsiteX265" fmla="*/ 4076405 w 12199799"/>
              <a:gd name="connsiteY265" fmla="*/ 4374762 h 6855225"/>
              <a:gd name="connsiteX266" fmla="*/ 4857958 w 12199799"/>
              <a:gd name="connsiteY266" fmla="*/ 3921461 h 6855225"/>
              <a:gd name="connsiteX267" fmla="*/ 5673129 w 12199799"/>
              <a:gd name="connsiteY267" fmla="*/ 3468161 h 6855225"/>
              <a:gd name="connsiteX268" fmla="*/ 4891576 w 12199799"/>
              <a:gd name="connsiteY268" fmla="*/ 3921462 h 6855225"/>
              <a:gd name="connsiteX269" fmla="*/ 5673129 w 12199799"/>
              <a:gd name="connsiteY269" fmla="*/ 4374762 h 6855225"/>
              <a:gd name="connsiteX270" fmla="*/ 5708521 w 12199799"/>
              <a:gd name="connsiteY270" fmla="*/ 3468161 h 6855225"/>
              <a:gd name="connsiteX271" fmla="*/ 5708521 w 12199799"/>
              <a:gd name="connsiteY271" fmla="*/ 4374762 h 6855225"/>
              <a:gd name="connsiteX272" fmla="*/ 6490069 w 12199799"/>
              <a:gd name="connsiteY272" fmla="*/ 3921461 h 6855225"/>
              <a:gd name="connsiteX273" fmla="*/ 7305243 w 12199799"/>
              <a:gd name="connsiteY273" fmla="*/ 3468161 h 6855225"/>
              <a:gd name="connsiteX274" fmla="*/ 6523688 w 12199799"/>
              <a:gd name="connsiteY274" fmla="*/ 3921462 h 6855225"/>
              <a:gd name="connsiteX275" fmla="*/ 7305243 w 12199799"/>
              <a:gd name="connsiteY275" fmla="*/ 4374762 h 6855225"/>
              <a:gd name="connsiteX276" fmla="*/ 7338859 w 12199799"/>
              <a:gd name="connsiteY276" fmla="*/ 3468161 h 6855225"/>
              <a:gd name="connsiteX277" fmla="*/ 7338859 w 12199799"/>
              <a:gd name="connsiteY277" fmla="*/ 4374762 h 6855225"/>
              <a:gd name="connsiteX278" fmla="*/ 8120395 w 12199799"/>
              <a:gd name="connsiteY278" fmla="*/ 3921461 h 6855225"/>
              <a:gd name="connsiteX279" fmla="*/ 8935566 w 12199799"/>
              <a:gd name="connsiteY279" fmla="*/ 3468161 h 6855225"/>
              <a:gd name="connsiteX280" fmla="*/ 8154014 w 12199799"/>
              <a:gd name="connsiteY280" fmla="*/ 3921462 h 6855225"/>
              <a:gd name="connsiteX281" fmla="*/ 8935566 w 12199799"/>
              <a:gd name="connsiteY281" fmla="*/ 4374762 h 6855225"/>
              <a:gd name="connsiteX282" fmla="*/ 8970959 w 12199799"/>
              <a:gd name="connsiteY282" fmla="*/ 3468161 h 6855225"/>
              <a:gd name="connsiteX283" fmla="*/ 8970959 w 12199799"/>
              <a:gd name="connsiteY283" fmla="*/ 4374762 h 6855225"/>
              <a:gd name="connsiteX284" fmla="*/ 9752511 w 12199799"/>
              <a:gd name="connsiteY284" fmla="*/ 3921461 h 6855225"/>
              <a:gd name="connsiteX285" fmla="*/ 10567680 w 12199799"/>
              <a:gd name="connsiteY285" fmla="*/ 3468161 h 6855225"/>
              <a:gd name="connsiteX286" fmla="*/ 9786128 w 12199799"/>
              <a:gd name="connsiteY286" fmla="*/ 3921462 h 6855225"/>
              <a:gd name="connsiteX287" fmla="*/ 10567680 w 12199799"/>
              <a:gd name="connsiteY287" fmla="*/ 4374762 h 6855225"/>
              <a:gd name="connsiteX288" fmla="*/ 10603074 w 12199799"/>
              <a:gd name="connsiteY288" fmla="*/ 3468161 h 6855225"/>
              <a:gd name="connsiteX289" fmla="*/ 10603074 w 12199799"/>
              <a:gd name="connsiteY289" fmla="*/ 4374762 h 6855225"/>
              <a:gd name="connsiteX290" fmla="*/ 11384627 w 12199799"/>
              <a:gd name="connsiteY290" fmla="*/ 3921461 h 6855225"/>
              <a:gd name="connsiteX291" fmla="*/ 12199796 w 12199799"/>
              <a:gd name="connsiteY291" fmla="*/ 3468161 h 6855225"/>
              <a:gd name="connsiteX292" fmla="*/ 11418245 w 12199799"/>
              <a:gd name="connsiteY292" fmla="*/ 3921462 h 6855225"/>
              <a:gd name="connsiteX293" fmla="*/ 12199796 w 12199799"/>
              <a:gd name="connsiteY293" fmla="*/ 4374762 h 6855225"/>
              <a:gd name="connsiteX294" fmla="*/ 6523688 w 12199799"/>
              <a:gd name="connsiteY294" fmla="*/ 2973432 h 6855225"/>
              <a:gd name="connsiteX295" fmla="*/ 6523688 w 12199799"/>
              <a:gd name="connsiteY295" fmla="*/ 3880015 h 6855225"/>
              <a:gd name="connsiteX296" fmla="*/ 7305243 w 12199799"/>
              <a:gd name="connsiteY296" fmla="*/ 3426715 h 6855225"/>
              <a:gd name="connsiteX297" fmla="*/ 8120394 w 12199799"/>
              <a:gd name="connsiteY297" fmla="*/ 2973430 h 6855225"/>
              <a:gd name="connsiteX298" fmla="*/ 7338859 w 12199799"/>
              <a:gd name="connsiteY298" fmla="*/ 3426715 h 6855225"/>
              <a:gd name="connsiteX299" fmla="*/ 8120394 w 12199799"/>
              <a:gd name="connsiteY299" fmla="*/ 3880014 h 6855225"/>
              <a:gd name="connsiteX300" fmla="*/ 8154013 w 12199799"/>
              <a:gd name="connsiteY300" fmla="*/ 2973430 h 6855225"/>
              <a:gd name="connsiteX301" fmla="*/ 8154013 w 12199799"/>
              <a:gd name="connsiteY301" fmla="*/ 3880015 h 6855225"/>
              <a:gd name="connsiteX302" fmla="*/ 8935564 w 12199799"/>
              <a:gd name="connsiteY302" fmla="*/ 3426715 h 6855225"/>
              <a:gd name="connsiteX303" fmla="*/ 9752510 w 12199799"/>
              <a:gd name="connsiteY303" fmla="*/ 2973428 h 6855225"/>
              <a:gd name="connsiteX304" fmla="*/ 8970960 w 12199799"/>
              <a:gd name="connsiteY304" fmla="*/ 3426715 h 6855225"/>
              <a:gd name="connsiteX305" fmla="*/ 9752510 w 12199799"/>
              <a:gd name="connsiteY305" fmla="*/ 3880014 h 6855225"/>
              <a:gd name="connsiteX306" fmla="*/ 9786127 w 12199799"/>
              <a:gd name="connsiteY306" fmla="*/ 2973428 h 6855225"/>
              <a:gd name="connsiteX307" fmla="*/ 9786127 w 12199799"/>
              <a:gd name="connsiteY307" fmla="*/ 3880015 h 6855225"/>
              <a:gd name="connsiteX308" fmla="*/ 10567678 w 12199799"/>
              <a:gd name="connsiteY308" fmla="*/ 3426715 h 6855225"/>
              <a:gd name="connsiteX309" fmla="*/ 11384626 w 12199799"/>
              <a:gd name="connsiteY309" fmla="*/ 2973428 h 6855225"/>
              <a:gd name="connsiteX310" fmla="*/ 10603074 w 12199799"/>
              <a:gd name="connsiteY310" fmla="*/ 3426714 h 6855225"/>
              <a:gd name="connsiteX311" fmla="*/ 11384626 w 12199799"/>
              <a:gd name="connsiteY311" fmla="*/ 3880014 h 6855225"/>
              <a:gd name="connsiteX312" fmla="*/ 11418245 w 12199799"/>
              <a:gd name="connsiteY312" fmla="*/ 2973427 h 6855225"/>
              <a:gd name="connsiteX313" fmla="*/ 11418245 w 12199799"/>
              <a:gd name="connsiteY313" fmla="*/ 3880015 h 6855225"/>
              <a:gd name="connsiteX314" fmla="*/ 12199795 w 12199799"/>
              <a:gd name="connsiteY314" fmla="*/ 3426714 h 6855225"/>
              <a:gd name="connsiteX315" fmla="*/ 3261235 w 12199799"/>
              <a:gd name="connsiteY315" fmla="*/ 2973422 h 6855225"/>
              <a:gd name="connsiteX316" fmla="*/ 3261235 w 12199799"/>
              <a:gd name="connsiteY316" fmla="*/ 3880015 h 6855225"/>
              <a:gd name="connsiteX317" fmla="*/ 4042787 w 12199799"/>
              <a:gd name="connsiteY317" fmla="*/ 3426714 h 6855225"/>
              <a:gd name="connsiteX318" fmla="*/ 4857957 w 12199799"/>
              <a:gd name="connsiteY318" fmla="*/ 2973422 h 6855225"/>
              <a:gd name="connsiteX319" fmla="*/ 4076405 w 12199799"/>
              <a:gd name="connsiteY319" fmla="*/ 3426714 h 6855225"/>
              <a:gd name="connsiteX320" fmla="*/ 4857957 w 12199799"/>
              <a:gd name="connsiteY320" fmla="*/ 3880014 h 6855225"/>
              <a:gd name="connsiteX321" fmla="*/ 4891576 w 12199799"/>
              <a:gd name="connsiteY321" fmla="*/ 2973422 h 6855225"/>
              <a:gd name="connsiteX322" fmla="*/ 4891576 w 12199799"/>
              <a:gd name="connsiteY322" fmla="*/ 3880015 h 6855225"/>
              <a:gd name="connsiteX323" fmla="*/ 5673128 w 12199799"/>
              <a:gd name="connsiteY323" fmla="*/ 3426714 h 6855225"/>
              <a:gd name="connsiteX324" fmla="*/ 6490069 w 12199799"/>
              <a:gd name="connsiteY324" fmla="*/ 2973421 h 6855225"/>
              <a:gd name="connsiteX325" fmla="*/ 5708521 w 12199799"/>
              <a:gd name="connsiteY325" fmla="*/ 3426714 h 6855225"/>
              <a:gd name="connsiteX326" fmla="*/ 6490069 w 12199799"/>
              <a:gd name="connsiteY326" fmla="*/ 3880014 h 6855225"/>
              <a:gd name="connsiteX327" fmla="*/ 0 w 12199799"/>
              <a:gd name="connsiteY327" fmla="*/ 2973417 h 6855225"/>
              <a:gd name="connsiteX328" fmla="*/ 0 w 12199799"/>
              <a:gd name="connsiteY328" fmla="*/ 3880015 h 6855225"/>
              <a:gd name="connsiteX329" fmla="*/ 781552 w 12199799"/>
              <a:gd name="connsiteY329" fmla="*/ 3426714 h 6855225"/>
              <a:gd name="connsiteX330" fmla="*/ 1596722 w 12199799"/>
              <a:gd name="connsiteY330" fmla="*/ 2973417 h 6855225"/>
              <a:gd name="connsiteX331" fmla="*/ 815170 w 12199799"/>
              <a:gd name="connsiteY331" fmla="*/ 3426714 h 6855225"/>
              <a:gd name="connsiteX332" fmla="*/ 1596722 w 12199799"/>
              <a:gd name="connsiteY332" fmla="*/ 3880014 h 6855225"/>
              <a:gd name="connsiteX333" fmla="*/ 1630341 w 12199799"/>
              <a:gd name="connsiteY333" fmla="*/ 2973416 h 6855225"/>
              <a:gd name="connsiteX334" fmla="*/ 1630341 w 12199799"/>
              <a:gd name="connsiteY334" fmla="*/ 3880015 h 6855225"/>
              <a:gd name="connsiteX335" fmla="*/ 2411893 w 12199799"/>
              <a:gd name="connsiteY335" fmla="*/ 3426714 h 6855225"/>
              <a:gd name="connsiteX336" fmla="*/ 3228838 w 12199799"/>
              <a:gd name="connsiteY336" fmla="*/ 2973416 h 6855225"/>
              <a:gd name="connsiteX337" fmla="*/ 2447286 w 12199799"/>
              <a:gd name="connsiteY337" fmla="*/ 3426714 h 6855225"/>
              <a:gd name="connsiteX338" fmla="*/ 3228838 w 12199799"/>
              <a:gd name="connsiteY338" fmla="*/ 3880014 h 6855225"/>
              <a:gd name="connsiteX339" fmla="*/ 7305243 w 12199799"/>
              <a:gd name="connsiteY339" fmla="*/ 2484744 h 6855225"/>
              <a:gd name="connsiteX340" fmla="*/ 6523688 w 12199799"/>
              <a:gd name="connsiteY340" fmla="*/ 2938039 h 6855225"/>
              <a:gd name="connsiteX341" fmla="*/ 7305243 w 12199799"/>
              <a:gd name="connsiteY341" fmla="*/ 3391326 h 6855225"/>
              <a:gd name="connsiteX342" fmla="*/ 7338859 w 12199799"/>
              <a:gd name="connsiteY342" fmla="*/ 2484740 h 6855225"/>
              <a:gd name="connsiteX343" fmla="*/ 7338859 w 12199799"/>
              <a:gd name="connsiteY343" fmla="*/ 3391326 h 6855225"/>
              <a:gd name="connsiteX344" fmla="*/ 8120395 w 12199799"/>
              <a:gd name="connsiteY344" fmla="*/ 2938038 h 6855225"/>
              <a:gd name="connsiteX345" fmla="*/ 8935566 w 12199799"/>
              <a:gd name="connsiteY345" fmla="*/ 2484740 h 6855225"/>
              <a:gd name="connsiteX346" fmla="*/ 8154014 w 12199799"/>
              <a:gd name="connsiteY346" fmla="*/ 2938039 h 6855225"/>
              <a:gd name="connsiteX347" fmla="*/ 8935566 w 12199799"/>
              <a:gd name="connsiteY347" fmla="*/ 3391326 h 6855225"/>
              <a:gd name="connsiteX348" fmla="*/ 8970959 w 12199799"/>
              <a:gd name="connsiteY348" fmla="*/ 2484740 h 6855225"/>
              <a:gd name="connsiteX349" fmla="*/ 8970959 w 12199799"/>
              <a:gd name="connsiteY349" fmla="*/ 3391326 h 6855225"/>
              <a:gd name="connsiteX350" fmla="*/ 9752511 w 12199799"/>
              <a:gd name="connsiteY350" fmla="*/ 2938036 h 6855225"/>
              <a:gd name="connsiteX351" fmla="*/ 10567680 w 12199799"/>
              <a:gd name="connsiteY351" fmla="*/ 2484740 h 6855225"/>
              <a:gd name="connsiteX352" fmla="*/ 9786128 w 12199799"/>
              <a:gd name="connsiteY352" fmla="*/ 2938038 h 6855225"/>
              <a:gd name="connsiteX353" fmla="*/ 10567680 w 12199799"/>
              <a:gd name="connsiteY353" fmla="*/ 3391326 h 6855225"/>
              <a:gd name="connsiteX354" fmla="*/ 10603074 w 12199799"/>
              <a:gd name="connsiteY354" fmla="*/ 2484738 h 6855225"/>
              <a:gd name="connsiteX355" fmla="*/ 10603074 w 12199799"/>
              <a:gd name="connsiteY355" fmla="*/ 3391323 h 6855225"/>
              <a:gd name="connsiteX356" fmla="*/ 11384627 w 12199799"/>
              <a:gd name="connsiteY356" fmla="*/ 2938033 h 6855225"/>
              <a:gd name="connsiteX357" fmla="*/ 12199796 w 12199799"/>
              <a:gd name="connsiteY357" fmla="*/ 2484738 h 6855225"/>
              <a:gd name="connsiteX358" fmla="*/ 11418245 w 12199799"/>
              <a:gd name="connsiteY358" fmla="*/ 2938035 h 6855225"/>
              <a:gd name="connsiteX359" fmla="*/ 12199796 w 12199799"/>
              <a:gd name="connsiteY359" fmla="*/ 3391323 h 6855225"/>
              <a:gd name="connsiteX360" fmla="*/ 4042789 w 12199799"/>
              <a:gd name="connsiteY360" fmla="*/ 2484731 h 6855225"/>
              <a:gd name="connsiteX361" fmla="*/ 3261236 w 12199799"/>
              <a:gd name="connsiteY361" fmla="*/ 2938029 h 6855225"/>
              <a:gd name="connsiteX362" fmla="*/ 4042789 w 12199799"/>
              <a:gd name="connsiteY362" fmla="*/ 3391323 h 6855225"/>
              <a:gd name="connsiteX363" fmla="*/ 4076405 w 12199799"/>
              <a:gd name="connsiteY363" fmla="*/ 2484731 h 6855225"/>
              <a:gd name="connsiteX364" fmla="*/ 4076405 w 12199799"/>
              <a:gd name="connsiteY364" fmla="*/ 3391321 h 6855225"/>
              <a:gd name="connsiteX365" fmla="*/ 4857958 w 12199799"/>
              <a:gd name="connsiteY365" fmla="*/ 2938027 h 6855225"/>
              <a:gd name="connsiteX366" fmla="*/ 5673129 w 12199799"/>
              <a:gd name="connsiteY366" fmla="*/ 2484731 h 6855225"/>
              <a:gd name="connsiteX367" fmla="*/ 4891576 w 12199799"/>
              <a:gd name="connsiteY367" fmla="*/ 2938029 h 6855225"/>
              <a:gd name="connsiteX368" fmla="*/ 5673129 w 12199799"/>
              <a:gd name="connsiteY368" fmla="*/ 3391321 h 6855225"/>
              <a:gd name="connsiteX369" fmla="*/ 5708521 w 12199799"/>
              <a:gd name="connsiteY369" fmla="*/ 2484729 h 6855225"/>
              <a:gd name="connsiteX370" fmla="*/ 5708521 w 12199799"/>
              <a:gd name="connsiteY370" fmla="*/ 3391321 h 6855225"/>
              <a:gd name="connsiteX371" fmla="*/ 6490069 w 12199799"/>
              <a:gd name="connsiteY371" fmla="*/ 2938026 h 6855225"/>
              <a:gd name="connsiteX372" fmla="*/ 781554 w 12199799"/>
              <a:gd name="connsiteY372" fmla="*/ 2484725 h 6855225"/>
              <a:gd name="connsiteX373" fmla="*/ 1 w 12199799"/>
              <a:gd name="connsiteY373" fmla="*/ 2938024 h 6855225"/>
              <a:gd name="connsiteX374" fmla="*/ 781554 w 12199799"/>
              <a:gd name="connsiteY374" fmla="*/ 3391320 h 6855225"/>
              <a:gd name="connsiteX375" fmla="*/ 815170 w 12199799"/>
              <a:gd name="connsiteY375" fmla="*/ 2484723 h 6855225"/>
              <a:gd name="connsiteX376" fmla="*/ 815170 w 12199799"/>
              <a:gd name="connsiteY376" fmla="*/ 3391320 h 6855225"/>
              <a:gd name="connsiteX377" fmla="*/ 1596723 w 12199799"/>
              <a:gd name="connsiteY377" fmla="*/ 2938021 h 6855225"/>
              <a:gd name="connsiteX378" fmla="*/ 2411894 w 12199799"/>
              <a:gd name="connsiteY378" fmla="*/ 2484723 h 6855225"/>
              <a:gd name="connsiteX379" fmla="*/ 1630341 w 12199799"/>
              <a:gd name="connsiteY379" fmla="*/ 2938023 h 6855225"/>
              <a:gd name="connsiteX380" fmla="*/ 2411894 w 12199799"/>
              <a:gd name="connsiteY380" fmla="*/ 3391320 h 6855225"/>
              <a:gd name="connsiteX381" fmla="*/ 2447286 w 12199799"/>
              <a:gd name="connsiteY381" fmla="*/ 2484721 h 6855225"/>
              <a:gd name="connsiteX382" fmla="*/ 2447286 w 12199799"/>
              <a:gd name="connsiteY382" fmla="*/ 3391320 h 6855225"/>
              <a:gd name="connsiteX383" fmla="*/ 3228839 w 12199799"/>
              <a:gd name="connsiteY383" fmla="*/ 2938021 h 6855225"/>
              <a:gd name="connsiteX384" fmla="*/ 9752510 w 12199799"/>
              <a:gd name="connsiteY384" fmla="*/ 1989995 h 6855225"/>
              <a:gd name="connsiteX385" fmla="*/ 8970960 w 12199799"/>
              <a:gd name="connsiteY385" fmla="*/ 2443295 h 6855225"/>
              <a:gd name="connsiteX386" fmla="*/ 9752510 w 12199799"/>
              <a:gd name="connsiteY386" fmla="*/ 2896592 h 6855225"/>
              <a:gd name="connsiteX387" fmla="*/ 6523688 w 12199799"/>
              <a:gd name="connsiteY387" fmla="*/ 1989994 h 6855225"/>
              <a:gd name="connsiteX388" fmla="*/ 6523688 w 12199799"/>
              <a:gd name="connsiteY388" fmla="*/ 2896592 h 6855225"/>
              <a:gd name="connsiteX389" fmla="*/ 7305243 w 12199799"/>
              <a:gd name="connsiteY389" fmla="*/ 2443295 h 6855225"/>
              <a:gd name="connsiteX390" fmla="*/ 8120394 w 12199799"/>
              <a:gd name="connsiteY390" fmla="*/ 1989992 h 6855225"/>
              <a:gd name="connsiteX391" fmla="*/ 7338859 w 12199799"/>
              <a:gd name="connsiteY391" fmla="*/ 2443293 h 6855225"/>
              <a:gd name="connsiteX392" fmla="*/ 8120394 w 12199799"/>
              <a:gd name="connsiteY392" fmla="*/ 2896591 h 6855225"/>
              <a:gd name="connsiteX393" fmla="*/ 8154013 w 12199799"/>
              <a:gd name="connsiteY393" fmla="*/ 1989992 h 6855225"/>
              <a:gd name="connsiteX394" fmla="*/ 8154013 w 12199799"/>
              <a:gd name="connsiteY394" fmla="*/ 2896591 h 6855225"/>
              <a:gd name="connsiteX395" fmla="*/ 8935564 w 12199799"/>
              <a:gd name="connsiteY395" fmla="*/ 2443293 h 6855225"/>
              <a:gd name="connsiteX396" fmla="*/ 9786127 w 12199799"/>
              <a:gd name="connsiteY396" fmla="*/ 1989991 h 6855225"/>
              <a:gd name="connsiteX397" fmla="*/ 9786127 w 12199799"/>
              <a:gd name="connsiteY397" fmla="*/ 2896589 h 6855225"/>
              <a:gd name="connsiteX398" fmla="*/ 10567678 w 12199799"/>
              <a:gd name="connsiteY398" fmla="*/ 2443292 h 6855225"/>
              <a:gd name="connsiteX399" fmla="*/ 11384626 w 12199799"/>
              <a:gd name="connsiteY399" fmla="*/ 1989989 h 6855225"/>
              <a:gd name="connsiteX400" fmla="*/ 10603074 w 12199799"/>
              <a:gd name="connsiteY400" fmla="*/ 2443289 h 6855225"/>
              <a:gd name="connsiteX401" fmla="*/ 11384626 w 12199799"/>
              <a:gd name="connsiteY401" fmla="*/ 2896587 h 6855225"/>
              <a:gd name="connsiteX402" fmla="*/ 11418245 w 12199799"/>
              <a:gd name="connsiteY402" fmla="*/ 1989989 h 6855225"/>
              <a:gd name="connsiteX403" fmla="*/ 11418245 w 12199799"/>
              <a:gd name="connsiteY403" fmla="*/ 2896588 h 6855225"/>
              <a:gd name="connsiteX404" fmla="*/ 12199795 w 12199799"/>
              <a:gd name="connsiteY404" fmla="*/ 2443289 h 6855225"/>
              <a:gd name="connsiteX405" fmla="*/ 3261235 w 12199799"/>
              <a:gd name="connsiteY405" fmla="*/ 1989983 h 6855225"/>
              <a:gd name="connsiteX406" fmla="*/ 3261235 w 12199799"/>
              <a:gd name="connsiteY406" fmla="*/ 2896583 h 6855225"/>
              <a:gd name="connsiteX407" fmla="*/ 4042787 w 12199799"/>
              <a:gd name="connsiteY407" fmla="*/ 2443283 h 6855225"/>
              <a:gd name="connsiteX408" fmla="*/ 4857957 w 12199799"/>
              <a:gd name="connsiteY408" fmla="*/ 1989982 h 6855225"/>
              <a:gd name="connsiteX409" fmla="*/ 4076405 w 12199799"/>
              <a:gd name="connsiteY409" fmla="*/ 2443281 h 6855225"/>
              <a:gd name="connsiteX410" fmla="*/ 4857957 w 12199799"/>
              <a:gd name="connsiteY410" fmla="*/ 2896581 h 6855225"/>
              <a:gd name="connsiteX411" fmla="*/ 4891576 w 12199799"/>
              <a:gd name="connsiteY411" fmla="*/ 1989982 h 6855225"/>
              <a:gd name="connsiteX412" fmla="*/ 4891576 w 12199799"/>
              <a:gd name="connsiteY412" fmla="*/ 2896581 h 6855225"/>
              <a:gd name="connsiteX413" fmla="*/ 5673128 w 12199799"/>
              <a:gd name="connsiteY413" fmla="*/ 2443281 h 6855225"/>
              <a:gd name="connsiteX414" fmla="*/ 6490069 w 12199799"/>
              <a:gd name="connsiteY414" fmla="*/ 1989981 h 6855225"/>
              <a:gd name="connsiteX415" fmla="*/ 5708521 w 12199799"/>
              <a:gd name="connsiteY415" fmla="*/ 2443280 h 6855225"/>
              <a:gd name="connsiteX416" fmla="*/ 6490069 w 12199799"/>
              <a:gd name="connsiteY416" fmla="*/ 2896580 h 6855225"/>
              <a:gd name="connsiteX417" fmla="*/ 0 w 12199799"/>
              <a:gd name="connsiteY417" fmla="*/ 1989976 h 6855225"/>
              <a:gd name="connsiteX418" fmla="*/ 0 w 12199799"/>
              <a:gd name="connsiteY418" fmla="*/ 2896577 h 6855225"/>
              <a:gd name="connsiteX419" fmla="*/ 781552 w 12199799"/>
              <a:gd name="connsiteY419" fmla="*/ 2443276 h 6855225"/>
              <a:gd name="connsiteX420" fmla="*/ 1596722 w 12199799"/>
              <a:gd name="connsiteY420" fmla="*/ 1989975 h 6855225"/>
              <a:gd name="connsiteX421" fmla="*/ 815170 w 12199799"/>
              <a:gd name="connsiteY421" fmla="*/ 2443275 h 6855225"/>
              <a:gd name="connsiteX422" fmla="*/ 1596722 w 12199799"/>
              <a:gd name="connsiteY422" fmla="*/ 2896575 h 6855225"/>
              <a:gd name="connsiteX423" fmla="*/ 1630341 w 12199799"/>
              <a:gd name="connsiteY423" fmla="*/ 1989975 h 6855225"/>
              <a:gd name="connsiteX424" fmla="*/ 1630341 w 12199799"/>
              <a:gd name="connsiteY424" fmla="*/ 2896576 h 6855225"/>
              <a:gd name="connsiteX425" fmla="*/ 2411893 w 12199799"/>
              <a:gd name="connsiteY425" fmla="*/ 2443276 h 6855225"/>
              <a:gd name="connsiteX426" fmla="*/ 3228838 w 12199799"/>
              <a:gd name="connsiteY426" fmla="*/ 1989974 h 6855225"/>
              <a:gd name="connsiteX427" fmla="*/ 2447286 w 12199799"/>
              <a:gd name="connsiteY427" fmla="*/ 2443273 h 6855225"/>
              <a:gd name="connsiteX428" fmla="*/ 3228838 w 12199799"/>
              <a:gd name="connsiteY428" fmla="*/ 2896575 h 6855225"/>
              <a:gd name="connsiteX429" fmla="*/ 7305243 w 12199799"/>
              <a:gd name="connsiteY429" fmla="*/ 1503884 h 6855225"/>
              <a:gd name="connsiteX430" fmla="*/ 6523688 w 12199799"/>
              <a:gd name="connsiteY430" fmla="*/ 1957188 h 6855225"/>
              <a:gd name="connsiteX431" fmla="*/ 7305243 w 12199799"/>
              <a:gd name="connsiteY431" fmla="*/ 2410485 h 6855225"/>
              <a:gd name="connsiteX432" fmla="*/ 7338859 w 12199799"/>
              <a:gd name="connsiteY432" fmla="*/ 1503883 h 6855225"/>
              <a:gd name="connsiteX433" fmla="*/ 7338859 w 12199799"/>
              <a:gd name="connsiteY433" fmla="*/ 2410484 h 6855225"/>
              <a:gd name="connsiteX434" fmla="*/ 8120395 w 12199799"/>
              <a:gd name="connsiteY434" fmla="*/ 1957186 h 6855225"/>
              <a:gd name="connsiteX435" fmla="*/ 8935566 w 12199799"/>
              <a:gd name="connsiteY435" fmla="*/ 1503883 h 6855225"/>
              <a:gd name="connsiteX436" fmla="*/ 8154014 w 12199799"/>
              <a:gd name="connsiteY436" fmla="*/ 1957188 h 6855225"/>
              <a:gd name="connsiteX437" fmla="*/ 8935566 w 12199799"/>
              <a:gd name="connsiteY437" fmla="*/ 2410484 h 6855225"/>
              <a:gd name="connsiteX438" fmla="*/ 10567680 w 12199799"/>
              <a:gd name="connsiteY438" fmla="*/ 1503881 h 6855225"/>
              <a:gd name="connsiteX439" fmla="*/ 9786128 w 12199799"/>
              <a:gd name="connsiteY439" fmla="*/ 1957185 h 6855225"/>
              <a:gd name="connsiteX440" fmla="*/ 10567680 w 12199799"/>
              <a:gd name="connsiteY440" fmla="*/ 2410481 h 6855225"/>
              <a:gd name="connsiteX441" fmla="*/ 8970959 w 12199799"/>
              <a:gd name="connsiteY441" fmla="*/ 1503881 h 6855225"/>
              <a:gd name="connsiteX442" fmla="*/ 8970959 w 12199799"/>
              <a:gd name="connsiteY442" fmla="*/ 2410481 h 6855225"/>
              <a:gd name="connsiteX443" fmla="*/ 9752511 w 12199799"/>
              <a:gd name="connsiteY443" fmla="*/ 1957184 h 6855225"/>
              <a:gd name="connsiteX444" fmla="*/ 10603073 w 12199799"/>
              <a:gd name="connsiteY444" fmla="*/ 1503879 h 6855225"/>
              <a:gd name="connsiteX445" fmla="*/ 10603073 w 12199799"/>
              <a:gd name="connsiteY445" fmla="*/ 2410480 h 6855225"/>
              <a:gd name="connsiteX446" fmla="*/ 11384627 w 12199799"/>
              <a:gd name="connsiteY446" fmla="*/ 1957182 h 6855225"/>
              <a:gd name="connsiteX447" fmla="*/ 12199796 w 12199799"/>
              <a:gd name="connsiteY447" fmla="*/ 1503879 h 6855225"/>
              <a:gd name="connsiteX448" fmla="*/ 11418245 w 12199799"/>
              <a:gd name="connsiteY448" fmla="*/ 1957183 h 6855225"/>
              <a:gd name="connsiteX449" fmla="*/ 12199796 w 12199799"/>
              <a:gd name="connsiteY449" fmla="*/ 2410480 h 6855225"/>
              <a:gd name="connsiteX450" fmla="*/ 4042789 w 12199799"/>
              <a:gd name="connsiteY450" fmla="*/ 1503874 h 6855225"/>
              <a:gd name="connsiteX451" fmla="*/ 3261236 w 12199799"/>
              <a:gd name="connsiteY451" fmla="*/ 1957177 h 6855225"/>
              <a:gd name="connsiteX452" fmla="*/ 4042789 w 12199799"/>
              <a:gd name="connsiteY452" fmla="*/ 2410474 h 6855225"/>
              <a:gd name="connsiteX453" fmla="*/ 4076405 w 12199799"/>
              <a:gd name="connsiteY453" fmla="*/ 1503873 h 6855225"/>
              <a:gd name="connsiteX454" fmla="*/ 4076405 w 12199799"/>
              <a:gd name="connsiteY454" fmla="*/ 2410472 h 6855225"/>
              <a:gd name="connsiteX455" fmla="*/ 4857958 w 12199799"/>
              <a:gd name="connsiteY455" fmla="*/ 1957175 h 6855225"/>
              <a:gd name="connsiteX456" fmla="*/ 5673129 w 12199799"/>
              <a:gd name="connsiteY456" fmla="*/ 1503873 h 6855225"/>
              <a:gd name="connsiteX457" fmla="*/ 4891576 w 12199799"/>
              <a:gd name="connsiteY457" fmla="*/ 1957176 h 6855225"/>
              <a:gd name="connsiteX458" fmla="*/ 5673129 w 12199799"/>
              <a:gd name="connsiteY458" fmla="*/ 2410472 h 6855225"/>
              <a:gd name="connsiteX459" fmla="*/ 5708521 w 12199799"/>
              <a:gd name="connsiteY459" fmla="*/ 1503872 h 6855225"/>
              <a:gd name="connsiteX460" fmla="*/ 5708521 w 12199799"/>
              <a:gd name="connsiteY460" fmla="*/ 2410471 h 6855225"/>
              <a:gd name="connsiteX461" fmla="*/ 6490069 w 12199799"/>
              <a:gd name="connsiteY461" fmla="*/ 1957174 h 6855225"/>
              <a:gd name="connsiteX462" fmla="*/ 781554 w 12199799"/>
              <a:gd name="connsiteY462" fmla="*/ 1503868 h 6855225"/>
              <a:gd name="connsiteX463" fmla="*/ 1 w 12199799"/>
              <a:gd name="connsiteY463" fmla="*/ 1957170 h 6855225"/>
              <a:gd name="connsiteX464" fmla="*/ 781554 w 12199799"/>
              <a:gd name="connsiteY464" fmla="*/ 2410469 h 6855225"/>
              <a:gd name="connsiteX465" fmla="*/ 2411894 w 12199799"/>
              <a:gd name="connsiteY465" fmla="*/ 1503867 h 6855225"/>
              <a:gd name="connsiteX466" fmla="*/ 1630341 w 12199799"/>
              <a:gd name="connsiteY466" fmla="*/ 1957169 h 6855225"/>
              <a:gd name="connsiteX467" fmla="*/ 2411894 w 12199799"/>
              <a:gd name="connsiteY467" fmla="*/ 2410468 h 6855225"/>
              <a:gd name="connsiteX468" fmla="*/ 815170 w 12199799"/>
              <a:gd name="connsiteY468" fmla="*/ 1503867 h 6855225"/>
              <a:gd name="connsiteX469" fmla="*/ 815170 w 12199799"/>
              <a:gd name="connsiteY469" fmla="*/ 2410468 h 6855225"/>
              <a:gd name="connsiteX470" fmla="*/ 1596723 w 12199799"/>
              <a:gd name="connsiteY470" fmla="*/ 1957168 h 6855225"/>
              <a:gd name="connsiteX471" fmla="*/ 2447286 w 12199799"/>
              <a:gd name="connsiteY471" fmla="*/ 1503866 h 6855225"/>
              <a:gd name="connsiteX472" fmla="*/ 2447286 w 12199799"/>
              <a:gd name="connsiteY472" fmla="*/ 2410467 h 6855225"/>
              <a:gd name="connsiteX473" fmla="*/ 3228839 w 12199799"/>
              <a:gd name="connsiteY473" fmla="*/ 1957166 h 6855225"/>
              <a:gd name="connsiteX474" fmla="*/ 6523688 w 12199799"/>
              <a:gd name="connsiteY474" fmla="*/ 1009133 h 6855225"/>
              <a:gd name="connsiteX475" fmla="*/ 6523688 w 12199799"/>
              <a:gd name="connsiteY475" fmla="*/ 1915742 h 6855225"/>
              <a:gd name="connsiteX476" fmla="*/ 7305243 w 12199799"/>
              <a:gd name="connsiteY476" fmla="*/ 1462437 h 6855225"/>
              <a:gd name="connsiteX477" fmla="*/ 8120394 w 12199799"/>
              <a:gd name="connsiteY477" fmla="*/ 1009133 h 6855225"/>
              <a:gd name="connsiteX478" fmla="*/ 7338859 w 12199799"/>
              <a:gd name="connsiteY478" fmla="*/ 1462436 h 6855225"/>
              <a:gd name="connsiteX479" fmla="*/ 8120394 w 12199799"/>
              <a:gd name="connsiteY479" fmla="*/ 1915740 h 6855225"/>
              <a:gd name="connsiteX480" fmla="*/ 8154013 w 12199799"/>
              <a:gd name="connsiteY480" fmla="*/ 1009132 h 6855225"/>
              <a:gd name="connsiteX481" fmla="*/ 8154013 w 12199799"/>
              <a:gd name="connsiteY481" fmla="*/ 1915741 h 6855225"/>
              <a:gd name="connsiteX482" fmla="*/ 8935564 w 12199799"/>
              <a:gd name="connsiteY482" fmla="*/ 1462436 h 6855225"/>
              <a:gd name="connsiteX483" fmla="*/ 9752510 w 12199799"/>
              <a:gd name="connsiteY483" fmla="*/ 1009131 h 6855225"/>
              <a:gd name="connsiteX484" fmla="*/ 8970960 w 12199799"/>
              <a:gd name="connsiteY484" fmla="*/ 1462434 h 6855225"/>
              <a:gd name="connsiteX485" fmla="*/ 9752510 w 12199799"/>
              <a:gd name="connsiteY485" fmla="*/ 1915739 h 6855225"/>
              <a:gd name="connsiteX486" fmla="*/ 9786127 w 12199799"/>
              <a:gd name="connsiteY486" fmla="*/ 1009131 h 6855225"/>
              <a:gd name="connsiteX487" fmla="*/ 9786127 w 12199799"/>
              <a:gd name="connsiteY487" fmla="*/ 1915739 h 6855225"/>
              <a:gd name="connsiteX488" fmla="*/ 10567678 w 12199799"/>
              <a:gd name="connsiteY488" fmla="*/ 1462435 h 6855225"/>
              <a:gd name="connsiteX489" fmla="*/ 11384626 w 12199799"/>
              <a:gd name="connsiteY489" fmla="*/ 1009130 h 6855225"/>
              <a:gd name="connsiteX490" fmla="*/ 10603074 w 12199799"/>
              <a:gd name="connsiteY490" fmla="*/ 1462432 h 6855225"/>
              <a:gd name="connsiteX491" fmla="*/ 11384626 w 12199799"/>
              <a:gd name="connsiteY491" fmla="*/ 1915737 h 6855225"/>
              <a:gd name="connsiteX492" fmla="*/ 11418245 w 12199799"/>
              <a:gd name="connsiteY492" fmla="*/ 1009129 h 6855225"/>
              <a:gd name="connsiteX493" fmla="*/ 11418245 w 12199799"/>
              <a:gd name="connsiteY493" fmla="*/ 1915737 h 6855225"/>
              <a:gd name="connsiteX494" fmla="*/ 12199795 w 12199799"/>
              <a:gd name="connsiteY494" fmla="*/ 1462433 h 6855225"/>
              <a:gd name="connsiteX495" fmla="*/ 3261235 w 12199799"/>
              <a:gd name="connsiteY495" fmla="*/ 1009125 h 6855225"/>
              <a:gd name="connsiteX496" fmla="*/ 3261235 w 12199799"/>
              <a:gd name="connsiteY496" fmla="*/ 1915731 h 6855225"/>
              <a:gd name="connsiteX497" fmla="*/ 4042787 w 12199799"/>
              <a:gd name="connsiteY497" fmla="*/ 1462428 h 6855225"/>
              <a:gd name="connsiteX498" fmla="*/ 4857957 w 12199799"/>
              <a:gd name="connsiteY498" fmla="*/ 1009125 h 6855225"/>
              <a:gd name="connsiteX499" fmla="*/ 4076405 w 12199799"/>
              <a:gd name="connsiteY499" fmla="*/ 1462427 h 6855225"/>
              <a:gd name="connsiteX500" fmla="*/ 4857957 w 12199799"/>
              <a:gd name="connsiteY500" fmla="*/ 1915729 h 6855225"/>
              <a:gd name="connsiteX501" fmla="*/ 4891576 w 12199799"/>
              <a:gd name="connsiteY501" fmla="*/ 1009124 h 6855225"/>
              <a:gd name="connsiteX502" fmla="*/ 4891576 w 12199799"/>
              <a:gd name="connsiteY502" fmla="*/ 1915730 h 6855225"/>
              <a:gd name="connsiteX503" fmla="*/ 5673128 w 12199799"/>
              <a:gd name="connsiteY503" fmla="*/ 1462427 h 6855225"/>
              <a:gd name="connsiteX504" fmla="*/ 6490069 w 12199799"/>
              <a:gd name="connsiteY504" fmla="*/ 1009123 h 6855225"/>
              <a:gd name="connsiteX505" fmla="*/ 5708521 w 12199799"/>
              <a:gd name="connsiteY505" fmla="*/ 1462425 h 6855225"/>
              <a:gd name="connsiteX506" fmla="*/ 6490069 w 12199799"/>
              <a:gd name="connsiteY506" fmla="*/ 1915727 h 6855225"/>
              <a:gd name="connsiteX507" fmla="*/ 0 w 12199799"/>
              <a:gd name="connsiteY507" fmla="*/ 1009120 h 6855225"/>
              <a:gd name="connsiteX508" fmla="*/ 0 w 12199799"/>
              <a:gd name="connsiteY508" fmla="*/ 1915724 h 6855225"/>
              <a:gd name="connsiteX509" fmla="*/ 781552 w 12199799"/>
              <a:gd name="connsiteY509" fmla="*/ 1462422 h 6855225"/>
              <a:gd name="connsiteX510" fmla="*/ 1596722 w 12199799"/>
              <a:gd name="connsiteY510" fmla="*/ 1009119 h 6855225"/>
              <a:gd name="connsiteX511" fmla="*/ 815170 w 12199799"/>
              <a:gd name="connsiteY511" fmla="*/ 1462420 h 6855225"/>
              <a:gd name="connsiteX512" fmla="*/ 1596722 w 12199799"/>
              <a:gd name="connsiteY512" fmla="*/ 1915722 h 6855225"/>
              <a:gd name="connsiteX513" fmla="*/ 1630341 w 12199799"/>
              <a:gd name="connsiteY513" fmla="*/ 1009119 h 6855225"/>
              <a:gd name="connsiteX514" fmla="*/ 1630341 w 12199799"/>
              <a:gd name="connsiteY514" fmla="*/ 1915722 h 6855225"/>
              <a:gd name="connsiteX515" fmla="*/ 2411893 w 12199799"/>
              <a:gd name="connsiteY515" fmla="*/ 1462420 h 6855225"/>
              <a:gd name="connsiteX516" fmla="*/ 3228838 w 12199799"/>
              <a:gd name="connsiteY516" fmla="*/ 1009118 h 6855225"/>
              <a:gd name="connsiteX517" fmla="*/ 2447286 w 12199799"/>
              <a:gd name="connsiteY517" fmla="*/ 1462419 h 6855225"/>
              <a:gd name="connsiteX518" fmla="*/ 3228838 w 12199799"/>
              <a:gd name="connsiteY518" fmla="*/ 1915720 h 6855225"/>
              <a:gd name="connsiteX519" fmla="*/ 7305243 w 12199799"/>
              <a:gd name="connsiteY519" fmla="*/ 520440 h 6855225"/>
              <a:gd name="connsiteX520" fmla="*/ 6523688 w 12199799"/>
              <a:gd name="connsiteY520" fmla="*/ 973739 h 6855225"/>
              <a:gd name="connsiteX521" fmla="*/ 7305243 w 12199799"/>
              <a:gd name="connsiteY521" fmla="*/ 1427041 h 6855225"/>
              <a:gd name="connsiteX522" fmla="*/ 8935566 w 12199799"/>
              <a:gd name="connsiteY522" fmla="*/ 520439 h 6855225"/>
              <a:gd name="connsiteX523" fmla="*/ 8154014 w 12199799"/>
              <a:gd name="connsiteY523" fmla="*/ 973739 h 6855225"/>
              <a:gd name="connsiteX524" fmla="*/ 8935566 w 12199799"/>
              <a:gd name="connsiteY524" fmla="*/ 1427041 h 6855225"/>
              <a:gd name="connsiteX525" fmla="*/ 7338859 w 12199799"/>
              <a:gd name="connsiteY525" fmla="*/ 520439 h 6855225"/>
              <a:gd name="connsiteX526" fmla="*/ 7338859 w 12199799"/>
              <a:gd name="connsiteY526" fmla="*/ 1427041 h 6855225"/>
              <a:gd name="connsiteX527" fmla="*/ 8120395 w 12199799"/>
              <a:gd name="connsiteY527" fmla="*/ 973738 h 6855225"/>
              <a:gd name="connsiteX528" fmla="*/ 8970959 w 12199799"/>
              <a:gd name="connsiteY528" fmla="*/ 520437 h 6855225"/>
              <a:gd name="connsiteX529" fmla="*/ 8970959 w 12199799"/>
              <a:gd name="connsiteY529" fmla="*/ 1427040 h 6855225"/>
              <a:gd name="connsiteX530" fmla="*/ 9752511 w 12199799"/>
              <a:gd name="connsiteY530" fmla="*/ 973736 h 6855225"/>
              <a:gd name="connsiteX531" fmla="*/ 10567680 w 12199799"/>
              <a:gd name="connsiteY531" fmla="*/ 520437 h 6855225"/>
              <a:gd name="connsiteX532" fmla="*/ 9786128 w 12199799"/>
              <a:gd name="connsiteY532" fmla="*/ 973737 h 6855225"/>
              <a:gd name="connsiteX533" fmla="*/ 10567680 w 12199799"/>
              <a:gd name="connsiteY533" fmla="*/ 1427040 h 6855225"/>
              <a:gd name="connsiteX534" fmla="*/ 10603073 w 12199799"/>
              <a:gd name="connsiteY534" fmla="*/ 520436 h 6855225"/>
              <a:gd name="connsiteX535" fmla="*/ 10603073 w 12199799"/>
              <a:gd name="connsiteY535" fmla="*/ 1427037 h 6855225"/>
              <a:gd name="connsiteX536" fmla="*/ 11384626 w 12199799"/>
              <a:gd name="connsiteY536" fmla="*/ 973735 h 6855225"/>
              <a:gd name="connsiteX537" fmla="*/ 12199795 w 12199799"/>
              <a:gd name="connsiteY537" fmla="*/ 520436 h 6855225"/>
              <a:gd name="connsiteX538" fmla="*/ 11418245 w 12199799"/>
              <a:gd name="connsiteY538" fmla="*/ 973736 h 6855225"/>
              <a:gd name="connsiteX539" fmla="*/ 12199795 w 12199799"/>
              <a:gd name="connsiteY539" fmla="*/ 1427037 h 6855225"/>
              <a:gd name="connsiteX540" fmla="*/ 4042789 w 12199799"/>
              <a:gd name="connsiteY540" fmla="*/ 520431 h 6855225"/>
              <a:gd name="connsiteX541" fmla="*/ 3261236 w 12199799"/>
              <a:gd name="connsiteY541" fmla="*/ 973731 h 6855225"/>
              <a:gd name="connsiteX542" fmla="*/ 4042789 w 12199799"/>
              <a:gd name="connsiteY542" fmla="*/ 1427033 h 6855225"/>
              <a:gd name="connsiteX543" fmla="*/ 5673129 w 12199799"/>
              <a:gd name="connsiteY543" fmla="*/ 520430 h 6855225"/>
              <a:gd name="connsiteX544" fmla="*/ 4891576 w 12199799"/>
              <a:gd name="connsiteY544" fmla="*/ 973730 h 6855225"/>
              <a:gd name="connsiteX545" fmla="*/ 5673129 w 12199799"/>
              <a:gd name="connsiteY545" fmla="*/ 1427032 h 6855225"/>
              <a:gd name="connsiteX546" fmla="*/ 4076405 w 12199799"/>
              <a:gd name="connsiteY546" fmla="*/ 520430 h 6855225"/>
              <a:gd name="connsiteX547" fmla="*/ 4076405 w 12199799"/>
              <a:gd name="connsiteY547" fmla="*/ 1427032 h 6855225"/>
              <a:gd name="connsiteX548" fmla="*/ 4857958 w 12199799"/>
              <a:gd name="connsiteY548" fmla="*/ 973729 h 6855225"/>
              <a:gd name="connsiteX549" fmla="*/ 5708521 w 12199799"/>
              <a:gd name="connsiteY549" fmla="*/ 520429 h 6855225"/>
              <a:gd name="connsiteX550" fmla="*/ 5708521 w 12199799"/>
              <a:gd name="connsiteY550" fmla="*/ 1427030 h 6855225"/>
              <a:gd name="connsiteX551" fmla="*/ 6490069 w 12199799"/>
              <a:gd name="connsiteY551" fmla="*/ 973728 h 6855225"/>
              <a:gd name="connsiteX552" fmla="*/ 781554 w 12199799"/>
              <a:gd name="connsiteY552" fmla="*/ 520425 h 6855225"/>
              <a:gd name="connsiteX553" fmla="*/ 1 w 12199799"/>
              <a:gd name="connsiteY553" fmla="*/ 973726 h 6855225"/>
              <a:gd name="connsiteX554" fmla="*/ 781554 w 12199799"/>
              <a:gd name="connsiteY554" fmla="*/ 1427027 h 6855225"/>
              <a:gd name="connsiteX555" fmla="*/ 2411894 w 12199799"/>
              <a:gd name="connsiteY555" fmla="*/ 520424 h 6855225"/>
              <a:gd name="connsiteX556" fmla="*/ 1630341 w 12199799"/>
              <a:gd name="connsiteY556" fmla="*/ 973725 h 6855225"/>
              <a:gd name="connsiteX557" fmla="*/ 2411894 w 12199799"/>
              <a:gd name="connsiteY557" fmla="*/ 1427026 h 6855225"/>
              <a:gd name="connsiteX558" fmla="*/ 815170 w 12199799"/>
              <a:gd name="connsiteY558" fmla="*/ 520424 h 6855225"/>
              <a:gd name="connsiteX559" fmla="*/ 815170 w 12199799"/>
              <a:gd name="connsiteY559" fmla="*/ 1427026 h 6855225"/>
              <a:gd name="connsiteX560" fmla="*/ 1596723 w 12199799"/>
              <a:gd name="connsiteY560" fmla="*/ 973724 h 6855225"/>
              <a:gd name="connsiteX561" fmla="*/ 2447286 w 12199799"/>
              <a:gd name="connsiteY561" fmla="*/ 520423 h 6855225"/>
              <a:gd name="connsiteX562" fmla="*/ 2447286 w 12199799"/>
              <a:gd name="connsiteY562" fmla="*/ 1427024 h 6855225"/>
              <a:gd name="connsiteX563" fmla="*/ 3228839 w 12199799"/>
              <a:gd name="connsiteY563" fmla="*/ 973723 h 6855225"/>
              <a:gd name="connsiteX564" fmla="*/ 6523688 w 12199799"/>
              <a:gd name="connsiteY564" fmla="*/ 25693 h 6855225"/>
              <a:gd name="connsiteX565" fmla="*/ 6523688 w 12199799"/>
              <a:gd name="connsiteY565" fmla="*/ 932293 h 6855225"/>
              <a:gd name="connsiteX566" fmla="*/ 7305243 w 12199799"/>
              <a:gd name="connsiteY566" fmla="*/ 478993 h 6855225"/>
              <a:gd name="connsiteX567" fmla="*/ 8120394 w 12199799"/>
              <a:gd name="connsiteY567" fmla="*/ 25693 h 6855225"/>
              <a:gd name="connsiteX568" fmla="*/ 7338859 w 12199799"/>
              <a:gd name="connsiteY568" fmla="*/ 478992 h 6855225"/>
              <a:gd name="connsiteX569" fmla="*/ 8120394 w 12199799"/>
              <a:gd name="connsiteY569" fmla="*/ 932291 h 6855225"/>
              <a:gd name="connsiteX570" fmla="*/ 8154013 w 12199799"/>
              <a:gd name="connsiteY570" fmla="*/ 25692 h 6855225"/>
              <a:gd name="connsiteX571" fmla="*/ 8154013 w 12199799"/>
              <a:gd name="connsiteY571" fmla="*/ 932292 h 6855225"/>
              <a:gd name="connsiteX572" fmla="*/ 8935564 w 12199799"/>
              <a:gd name="connsiteY572" fmla="*/ 478992 h 6855225"/>
              <a:gd name="connsiteX573" fmla="*/ 9752510 w 12199799"/>
              <a:gd name="connsiteY573" fmla="*/ 25691 h 6855225"/>
              <a:gd name="connsiteX574" fmla="*/ 8970960 w 12199799"/>
              <a:gd name="connsiteY574" fmla="*/ 478990 h 6855225"/>
              <a:gd name="connsiteX575" fmla="*/ 9752510 w 12199799"/>
              <a:gd name="connsiteY575" fmla="*/ 932290 h 6855225"/>
              <a:gd name="connsiteX576" fmla="*/ 9786127 w 12199799"/>
              <a:gd name="connsiteY576" fmla="*/ 25691 h 6855225"/>
              <a:gd name="connsiteX577" fmla="*/ 9786127 w 12199799"/>
              <a:gd name="connsiteY577" fmla="*/ 932290 h 6855225"/>
              <a:gd name="connsiteX578" fmla="*/ 10567678 w 12199799"/>
              <a:gd name="connsiteY578" fmla="*/ 478990 h 6855225"/>
              <a:gd name="connsiteX579" fmla="*/ 11384626 w 12199799"/>
              <a:gd name="connsiteY579" fmla="*/ 25690 h 6855225"/>
              <a:gd name="connsiteX580" fmla="*/ 10603073 w 12199799"/>
              <a:gd name="connsiteY580" fmla="*/ 478989 h 6855225"/>
              <a:gd name="connsiteX581" fmla="*/ 11384626 w 12199799"/>
              <a:gd name="connsiteY581" fmla="*/ 932289 h 6855225"/>
              <a:gd name="connsiteX582" fmla="*/ 11418244 w 12199799"/>
              <a:gd name="connsiteY582" fmla="*/ 25689 h 6855225"/>
              <a:gd name="connsiteX583" fmla="*/ 11418244 w 12199799"/>
              <a:gd name="connsiteY583" fmla="*/ 932289 h 6855225"/>
              <a:gd name="connsiteX584" fmla="*/ 12199794 w 12199799"/>
              <a:gd name="connsiteY584" fmla="*/ 478989 h 6855225"/>
              <a:gd name="connsiteX585" fmla="*/ 3261235 w 12199799"/>
              <a:gd name="connsiteY585" fmla="*/ 25684 h 6855225"/>
              <a:gd name="connsiteX586" fmla="*/ 3261235 w 12199799"/>
              <a:gd name="connsiteY586" fmla="*/ 932284 h 6855225"/>
              <a:gd name="connsiteX587" fmla="*/ 4042787 w 12199799"/>
              <a:gd name="connsiteY587" fmla="*/ 478984 h 6855225"/>
              <a:gd name="connsiteX588" fmla="*/ 4857957 w 12199799"/>
              <a:gd name="connsiteY588" fmla="*/ 25684 h 6855225"/>
              <a:gd name="connsiteX589" fmla="*/ 4076405 w 12199799"/>
              <a:gd name="connsiteY589" fmla="*/ 478983 h 6855225"/>
              <a:gd name="connsiteX590" fmla="*/ 4857957 w 12199799"/>
              <a:gd name="connsiteY590" fmla="*/ 932283 h 6855225"/>
              <a:gd name="connsiteX591" fmla="*/ 4891576 w 12199799"/>
              <a:gd name="connsiteY591" fmla="*/ 25683 h 6855225"/>
              <a:gd name="connsiteX592" fmla="*/ 4891576 w 12199799"/>
              <a:gd name="connsiteY592" fmla="*/ 932283 h 6855225"/>
              <a:gd name="connsiteX593" fmla="*/ 5673128 w 12199799"/>
              <a:gd name="connsiteY593" fmla="*/ 478983 h 6855225"/>
              <a:gd name="connsiteX594" fmla="*/ 6490069 w 12199799"/>
              <a:gd name="connsiteY594" fmla="*/ 25682 h 6855225"/>
              <a:gd name="connsiteX595" fmla="*/ 5708521 w 12199799"/>
              <a:gd name="connsiteY595" fmla="*/ 478981 h 6855225"/>
              <a:gd name="connsiteX596" fmla="*/ 6490069 w 12199799"/>
              <a:gd name="connsiteY596" fmla="*/ 932282 h 6855225"/>
              <a:gd name="connsiteX597" fmla="*/ 0 w 12199799"/>
              <a:gd name="connsiteY597" fmla="*/ 25678 h 6855225"/>
              <a:gd name="connsiteX598" fmla="*/ 0 w 12199799"/>
              <a:gd name="connsiteY598" fmla="*/ 932279 h 6855225"/>
              <a:gd name="connsiteX599" fmla="*/ 781552 w 12199799"/>
              <a:gd name="connsiteY599" fmla="*/ 478978 h 6855225"/>
              <a:gd name="connsiteX600" fmla="*/ 1596722 w 12199799"/>
              <a:gd name="connsiteY600" fmla="*/ 25677 h 6855225"/>
              <a:gd name="connsiteX601" fmla="*/ 815170 w 12199799"/>
              <a:gd name="connsiteY601" fmla="*/ 478977 h 6855225"/>
              <a:gd name="connsiteX602" fmla="*/ 1596722 w 12199799"/>
              <a:gd name="connsiteY602" fmla="*/ 932278 h 6855225"/>
              <a:gd name="connsiteX603" fmla="*/ 1630341 w 12199799"/>
              <a:gd name="connsiteY603" fmla="*/ 25677 h 6855225"/>
              <a:gd name="connsiteX604" fmla="*/ 1630341 w 12199799"/>
              <a:gd name="connsiteY604" fmla="*/ 932278 h 6855225"/>
              <a:gd name="connsiteX605" fmla="*/ 2411893 w 12199799"/>
              <a:gd name="connsiteY605" fmla="*/ 478978 h 6855225"/>
              <a:gd name="connsiteX606" fmla="*/ 3228838 w 12199799"/>
              <a:gd name="connsiteY606" fmla="*/ 25676 h 6855225"/>
              <a:gd name="connsiteX607" fmla="*/ 2447286 w 12199799"/>
              <a:gd name="connsiteY607" fmla="*/ 478976 h 6855225"/>
              <a:gd name="connsiteX608" fmla="*/ 3228838 w 12199799"/>
              <a:gd name="connsiteY608" fmla="*/ 932276 h 6855225"/>
              <a:gd name="connsiteX609" fmla="*/ 8098742 w 12199799"/>
              <a:gd name="connsiteY609" fmla="*/ 12 h 6855225"/>
              <a:gd name="connsiteX610" fmla="*/ 6544450 w 12199799"/>
              <a:gd name="connsiteY610" fmla="*/ 12 h 6855225"/>
              <a:gd name="connsiteX611" fmla="*/ 7321607 w 12199799"/>
              <a:gd name="connsiteY611" fmla="*/ 445615 h 6855225"/>
              <a:gd name="connsiteX612" fmla="*/ 9729969 w 12199799"/>
              <a:gd name="connsiteY612" fmla="*/ 12 h 6855225"/>
              <a:gd name="connsiteX613" fmla="*/ 8175665 w 12199799"/>
              <a:gd name="connsiteY613" fmla="*/ 12 h 6855225"/>
              <a:gd name="connsiteX614" fmla="*/ 8952816 w 12199799"/>
              <a:gd name="connsiteY614" fmla="*/ 445615 h 6855225"/>
              <a:gd name="connsiteX615" fmla="*/ 11361201 w 12199799"/>
              <a:gd name="connsiteY615" fmla="*/ 12 h 6855225"/>
              <a:gd name="connsiteX616" fmla="*/ 9806891 w 12199799"/>
              <a:gd name="connsiteY616" fmla="*/ 12 h 6855225"/>
              <a:gd name="connsiteX617" fmla="*/ 10584048 w 12199799"/>
              <a:gd name="connsiteY617" fmla="*/ 445615 h 6855225"/>
              <a:gd name="connsiteX618" fmla="*/ 4835861 w 12199799"/>
              <a:gd name="connsiteY618" fmla="*/ 7 h 6855225"/>
              <a:gd name="connsiteX619" fmla="*/ 3281555 w 12199799"/>
              <a:gd name="connsiteY619" fmla="*/ 7 h 6855225"/>
              <a:gd name="connsiteX620" fmla="*/ 4058708 w 12199799"/>
              <a:gd name="connsiteY620" fmla="*/ 445610 h 6855225"/>
              <a:gd name="connsiteX621" fmla="*/ 6467087 w 12199799"/>
              <a:gd name="connsiteY621" fmla="*/ 6 h 6855225"/>
              <a:gd name="connsiteX622" fmla="*/ 4912784 w 12199799"/>
              <a:gd name="connsiteY622" fmla="*/ 6 h 6855225"/>
              <a:gd name="connsiteX623" fmla="*/ 5689937 w 12199799"/>
              <a:gd name="connsiteY623" fmla="*/ 445610 h 6855225"/>
              <a:gd name="connsiteX624" fmla="*/ 1574626 w 12199799"/>
              <a:gd name="connsiteY624" fmla="*/ 1 h 6855225"/>
              <a:gd name="connsiteX625" fmla="*/ 20320 w 12199799"/>
              <a:gd name="connsiteY625" fmla="*/ 1 h 6855225"/>
              <a:gd name="connsiteX626" fmla="*/ 797473 w 12199799"/>
              <a:gd name="connsiteY626" fmla="*/ 445605 h 6855225"/>
              <a:gd name="connsiteX627" fmla="*/ 3205855 w 12199799"/>
              <a:gd name="connsiteY627" fmla="*/ 0 h 6855225"/>
              <a:gd name="connsiteX628" fmla="*/ 1651549 w 12199799"/>
              <a:gd name="connsiteY628" fmla="*/ 0 h 6855225"/>
              <a:gd name="connsiteX629" fmla="*/ 2428702 w 12199799"/>
              <a:gd name="connsiteY629" fmla="*/ 445604 h 6855225"/>
              <a:gd name="connsiteX630" fmla="*/ 12191998 w 12199799"/>
              <a:gd name="connsiteY630" fmla="*/ 0 h 6855225"/>
              <a:gd name="connsiteX631" fmla="*/ 11438139 w 12199799"/>
              <a:gd name="connsiteY631" fmla="*/ 0 h 6855225"/>
              <a:gd name="connsiteX632" fmla="*/ 12191998 w 12199799"/>
              <a:gd name="connsiteY632" fmla="*/ 432248 h 68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</a:cxnLst>
            <a:rect l="l" t="t" r="r" b="b"/>
            <a:pathLst>
              <a:path w="12199799" h="6855225">
                <a:moveTo>
                  <a:pt x="12191972" y="6422977"/>
                </a:moveTo>
                <a:lnTo>
                  <a:pt x="11438115" y="6855225"/>
                </a:lnTo>
                <a:lnTo>
                  <a:pt x="12191972" y="6855225"/>
                </a:lnTo>
                <a:close/>
                <a:moveTo>
                  <a:pt x="797473" y="6406846"/>
                </a:moveTo>
                <a:lnTo>
                  <a:pt x="20320" y="6852450"/>
                </a:lnTo>
                <a:lnTo>
                  <a:pt x="1574626" y="6852450"/>
                </a:lnTo>
                <a:close/>
                <a:moveTo>
                  <a:pt x="2428702" y="6406846"/>
                </a:moveTo>
                <a:lnTo>
                  <a:pt x="1651549" y="6852450"/>
                </a:lnTo>
                <a:lnTo>
                  <a:pt x="3205855" y="6852450"/>
                </a:lnTo>
                <a:close/>
                <a:moveTo>
                  <a:pt x="4058708" y="6406846"/>
                </a:moveTo>
                <a:lnTo>
                  <a:pt x="3281555" y="6852450"/>
                </a:lnTo>
                <a:lnTo>
                  <a:pt x="4835861" y="6852450"/>
                </a:lnTo>
                <a:close/>
                <a:moveTo>
                  <a:pt x="5689937" y="6406846"/>
                </a:moveTo>
                <a:lnTo>
                  <a:pt x="4912784" y="6852450"/>
                </a:lnTo>
                <a:lnTo>
                  <a:pt x="6467087" y="6852450"/>
                </a:lnTo>
                <a:close/>
                <a:moveTo>
                  <a:pt x="7321607" y="6406846"/>
                </a:moveTo>
                <a:lnTo>
                  <a:pt x="6544450" y="6852450"/>
                </a:lnTo>
                <a:lnTo>
                  <a:pt x="8098751" y="6852450"/>
                </a:lnTo>
                <a:close/>
                <a:moveTo>
                  <a:pt x="8952824" y="6406846"/>
                </a:moveTo>
                <a:lnTo>
                  <a:pt x="8175673" y="6852450"/>
                </a:lnTo>
                <a:lnTo>
                  <a:pt x="9729977" y="6852450"/>
                </a:lnTo>
                <a:close/>
                <a:moveTo>
                  <a:pt x="10584056" y="6406846"/>
                </a:moveTo>
                <a:lnTo>
                  <a:pt x="9806900" y="6852450"/>
                </a:lnTo>
                <a:lnTo>
                  <a:pt x="11361208" y="6852450"/>
                </a:lnTo>
                <a:close/>
                <a:moveTo>
                  <a:pt x="1596722" y="5924618"/>
                </a:moveTo>
                <a:lnTo>
                  <a:pt x="815170" y="6377918"/>
                </a:lnTo>
                <a:lnTo>
                  <a:pt x="1596722" y="6831220"/>
                </a:lnTo>
                <a:close/>
                <a:moveTo>
                  <a:pt x="3228838" y="5924618"/>
                </a:moveTo>
                <a:lnTo>
                  <a:pt x="2447286" y="6377918"/>
                </a:lnTo>
                <a:lnTo>
                  <a:pt x="3228838" y="6831220"/>
                </a:lnTo>
                <a:close/>
                <a:moveTo>
                  <a:pt x="4857957" y="5924618"/>
                </a:moveTo>
                <a:lnTo>
                  <a:pt x="4076405" y="6377918"/>
                </a:lnTo>
                <a:lnTo>
                  <a:pt x="4857957" y="6831220"/>
                </a:lnTo>
                <a:close/>
                <a:moveTo>
                  <a:pt x="6490069" y="5924618"/>
                </a:moveTo>
                <a:lnTo>
                  <a:pt x="5708521" y="6377918"/>
                </a:lnTo>
                <a:lnTo>
                  <a:pt x="6490069" y="6831220"/>
                </a:lnTo>
                <a:close/>
                <a:moveTo>
                  <a:pt x="8120394" y="5924618"/>
                </a:moveTo>
                <a:lnTo>
                  <a:pt x="7338859" y="6377918"/>
                </a:lnTo>
                <a:lnTo>
                  <a:pt x="8120394" y="6831220"/>
                </a:lnTo>
                <a:close/>
                <a:moveTo>
                  <a:pt x="9752510" y="5924618"/>
                </a:moveTo>
                <a:lnTo>
                  <a:pt x="8970960" y="6377918"/>
                </a:lnTo>
                <a:lnTo>
                  <a:pt x="9752510" y="6831220"/>
                </a:lnTo>
                <a:close/>
                <a:moveTo>
                  <a:pt x="11384629" y="5924618"/>
                </a:moveTo>
                <a:lnTo>
                  <a:pt x="10603077" y="6377918"/>
                </a:lnTo>
                <a:lnTo>
                  <a:pt x="11384629" y="6831220"/>
                </a:lnTo>
                <a:close/>
                <a:moveTo>
                  <a:pt x="0" y="5924618"/>
                </a:moveTo>
                <a:lnTo>
                  <a:pt x="0" y="6831220"/>
                </a:lnTo>
                <a:lnTo>
                  <a:pt x="781552" y="6377919"/>
                </a:lnTo>
                <a:close/>
                <a:moveTo>
                  <a:pt x="1630341" y="5924618"/>
                </a:moveTo>
                <a:lnTo>
                  <a:pt x="1630341" y="6831220"/>
                </a:lnTo>
                <a:lnTo>
                  <a:pt x="2411893" y="6377919"/>
                </a:lnTo>
                <a:close/>
                <a:moveTo>
                  <a:pt x="3261235" y="5924618"/>
                </a:moveTo>
                <a:lnTo>
                  <a:pt x="3261235" y="6831220"/>
                </a:lnTo>
                <a:lnTo>
                  <a:pt x="4042787" y="6377919"/>
                </a:lnTo>
                <a:close/>
                <a:moveTo>
                  <a:pt x="4891576" y="5924618"/>
                </a:moveTo>
                <a:lnTo>
                  <a:pt x="4891576" y="6831220"/>
                </a:lnTo>
                <a:lnTo>
                  <a:pt x="5673128" y="6377919"/>
                </a:lnTo>
                <a:close/>
                <a:moveTo>
                  <a:pt x="6523688" y="5924618"/>
                </a:moveTo>
                <a:lnTo>
                  <a:pt x="6523688" y="6831220"/>
                </a:lnTo>
                <a:lnTo>
                  <a:pt x="7305243" y="6377919"/>
                </a:lnTo>
                <a:close/>
                <a:moveTo>
                  <a:pt x="8154013" y="5924618"/>
                </a:moveTo>
                <a:lnTo>
                  <a:pt x="8154013" y="6831220"/>
                </a:lnTo>
                <a:lnTo>
                  <a:pt x="8935564" y="6377919"/>
                </a:lnTo>
                <a:close/>
                <a:moveTo>
                  <a:pt x="9786128" y="5924618"/>
                </a:moveTo>
                <a:lnTo>
                  <a:pt x="9786128" y="6831220"/>
                </a:lnTo>
                <a:lnTo>
                  <a:pt x="10567682" y="6377919"/>
                </a:lnTo>
                <a:close/>
                <a:moveTo>
                  <a:pt x="11418248" y="5924618"/>
                </a:moveTo>
                <a:lnTo>
                  <a:pt x="11418248" y="6831220"/>
                </a:lnTo>
                <a:lnTo>
                  <a:pt x="12199798" y="6377919"/>
                </a:lnTo>
                <a:close/>
                <a:moveTo>
                  <a:pt x="781554" y="5438511"/>
                </a:moveTo>
                <a:lnTo>
                  <a:pt x="1" y="5891812"/>
                </a:lnTo>
                <a:lnTo>
                  <a:pt x="781554" y="6345112"/>
                </a:lnTo>
                <a:close/>
                <a:moveTo>
                  <a:pt x="815170" y="5438511"/>
                </a:moveTo>
                <a:lnTo>
                  <a:pt x="815170" y="6345112"/>
                </a:lnTo>
                <a:lnTo>
                  <a:pt x="1596723" y="5891811"/>
                </a:lnTo>
                <a:close/>
                <a:moveTo>
                  <a:pt x="2411894" y="5438511"/>
                </a:moveTo>
                <a:lnTo>
                  <a:pt x="1630341" y="5891812"/>
                </a:lnTo>
                <a:lnTo>
                  <a:pt x="2411894" y="6345112"/>
                </a:lnTo>
                <a:close/>
                <a:moveTo>
                  <a:pt x="2447286" y="5438511"/>
                </a:moveTo>
                <a:lnTo>
                  <a:pt x="2447286" y="6345112"/>
                </a:lnTo>
                <a:lnTo>
                  <a:pt x="3228839" y="5891811"/>
                </a:lnTo>
                <a:close/>
                <a:moveTo>
                  <a:pt x="4042789" y="5438511"/>
                </a:moveTo>
                <a:lnTo>
                  <a:pt x="3261236" y="5891812"/>
                </a:lnTo>
                <a:lnTo>
                  <a:pt x="4042789" y="6345112"/>
                </a:lnTo>
                <a:close/>
                <a:moveTo>
                  <a:pt x="4076405" y="5438511"/>
                </a:moveTo>
                <a:lnTo>
                  <a:pt x="4076405" y="6345112"/>
                </a:lnTo>
                <a:lnTo>
                  <a:pt x="4857958" y="5891811"/>
                </a:lnTo>
                <a:close/>
                <a:moveTo>
                  <a:pt x="5673129" y="5438511"/>
                </a:moveTo>
                <a:lnTo>
                  <a:pt x="4891576" y="5891812"/>
                </a:lnTo>
                <a:lnTo>
                  <a:pt x="5673129" y="6345112"/>
                </a:lnTo>
                <a:close/>
                <a:moveTo>
                  <a:pt x="5708521" y="5438511"/>
                </a:moveTo>
                <a:lnTo>
                  <a:pt x="5708521" y="6345112"/>
                </a:lnTo>
                <a:lnTo>
                  <a:pt x="6490069" y="5891811"/>
                </a:lnTo>
                <a:close/>
                <a:moveTo>
                  <a:pt x="7305243" y="5438511"/>
                </a:moveTo>
                <a:lnTo>
                  <a:pt x="6523688" y="5891812"/>
                </a:lnTo>
                <a:lnTo>
                  <a:pt x="7305243" y="6345112"/>
                </a:lnTo>
                <a:close/>
                <a:moveTo>
                  <a:pt x="7338859" y="5438511"/>
                </a:moveTo>
                <a:lnTo>
                  <a:pt x="7338859" y="6345112"/>
                </a:lnTo>
                <a:lnTo>
                  <a:pt x="8120395" y="5891811"/>
                </a:lnTo>
                <a:close/>
                <a:moveTo>
                  <a:pt x="8935566" y="5438511"/>
                </a:moveTo>
                <a:lnTo>
                  <a:pt x="8154014" y="5891812"/>
                </a:lnTo>
                <a:lnTo>
                  <a:pt x="8935566" y="6345112"/>
                </a:lnTo>
                <a:close/>
                <a:moveTo>
                  <a:pt x="8970959" y="5438511"/>
                </a:moveTo>
                <a:lnTo>
                  <a:pt x="8970959" y="6345112"/>
                </a:lnTo>
                <a:lnTo>
                  <a:pt x="9752511" y="5891811"/>
                </a:lnTo>
                <a:close/>
                <a:moveTo>
                  <a:pt x="10567683" y="5438511"/>
                </a:moveTo>
                <a:lnTo>
                  <a:pt x="9786128" y="5891812"/>
                </a:lnTo>
                <a:lnTo>
                  <a:pt x="10567683" y="6345112"/>
                </a:lnTo>
                <a:close/>
                <a:moveTo>
                  <a:pt x="10603076" y="5438511"/>
                </a:moveTo>
                <a:lnTo>
                  <a:pt x="10603076" y="6345112"/>
                </a:lnTo>
                <a:lnTo>
                  <a:pt x="11384630" y="5891811"/>
                </a:lnTo>
                <a:close/>
                <a:moveTo>
                  <a:pt x="12199799" y="5438511"/>
                </a:moveTo>
                <a:lnTo>
                  <a:pt x="11418248" y="5891812"/>
                </a:lnTo>
                <a:lnTo>
                  <a:pt x="12199799" y="6345112"/>
                </a:lnTo>
                <a:close/>
                <a:moveTo>
                  <a:pt x="1596722" y="4943763"/>
                </a:moveTo>
                <a:lnTo>
                  <a:pt x="815170" y="5397063"/>
                </a:lnTo>
                <a:lnTo>
                  <a:pt x="1596722" y="5850364"/>
                </a:lnTo>
                <a:close/>
                <a:moveTo>
                  <a:pt x="3228838" y="4943763"/>
                </a:moveTo>
                <a:lnTo>
                  <a:pt x="2447286" y="5397063"/>
                </a:lnTo>
                <a:lnTo>
                  <a:pt x="3228838" y="5850364"/>
                </a:lnTo>
                <a:close/>
                <a:moveTo>
                  <a:pt x="4857957" y="4943763"/>
                </a:moveTo>
                <a:lnTo>
                  <a:pt x="4076405" y="5397063"/>
                </a:lnTo>
                <a:lnTo>
                  <a:pt x="4857957" y="5850364"/>
                </a:lnTo>
                <a:close/>
                <a:moveTo>
                  <a:pt x="6490069" y="4943763"/>
                </a:moveTo>
                <a:lnTo>
                  <a:pt x="5708521" y="5397063"/>
                </a:lnTo>
                <a:lnTo>
                  <a:pt x="6490069" y="5850364"/>
                </a:lnTo>
                <a:close/>
                <a:moveTo>
                  <a:pt x="8120394" y="4943763"/>
                </a:moveTo>
                <a:lnTo>
                  <a:pt x="7338859" y="5397063"/>
                </a:lnTo>
                <a:lnTo>
                  <a:pt x="8120394" y="5850364"/>
                </a:lnTo>
                <a:close/>
                <a:moveTo>
                  <a:pt x="9752510" y="4943763"/>
                </a:moveTo>
                <a:lnTo>
                  <a:pt x="8970960" y="5397063"/>
                </a:lnTo>
                <a:lnTo>
                  <a:pt x="9752510" y="5850364"/>
                </a:lnTo>
                <a:close/>
                <a:moveTo>
                  <a:pt x="11384629" y="4943763"/>
                </a:moveTo>
                <a:lnTo>
                  <a:pt x="10603076" y="5397063"/>
                </a:lnTo>
                <a:lnTo>
                  <a:pt x="11384629" y="5850364"/>
                </a:lnTo>
                <a:close/>
                <a:moveTo>
                  <a:pt x="0" y="4943763"/>
                </a:moveTo>
                <a:lnTo>
                  <a:pt x="0" y="5850365"/>
                </a:lnTo>
                <a:lnTo>
                  <a:pt x="781552" y="5397064"/>
                </a:lnTo>
                <a:close/>
                <a:moveTo>
                  <a:pt x="1630341" y="4943763"/>
                </a:moveTo>
                <a:lnTo>
                  <a:pt x="1630341" y="5850365"/>
                </a:lnTo>
                <a:lnTo>
                  <a:pt x="2411893" y="5397064"/>
                </a:lnTo>
                <a:close/>
                <a:moveTo>
                  <a:pt x="3261235" y="4943763"/>
                </a:moveTo>
                <a:lnTo>
                  <a:pt x="3261235" y="5850365"/>
                </a:lnTo>
                <a:lnTo>
                  <a:pt x="4042787" y="5397064"/>
                </a:lnTo>
                <a:close/>
                <a:moveTo>
                  <a:pt x="4891576" y="4943763"/>
                </a:moveTo>
                <a:lnTo>
                  <a:pt x="4891576" y="5850365"/>
                </a:lnTo>
                <a:lnTo>
                  <a:pt x="5673128" y="5397064"/>
                </a:lnTo>
                <a:close/>
                <a:moveTo>
                  <a:pt x="6523688" y="4943763"/>
                </a:moveTo>
                <a:lnTo>
                  <a:pt x="6523688" y="5850365"/>
                </a:lnTo>
                <a:lnTo>
                  <a:pt x="7305243" y="5397064"/>
                </a:lnTo>
                <a:close/>
                <a:moveTo>
                  <a:pt x="8154013" y="4943763"/>
                </a:moveTo>
                <a:lnTo>
                  <a:pt x="8154013" y="5850365"/>
                </a:lnTo>
                <a:lnTo>
                  <a:pt x="8935564" y="5397064"/>
                </a:lnTo>
                <a:close/>
                <a:moveTo>
                  <a:pt x="9786128" y="4943763"/>
                </a:moveTo>
                <a:lnTo>
                  <a:pt x="9786128" y="5850365"/>
                </a:lnTo>
                <a:lnTo>
                  <a:pt x="10567681" y="5397064"/>
                </a:lnTo>
                <a:close/>
                <a:moveTo>
                  <a:pt x="11418247" y="4943763"/>
                </a:moveTo>
                <a:lnTo>
                  <a:pt x="11418247" y="5850365"/>
                </a:lnTo>
                <a:lnTo>
                  <a:pt x="12199798" y="5397064"/>
                </a:lnTo>
                <a:close/>
                <a:moveTo>
                  <a:pt x="781554" y="4455068"/>
                </a:moveTo>
                <a:lnTo>
                  <a:pt x="1" y="4908369"/>
                </a:lnTo>
                <a:lnTo>
                  <a:pt x="781554" y="5361669"/>
                </a:lnTo>
                <a:close/>
                <a:moveTo>
                  <a:pt x="815170" y="4455068"/>
                </a:moveTo>
                <a:lnTo>
                  <a:pt x="815170" y="5361669"/>
                </a:lnTo>
                <a:lnTo>
                  <a:pt x="1596723" y="4908368"/>
                </a:lnTo>
                <a:close/>
                <a:moveTo>
                  <a:pt x="2411894" y="4455068"/>
                </a:moveTo>
                <a:lnTo>
                  <a:pt x="1630341" y="4908369"/>
                </a:lnTo>
                <a:lnTo>
                  <a:pt x="2411894" y="5361669"/>
                </a:lnTo>
                <a:close/>
                <a:moveTo>
                  <a:pt x="2447286" y="4455068"/>
                </a:moveTo>
                <a:lnTo>
                  <a:pt x="2447286" y="5361669"/>
                </a:lnTo>
                <a:lnTo>
                  <a:pt x="3228839" y="4908368"/>
                </a:lnTo>
                <a:close/>
                <a:moveTo>
                  <a:pt x="4042789" y="4455068"/>
                </a:moveTo>
                <a:lnTo>
                  <a:pt x="3261236" y="4908369"/>
                </a:lnTo>
                <a:lnTo>
                  <a:pt x="4042789" y="5361669"/>
                </a:lnTo>
                <a:close/>
                <a:moveTo>
                  <a:pt x="4076405" y="4455068"/>
                </a:moveTo>
                <a:lnTo>
                  <a:pt x="4076405" y="5361669"/>
                </a:lnTo>
                <a:lnTo>
                  <a:pt x="4857958" y="4908368"/>
                </a:lnTo>
                <a:close/>
                <a:moveTo>
                  <a:pt x="5673129" y="4455068"/>
                </a:moveTo>
                <a:lnTo>
                  <a:pt x="4891576" y="4908369"/>
                </a:lnTo>
                <a:lnTo>
                  <a:pt x="5673129" y="5361669"/>
                </a:lnTo>
                <a:close/>
                <a:moveTo>
                  <a:pt x="5708521" y="4455068"/>
                </a:moveTo>
                <a:lnTo>
                  <a:pt x="5708521" y="5361669"/>
                </a:lnTo>
                <a:lnTo>
                  <a:pt x="6490069" y="4908368"/>
                </a:lnTo>
                <a:close/>
                <a:moveTo>
                  <a:pt x="7305243" y="4455068"/>
                </a:moveTo>
                <a:lnTo>
                  <a:pt x="6523688" y="4908369"/>
                </a:lnTo>
                <a:lnTo>
                  <a:pt x="7305243" y="5361669"/>
                </a:lnTo>
                <a:close/>
                <a:moveTo>
                  <a:pt x="7338859" y="4455068"/>
                </a:moveTo>
                <a:lnTo>
                  <a:pt x="7338859" y="5361669"/>
                </a:lnTo>
                <a:lnTo>
                  <a:pt x="8120395" y="4908368"/>
                </a:lnTo>
                <a:close/>
                <a:moveTo>
                  <a:pt x="8935566" y="4455068"/>
                </a:moveTo>
                <a:lnTo>
                  <a:pt x="8154014" y="4908369"/>
                </a:lnTo>
                <a:lnTo>
                  <a:pt x="8935566" y="5361669"/>
                </a:lnTo>
                <a:close/>
                <a:moveTo>
                  <a:pt x="8970959" y="4455068"/>
                </a:moveTo>
                <a:lnTo>
                  <a:pt x="8970959" y="5361669"/>
                </a:lnTo>
                <a:lnTo>
                  <a:pt x="9752511" y="4908368"/>
                </a:lnTo>
                <a:close/>
                <a:moveTo>
                  <a:pt x="10567683" y="4455068"/>
                </a:moveTo>
                <a:lnTo>
                  <a:pt x="9786128" y="4908369"/>
                </a:lnTo>
                <a:lnTo>
                  <a:pt x="10567683" y="5361669"/>
                </a:lnTo>
                <a:close/>
                <a:moveTo>
                  <a:pt x="10603076" y="4455068"/>
                </a:moveTo>
                <a:lnTo>
                  <a:pt x="10603076" y="5361669"/>
                </a:lnTo>
                <a:lnTo>
                  <a:pt x="11384629" y="4908368"/>
                </a:lnTo>
                <a:close/>
                <a:moveTo>
                  <a:pt x="12199799" y="4455068"/>
                </a:moveTo>
                <a:lnTo>
                  <a:pt x="11418247" y="4908369"/>
                </a:lnTo>
                <a:lnTo>
                  <a:pt x="12199799" y="5361669"/>
                </a:lnTo>
                <a:close/>
                <a:moveTo>
                  <a:pt x="1596722" y="3960320"/>
                </a:moveTo>
                <a:lnTo>
                  <a:pt x="815170" y="4413620"/>
                </a:lnTo>
                <a:lnTo>
                  <a:pt x="1596722" y="4866921"/>
                </a:lnTo>
                <a:close/>
                <a:moveTo>
                  <a:pt x="3228838" y="3960320"/>
                </a:moveTo>
                <a:lnTo>
                  <a:pt x="2447286" y="4413620"/>
                </a:lnTo>
                <a:lnTo>
                  <a:pt x="3228838" y="4866921"/>
                </a:lnTo>
                <a:close/>
                <a:moveTo>
                  <a:pt x="4857957" y="3960320"/>
                </a:moveTo>
                <a:lnTo>
                  <a:pt x="4076405" y="4413620"/>
                </a:lnTo>
                <a:lnTo>
                  <a:pt x="4857957" y="4866921"/>
                </a:lnTo>
                <a:close/>
                <a:moveTo>
                  <a:pt x="6490069" y="3960320"/>
                </a:moveTo>
                <a:lnTo>
                  <a:pt x="5708521" y="4413620"/>
                </a:lnTo>
                <a:lnTo>
                  <a:pt x="6490069" y="4866921"/>
                </a:lnTo>
                <a:close/>
                <a:moveTo>
                  <a:pt x="8120394" y="3960320"/>
                </a:moveTo>
                <a:lnTo>
                  <a:pt x="7338859" y="4413620"/>
                </a:lnTo>
                <a:lnTo>
                  <a:pt x="8120394" y="4866921"/>
                </a:lnTo>
                <a:close/>
                <a:moveTo>
                  <a:pt x="9752510" y="3960320"/>
                </a:moveTo>
                <a:lnTo>
                  <a:pt x="8970960" y="4413620"/>
                </a:lnTo>
                <a:lnTo>
                  <a:pt x="9752510" y="4866921"/>
                </a:lnTo>
                <a:close/>
                <a:moveTo>
                  <a:pt x="11384629" y="3960320"/>
                </a:moveTo>
                <a:lnTo>
                  <a:pt x="10603076" y="4413620"/>
                </a:lnTo>
                <a:lnTo>
                  <a:pt x="11384629" y="4866921"/>
                </a:lnTo>
                <a:close/>
                <a:moveTo>
                  <a:pt x="0" y="3960320"/>
                </a:moveTo>
                <a:lnTo>
                  <a:pt x="0" y="4866922"/>
                </a:lnTo>
                <a:lnTo>
                  <a:pt x="781552" y="4413621"/>
                </a:lnTo>
                <a:close/>
                <a:moveTo>
                  <a:pt x="1630341" y="3960320"/>
                </a:moveTo>
                <a:lnTo>
                  <a:pt x="1630341" y="4866922"/>
                </a:lnTo>
                <a:lnTo>
                  <a:pt x="2411893" y="4413621"/>
                </a:lnTo>
                <a:close/>
                <a:moveTo>
                  <a:pt x="3261235" y="3960320"/>
                </a:moveTo>
                <a:lnTo>
                  <a:pt x="3261235" y="4866922"/>
                </a:lnTo>
                <a:lnTo>
                  <a:pt x="4042787" y="4413621"/>
                </a:lnTo>
                <a:close/>
                <a:moveTo>
                  <a:pt x="4891576" y="3960320"/>
                </a:moveTo>
                <a:lnTo>
                  <a:pt x="4891576" y="4866922"/>
                </a:lnTo>
                <a:lnTo>
                  <a:pt x="5673128" y="4413621"/>
                </a:lnTo>
                <a:close/>
                <a:moveTo>
                  <a:pt x="6523688" y="3960320"/>
                </a:moveTo>
                <a:lnTo>
                  <a:pt x="6523688" y="4866922"/>
                </a:lnTo>
                <a:lnTo>
                  <a:pt x="7305243" y="4413621"/>
                </a:lnTo>
                <a:close/>
                <a:moveTo>
                  <a:pt x="8154013" y="3960320"/>
                </a:moveTo>
                <a:lnTo>
                  <a:pt x="8154013" y="4866922"/>
                </a:lnTo>
                <a:lnTo>
                  <a:pt x="8935564" y="4413621"/>
                </a:lnTo>
                <a:close/>
                <a:moveTo>
                  <a:pt x="9786127" y="3960320"/>
                </a:moveTo>
                <a:lnTo>
                  <a:pt x="9786127" y="4866922"/>
                </a:lnTo>
                <a:lnTo>
                  <a:pt x="10567681" y="4413621"/>
                </a:lnTo>
                <a:close/>
                <a:moveTo>
                  <a:pt x="11418247" y="3960320"/>
                </a:moveTo>
                <a:lnTo>
                  <a:pt x="11418247" y="4866922"/>
                </a:lnTo>
                <a:lnTo>
                  <a:pt x="12199798" y="4413621"/>
                </a:lnTo>
                <a:close/>
                <a:moveTo>
                  <a:pt x="781554" y="3468161"/>
                </a:moveTo>
                <a:lnTo>
                  <a:pt x="1" y="3921462"/>
                </a:lnTo>
                <a:lnTo>
                  <a:pt x="781554" y="4374762"/>
                </a:lnTo>
                <a:close/>
                <a:moveTo>
                  <a:pt x="815170" y="3468161"/>
                </a:moveTo>
                <a:lnTo>
                  <a:pt x="815170" y="4374762"/>
                </a:lnTo>
                <a:lnTo>
                  <a:pt x="1596723" y="3921461"/>
                </a:lnTo>
                <a:close/>
                <a:moveTo>
                  <a:pt x="2411894" y="3468161"/>
                </a:moveTo>
                <a:lnTo>
                  <a:pt x="1630341" y="3921462"/>
                </a:lnTo>
                <a:lnTo>
                  <a:pt x="2411894" y="4374762"/>
                </a:lnTo>
                <a:close/>
                <a:moveTo>
                  <a:pt x="2447286" y="3468161"/>
                </a:moveTo>
                <a:lnTo>
                  <a:pt x="2447286" y="4374762"/>
                </a:lnTo>
                <a:lnTo>
                  <a:pt x="3228839" y="3921461"/>
                </a:lnTo>
                <a:close/>
                <a:moveTo>
                  <a:pt x="4042789" y="3468161"/>
                </a:moveTo>
                <a:lnTo>
                  <a:pt x="3261236" y="3921462"/>
                </a:lnTo>
                <a:lnTo>
                  <a:pt x="4042789" y="4374762"/>
                </a:lnTo>
                <a:close/>
                <a:moveTo>
                  <a:pt x="4076405" y="3468161"/>
                </a:moveTo>
                <a:lnTo>
                  <a:pt x="4076405" y="4374762"/>
                </a:lnTo>
                <a:lnTo>
                  <a:pt x="4857958" y="3921461"/>
                </a:lnTo>
                <a:close/>
                <a:moveTo>
                  <a:pt x="5673129" y="3468161"/>
                </a:moveTo>
                <a:lnTo>
                  <a:pt x="4891576" y="3921462"/>
                </a:lnTo>
                <a:lnTo>
                  <a:pt x="5673129" y="4374762"/>
                </a:lnTo>
                <a:close/>
                <a:moveTo>
                  <a:pt x="5708521" y="3468161"/>
                </a:moveTo>
                <a:lnTo>
                  <a:pt x="5708521" y="4374762"/>
                </a:lnTo>
                <a:lnTo>
                  <a:pt x="6490069" y="3921461"/>
                </a:lnTo>
                <a:close/>
                <a:moveTo>
                  <a:pt x="7305243" y="3468161"/>
                </a:moveTo>
                <a:lnTo>
                  <a:pt x="6523688" y="3921462"/>
                </a:lnTo>
                <a:lnTo>
                  <a:pt x="7305243" y="4374762"/>
                </a:lnTo>
                <a:close/>
                <a:moveTo>
                  <a:pt x="7338859" y="3468161"/>
                </a:moveTo>
                <a:lnTo>
                  <a:pt x="7338859" y="4374762"/>
                </a:lnTo>
                <a:lnTo>
                  <a:pt x="8120395" y="3921461"/>
                </a:lnTo>
                <a:close/>
                <a:moveTo>
                  <a:pt x="8935566" y="3468161"/>
                </a:moveTo>
                <a:lnTo>
                  <a:pt x="8154014" y="3921462"/>
                </a:lnTo>
                <a:lnTo>
                  <a:pt x="8935566" y="4374762"/>
                </a:lnTo>
                <a:close/>
                <a:moveTo>
                  <a:pt x="8970959" y="3468161"/>
                </a:moveTo>
                <a:lnTo>
                  <a:pt x="8970959" y="4374762"/>
                </a:lnTo>
                <a:lnTo>
                  <a:pt x="9752511" y="3921461"/>
                </a:lnTo>
                <a:close/>
                <a:moveTo>
                  <a:pt x="10567680" y="3468161"/>
                </a:moveTo>
                <a:lnTo>
                  <a:pt x="9786128" y="3921462"/>
                </a:lnTo>
                <a:lnTo>
                  <a:pt x="10567680" y="4374762"/>
                </a:lnTo>
                <a:close/>
                <a:moveTo>
                  <a:pt x="10603074" y="3468161"/>
                </a:moveTo>
                <a:lnTo>
                  <a:pt x="10603074" y="4374762"/>
                </a:lnTo>
                <a:lnTo>
                  <a:pt x="11384627" y="3921461"/>
                </a:lnTo>
                <a:close/>
                <a:moveTo>
                  <a:pt x="12199796" y="3468161"/>
                </a:moveTo>
                <a:lnTo>
                  <a:pt x="11418245" y="3921462"/>
                </a:lnTo>
                <a:lnTo>
                  <a:pt x="12199796" y="4374762"/>
                </a:lnTo>
                <a:close/>
                <a:moveTo>
                  <a:pt x="6523688" y="2973432"/>
                </a:moveTo>
                <a:lnTo>
                  <a:pt x="6523688" y="3880015"/>
                </a:lnTo>
                <a:lnTo>
                  <a:pt x="7305243" y="3426715"/>
                </a:lnTo>
                <a:close/>
                <a:moveTo>
                  <a:pt x="8120394" y="2973430"/>
                </a:moveTo>
                <a:lnTo>
                  <a:pt x="7338859" y="3426715"/>
                </a:lnTo>
                <a:lnTo>
                  <a:pt x="8120394" y="3880014"/>
                </a:lnTo>
                <a:close/>
                <a:moveTo>
                  <a:pt x="8154013" y="2973430"/>
                </a:moveTo>
                <a:lnTo>
                  <a:pt x="8154013" y="3880015"/>
                </a:lnTo>
                <a:lnTo>
                  <a:pt x="8935564" y="3426715"/>
                </a:lnTo>
                <a:close/>
                <a:moveTo>
                  <a:pt x="9752510" y="2973428"/>
                </a:moveTo>
                <a:lnTo>
                  <a:pt x="8970960" y="3426715"/>
                </a:lnTo>
                <a:lnTo>
                  <a:pt x="9752510" y="3880014"/>
                </a:lnTo>
                <a:close/>
                <a:moveTo>
                  <a:pt x="9786127" y="2973428"/>
                </a:moveTo>
                <a:lnTo>
                  <a:pt x="9786127" y="3880015"/>
                </a:lnTo>
                <a:lnTo>
                  <a:pt x="10567678" y="3426715"/>
                </a:lnTo>
                <a:close/>
                <a:moveTo>
                  <a:pt x="11384626" y="2973428"/>
                </a:moveTo>
                <a:lnTo>
                  <a:pt x="10603074" y="3426714"/>
                </a:lnTo>
                <a:lnTo>
                  <a:pt x="11384626" y="3880014"/>
                </a:lnTo>
                <a:close/>
                <a:moveTo>
                  <a:pt x="11418245" y="2973427"/>
                </a:moveTo>
                <a:lnTo>
                  <a:pt x="11418245" y="3880015"/>
                </a:lnTo>
                <a:lnTo>
                  <a:pt x="12199795" y="3426714"/>
                </a:lnTo>
                <a:close/>
                <a:moveTo>
                  <a:pt x="3261235" y="2973422"/>
                </a:moveTo>
                <a:lnTo>
                  <a:pt x="3261235" y="3880015"/>
                </a:lnTo>
                <a:lnTo>
                  <a:pt x="4042787" y="3426714"/>
                </a:lnTo>
                <a:close/>
                <a:moveTo>
                  <a:pt x="4857957" y="2973422"/>
                </a:moveTo>
                <a:lnTo>
                  <a:pt x="4076405" y="3426714"/>
                </a:lnTo>
                <a:lnTo>
                  <a:pt x="4857957" y="3880014"/>
                </a:lnTo>
                <a:close/>
                <a:moveTo>
                  <a:pt x="4891576" y="2973422"/>
                </a:moveTo>
                <a:lnTo>
                  <a:pt x="4891576" y="3880015"/>
                </a:lnTo>
                <a:lnTo>
                  <a:pt x="5673128" y="3426714"/>
                </a:lnTo>
                <a:close/>
                <a:moveTo>
                  <a:pt x="6490069" y="2973421"/>
                </a:moveTo>
                <a:lnTo>
                  <a:pt x="5708521" y="3426714"/>
                </a:lnTo>
                <a:lnTo>
                  <a:pt x="6490069" y="3880014"/>
                </a:lnTo>
                <a:close/>
                <a:moveTo>
                  <a:pt x="0" y="2973417"/>
                </a:moveTo>
                <a:lnTo>
                  <a:pt x="0" y="3880015"/>
                </a:lnTo>
                <a:lnTo>
                  <a:pt x="781552" y="3426714"/>
                </a:lnTo>
                <a:close/>
                <a:moveTo>
                  <a:pt x="1596722" y="2973417"/>
                </a:moveTo>
                <a:lnTo>
                  <a:pt x="815170" y="3426714"/>
                </a:lnTo>
                <a:lnTo>
                  <a:pt x="1596722" y="3880014"/>
                </a:lnTo>
                <a:close/>
                <a:moveTo>
                  <a:pt x="1630341" y="2973416"/>
                </a:moveTo>
                <a:lnTo>
                  <a:pt x="1630341" y="3880015"/>
                </a:lnTo>
                <a:lnTo>
                  <a:pt x="2411893" y="3426714"/>
                </a:lnTo>
                <a:close/>
                <a:moveTo>
                  <a:pt x="3228838" y="2973416"/>
                </a:moveTo>
                <a:lnTo>
                  <a:pt x="2447286" y="3426714"/>
                </a:lnTo>
                <a:lnTo>
                  <a:pt x="3228838" y="3880014"/>
                </a:lnTo>
                <a:close/>
                <a:moveTo>
                  <a:pt x="7305243" y="2484744"/>
                </a:moveTo>
                <a:lnTo>
                  <a:pt x="6523688" y="2938039"/>
                </a:lnTo>
                <a:lnTo>
                  <a:pt x="7305243" y="3391326"/>
                </a:lnTo>
                <a:close/>
                <a:moveTo>
                  <a:pt x="7338859" y="2484740"/>
                </a:moveTo>
                <a:lnTo>
                  <a:pt x="7338859" y="3391326"/>
                </a:lnTo>
                <a:lnTo>
                  <a:pt x="8120395" y="2938038"/>
                </a:lnTo>
                <a:close/>
                <a:moveTo>
                  <a:pt x="8935566" y="2484740"/>
                </a:moveTo>
                <a:lnTo>
                  <a:pt x="8154014" y="2938039"/>
                </a:lnTo>
                <a:lnTo>
                  <a:pt x="8935566" y="3391326"/>
                </a:lnTo>
                <a:close/>
                <a:moveTo>
                  <a:pt x="8970959" y="2484740"/>
                </a:moveTo>
                <a:lnTo>
                  <a:pt x="8970959" y="3391326"/>
                </a:lnTo>
                <a:lnTo>
                  <a:pt x="9752511" y="2938036"/>
                </a:lnTo>
                <a:close/>
                <a:moveTo>
                  <a:pt x="10567680" y="2484740"/>
                </a:moveTo>
                <a:lnTo>
                  <a:pt x="9786128" y="2938038"/>
                </a:lnTo>
                <a:lnTo>
                  <a:pt x="10567680" y="3391326"/>
                </a:lnTo>
                <a:close/>
                <a:moveTo>
                  <a:pt x="10603074" y="2484738"/>
                </a:moveTo>
                <a:lnTo>
                  <a:pt x="10603074" y="3391323"/>
                </a:lnTo>
                <a:lnTo>
                  <a:pt x="11384627" y="2938033"/>
                </a:lnTo>
                <a:close/>
                <a:moveTo>
                  <a:pt x="12199796" y="2484738"/>
                </a:moveTo>
                <a:lnTo>
                  <a:pt x="11418245" y="2938035"/>
                </a:lnTo>
                <a:lnTo>
                  <a:pt x="12199796" y="3391323"/>
                </a:lnTo>
                <a:close/>
                <a:moveTo>
                  <a:pt x="4042789" y="2484731"/>
                </a:moveTo>
                <a:lnTo>
                  <a:pt x="3261236" y="2938029"/>
                </a:lnTo>
                <a:lnTo>
                  <a:pt x="4042789" y="3391323"/>
                </a:lnTo>
                <a:close/>
                <a:moveTo>
                  <a:pt x="4076405" y="2484731"/>
                </a:moveTo>
                <a:lnTo>
                  <a:pt x="4076405" y="3391321"/>
                </a:lnTo>
                <a:lnTo>
                  <a:pt x="4857958" y="2938027"/>
                </a:lnTo>
                <a:close/>
                <a:moveTo>
                  <a:pt x="5673129" y="2484731"/>
                </a:moveTo>
                <a:lnTo>
                  <a:pt x="4891576" y="2938029"/>
                </a:lnTo>
                <a:lnTo>
                  <a:pt x="5673129" y="3391321"/>
                </a:lnTo>
                <a:close/>
                <a:moveTo>
                  <a:pt x="5708521" y="2484729"/>
                </a:moveTo>
                <a:lnTo>
                  <a:pt x="5708521" y="3391321"/>
                </a:lnTo>
                <a:lnTo>
                  <a:pt x="6490069" y="2938026"/>
                </a:lnTo>
                <a:close/>
                <a:moveTo>
                  <a:pt x="781554" y="2484725"/>
                </a:moveTo>
                <a:lnTo>
                  <a:pt x="1" y="2938024"/>
                </a:lnTo>
                <a:lnTo>
                  <a:pt x="781554" y="3391320"/>
                </a:lnTo>
                <a:close/>
                <a:moveTo>
                  <a:pt x="815170" y="2484723"/>
                </a:moveTo>
                <a:lnTo>
                  <a:pt x="815170" y="3391320"/>
                </a:lnTo>
                <a:lnTo>
                  <a:pt x="1596723" y="2938021"/>
                </a:lnTo>
                <a:close/>
                <a:moveTo>
                  <a:pt x="2411894" y="2484723"/>
                </a:moveTo>
                <a:lnTo>
                  <a:pt x="1630341" y="2938023"/>
                </a:lnTo>
                <a:lnTo>
                  <a:pt x="2411894" y="3391320"/>
                </a:lnTo>
                <a:close/>
                <a:moveTo>
                  <a:pt x="2447286" y="2484721"/>
                </a:moveTo>
                <a:lnTo>
                  <a:pt x="2447286" y="3391320"/>
                </a:lnTo>
                <a:lnTo>
                  <a:pt x="3228839" y="2938021"/>
                </a:lnTo>
                <a:close/>
                <a:moveTo>
                  <a:pt x="9752510" y="1989995"/>
                </a:moveTo>
                <a:lnTo>
                  <a:pt x="8970960" y="2443295"/>
                </a:lnTo>
                <a:lnTo>
                  <a:pt x="9752510" y="2896592"/>
                </a:lnTo>
                <a:close/>
                <a:moveTo>
                  <a:pt x="6523688" y="1989994"/>
                </a:moveTo>
                <a:lnTo>
                  <a:pt x="6523688" y="2896592"/>
                </a:lnTo>
                <a:lnTo>
                  <a:pt x="7305243" y="2443295"/>
                </a:lnTo>
                <a:close/>
                <a:moveTo>
                  <a:pt x="8120394" y="1989992"/>
                </a:moveTo>
                <a:lnTo>
                  <a:pt x="7338859" y="2443293"/>
                </a:lnTo>
                <a:lnTo>
                  <a:pt x="8120394" y="2896591"/>
                </a:lnTo>
                <a:close/>
                <a:moveTo>
                  <a:pt x="8154013" y="1989992"/>
                </a:moveTo>
                <a:lnTo>
                  <a:pt x="8154013" y="2896591"/>
                </a:lnTo>
                <a:lnTo>
                  <a:pt x="8935564" y="2443293"/>
                </a:lnTo>
                <a:close/>
                <a:moveTo>
                  <a:pt x="9786127" y="1989991"/>
                </a:moveTo>
                <a:lnTo>
                  <a:pt x="9786127" y="2896589"/>
                </a:lnTo>
                <a:lnTo>
                  <a:pt x="10567678" y="2443292"/>
                </a:lnTo>
                <a:close/>
                <a:moveTo>
                  <a:pt x="11384626" y="1989989"/>
                </a:moveTo>
                <a:lnTo>
                  <a:pt x="10603074" y="2443289"/>
                </a:lnTo>
                <a:lnTo>
                  <a:pt x="11384626" y="2896587"/>
                </a:lnTo>
                <a:close/>
                <a:moveTo>
                  <a:pt x="11418245" y="1989989"/>
                </a:moveTo>
                <a:lnTo>
                  <a:pt x="11418245" y="2896588"/>
                </a:lnTo>
                <a:lnTo>
                  <a:pt x="12199795" y="2443289"/>
                </a:lnTo>
                <a:close/>
                <a:moveTo>
                  <a:pt x="3261235" y="1989983"/>
                </a:moveTo>
                <a:lnTo>
                  <a:pt x="3261235" y="2896583"/>
                </a:lnTo>
                <a:lnTo>
                  <a:pt x="4042787" y="2443283"/>
                </a:lnTo>
                <a:close/>
                <a:moveTo>
                  <a:pt x="4857957" y="1989982"/>
                </a:moveTo>
                <a:lnTo>
                  <a:pt x="4076405" y="2443281"/>
                </a:lnTo>
                <a:lnTo>
                  <a:pt x="4857957" y="2896581"/>
                </a:lnTo>
                <a:close/>
                <a:moveTo>
                  <a:pt x="4891576" y="1989982"/>
                </a:moveTo>
                <a:lnTo>
                  <a:pt x="4891576" y="2896581"/>
                </a:lnTo>
                <a:lnTo>
                  <a:pt x="5673128" y="2443281"/>
                </a:lnTo>
                <a:close/>
                <a:moveTo>
                  <a:pt x="6490069" y="1989981"/>
                </a:moveTo>
                <a:lnTo>
                  <a:pt x="5708521" y="2443280"/>
                </a:lnTo>
                <a:lnTo>
                  <a:pt x="6490069" y="2896580"/>
                </a:lnTo>
                <a:close/>
                <a:moveTo>
                  <a:pt x="0" y="1989976"/>
                </a:moveTo>
                <a:lnTo>
                  <a:pt x="0" y="2896577"/>
                </a:lnTo>
                <a:lnTo>
                  <a:pt x="781552" y="2443276"/>
                </a:lnTo>
                <a:close/>
                <a:moveTo>
                  <a:pt x="1596722" y="1989975"/>
                </a:moveTo>
                <a:lnTo>
                  <a:pt x="815170" y="2443275"/>
                </a:lnTo>
                <a:lnTo>
                  <a:pt x="1596722" y="2896575"/>
                </a:lnTo>
                <a:close/>
                <a:moveTo>
                  <a:pt x="1630341" y="1989975"/>
                </a:moveTo>
                <a:lnTo>
                  <a:pt x="1630341" y="2896576"/>
                </a:lnTo>
                <a:lnTo>
                  <a:pt x="2411893" y="2443276"/>
                </a:lnTo>
                <a:close/>
                <a:moveTo>
                  <a:pt x="3228838" y="1989974"/>
                </a:moveTo>
                <a:lnTo>
                  <a:pt x="2447286" y="2443273"/>
                </a:lnTo>
                <a:lnTo>
                  <a:pt x="3228838" y="2896575"/>
                </a:lnTo>
                <a:close/>
                <a:moveTo>
                  <a:pt x="7305243" y="1503884"/>
                </a:moveTo>
                <a:lnTo>
                  <a:pt x="6523688" y="1957188"/>
                </a:lnTo>
                <a:lnTo>
                  <a:pt x="7305243" y="2410485"/>
                </a:lnTo>
                <a:close/>
                <a:moveTo>
                  <a:pt x="7338859" y="1503883"/>
                </a:moveTo>
                <a:lnTo>
                  <a:pt x="7338859" y="2410484"/>
                </a:lnTo>
                <a:lnTo>
                  <a:pt x="8120395" y="1957186"/>
                </a:lnTo>
                <a:close/>
                <a:moveTo>
                  <a:pt x="8935566" y="1503883"/>
                </a:moveTo>
                <a:lnTo>
                  <a:pt x="8154014" y="1957188"/>
                </a:lnTo>
                <a:lnTo>
                  <a:pt x="8935566" y="2410484"/>
                </a:lnTo>
                <a:close/>
                <a:moveTo>
                  <a:pt x="10567680" y="1503881"/>
                </a:moveTo>
                <a:lnTo>
                  <a:pt x="9786128" y="1957185"/>
                </a:lnTo>
                <a:lnTo>
                  <a:pt x="10567680" y="2410481"/>
                </a:lnTo>
                <a:close/>
                <a:moveTo>
                  <a:pt x="8970959" y="1503881"/>
                </a:moveTo>
                <a:lnTo>
                  <a:pt x="8970959" y="2410481"/>
                </a:lnTo>
                <a:lnTo>
                  <a:pt x="9752511" y="1957184"/>
                </a:lnTo>
                <a:close/>
                <a:moveTo>
                  <a:pt x="10603073" y="1503879"/>
                </a:moveTo>
                <a:lnTo>
                  <a:pt x="10603073" y="2410480"/>
                </a:lnTo>
                <a:lnTo>
                  <a:pt x="11384627" y="1957182"/>
                </a:lnTo>
                <a:close/>
                <a:moveTo>
                  <a:pt x="12199796" y="1503879"/>
                </a:moveTo>
                <a:lnTo>
                  <a:pt x="11418245" y="1957183"/>
                </a:lnTo>
                <a:lnTo>
                  <a:pt x="12199796" y="2410480"/>
                </a:lnTo>
                <a:close/>
                <a:moveTo>
                  <a:pt x="4042789" y="1503874"/>
                </a:moveTo>
                <a:lnTo>
                  <a:pt x="3261236" y="1957177"/>
                </a:lnTo>
                <a:lnTo>
                  <a:pt x="4042789" y="2410474"/>
                </a:lnTo>
                <a:close/>
                <a:moveTo>
                  <a:pt x="4076405" y="1503873"/>
                </a:moveTo>
                <a:lnTo>
                  <a:pt x="4076405" y="2410472"/>
                </a:lnTo>
                <a:lnTo>
                  <a:pt x="4857958" y="1957175"/>
                </a:lnTo>
                <a:close/>
                <a:moveTo>
                  <a:pt x="5673129" y="1503873"/>
                </a:moveTo>
                <a:lnTo>
                  <a:pt x="4891576" y="1957176"/>
                </a:lnTo>
                <a:lnTo>
                  <a:pt x="5673129" y="2410472"/>
                </a:lnTo>
                <a:close/>
                <a:moveTo>
                  <a:pt x="5708521" y="1503872"/>
                </a:moveTo>
                <a:lnTo>
                  <a:pt x="5708521" y="2410471"/>
                </a:lnTo>
                <a:lnTo>
                  <a:pt x="6490069" y="1957174"/>
                </a:lnTo>
                <a:close/>
                <a:moveTo>
                  <a:pt x="781554" y="1503868"/>
                </a:moveTo>
                <a:lnTo>
                  <a:pt x="1" y="1957170"/>
                </a:lnTo>
                <a:lnTo>
                  <a:pt x="781554" y="2410469"/>
                </a:lnTo>
                <a:close/>
                <a:moveTo>
                  <a:pt x="2411894" y="1503867"/>
                </a:moveTo>
                <a:lnTo>
                  <a:pt x="1630341" y="1957169"/>
                </a:lnTo>
                <a:lnTo>
                  <a:pt x="2411894" y="2410468"/>
                </a:lnTo>
                <a:close/>
                <a:moveTo>
                  <a:pt x="815170" y="1503867"/>
                </a:moveTo>
                <a:lnTo>
                  <a:pt x="815170" y="2410468"/>
                </a:lnTo>
                <a:lnTo>
                  <a:pt x="1596723" y="1957168"/>
                </a:lnTo>
                <a:close/>
                <a:moveTo>
                  <a:pt x="2447286" y="1503866"/>
                </a:moveTo>
                <a:lnTo>
                  <a:pt x="2447286" y="2410467"/>
                </a:lnTo>
                <a:lnTo>
                  <a:pt x="3228839" y="1957166"/>
                </a:lnTo>
                <a:close/>
                <a:moveTo>
                  <a:pt x="6523688" y="1009133"/>
                </a:moveTo>
                <a:lnTo>
                  <a:pt x="6523688" y="1915742"/>
                </a:lnTo>
                <a:lnTo>
                  <a:pt x="7305243" y="1462437"/>
                </a:lnTo>
                <a:close/>
                <a:moveTo>
                  <a:pt x="8120394" y="1009133"/>
                </a:moveTo>
                <a:lnTo>
                  <a:pt x="7338859" y="1462436"/>
                </a:lnTo>
                <a:lnTo>
                  <a:pt x="8120394" y="1915740"/>
                </a:lnTo>
                <a:close/>
                <a:moveTo>
                  <a:pt x="8154013" y="1009132"/>
                </a:moveTo>
                <a:lnTo>
                  <a:pt x="8154013" y="1915741"/>
                </a:lnTo>
                <a:lnTo>
                  <a:pt x="8935564" y="1462436"/>
                </a:lnTo>
                <a:close/>
                <a:moveTo>
                  <a:pt x="9752510" y="1009131"/>
                </a:moveTo>
                <a:lnTo>
                  <a:pt x="8970960" y="1462434"/>
                </a:lnTo>
                <a:lnTo>
                  <a:pt x="9752510" y="1915739"/>
                </a:lnTo>
                <a:close/>
                <a:moveTo>
                  <a:pt x="9786127" y="1009131"/>
                </a:moveTo>
                <a:lnTo>
                  <a:pt x="9786127" y="1915739"/>
                </a:lnTo>
                <a:lnTo>
                  <a:pt x="10567678" y="1462435"/>
                </a:lnTo>
                <a:close/>
                <a:moveTo>
                  <a:pt x="11384626" y="1009130"/>
                </a:moveTo>
                <a:lnTo>
                  <a:pt x="10603074" y="1462432"/>
                </a:lnTo>
                <a:lnTo>
                  <a:pt x="11384626" y="1915737"/>
                </a:lnTo>
                <a:close/>
                <a:moveTo>
                  <a:pt x="11418245" y="1009129"/>
                </a:moveTo>
                <a:lnTo>
                  <a:pt x="11418245" y="1915737"/>
                </a:lnTo>
                <a:lnTo>
                  <a:pt x="12199795" y="1462433"/>
                </a:lnTo>
                <a:close/>
                <a:moveTo>
                  <a:pt x="3261235" y="1009125"/>
                </a:moveTo>
                <a:lnTo>
                  <a:pt x="3261235" y="1915731"/>
                </a:lnTo>
                <a:lnTo>
                  <a:pt x="4042787" y="1462428"/>
                </a:lnTo>
                <a:close/>
                <a:moveTo>
                  <a:pt x="4857957" y="1009125"/>
                </a:moveTo>
                <a:lnTo>
                  <a:pt x="4076405" y="1462427"/>
                </a:lnTo>
                <a:lnTo>
                  <a:pt x="4857957" y="1915729"/>
                </a:lnTo>
                <a:close/>
                <a:moveTo>
                  <a:pt x="4891576" y="1009124"/>
                </a:moveTo>
                <a:lnTo>
                  <a:pt x="4891576" y="1915730"/>
                </a:lnTo>
                <a:lnTo>
                  <a:pt x="5673128" y="1462427"/>
                </a:lnTo>
                <a:close/>
                <a:moveTo>
                  <a:pt x="6490069" y="1009123"/>
                </a:moveTo>
                <a:lnTo>
                  <a:pt x="5708521" y="1462425"/>
                </a:lnTo>
                <a:lnTo>
                  <a:pt x="6490069" y="1915727"/>
                </a:lnTo>
                <a:close/>
                <a:moveTo>
                  <a:pt x="0" y="1009120"/>
                </a:moveTo>
                <a:lnTo>
                  <a:pt x="0" y="1915724"/>
                </a:lnTo>
                <a:lnTo>
                  <a:pt x="781552" y="1462422"/>
                </a:lnTo>
                <a:close/>
                <a:moveTo>
                  <a:pt x="1596722" y="1009119"/>
                </a:moveTo>
                <a:lnTo>
                  <a:pt x="815170" y="1462420"/>
                </a:lnTo>
                <a:lnTo>
                  <a:pt x="1596722" y="1915722"/>
                </a:lnTo>
                <a:close/>
                <a:moveTo>
                  <a:pt x="1630341" y="1009119"/>
                </a:moveTo>
                <a:lnTo>
                  <a:pt x="1630341" y="1915722"/>
                </a:lnTo>
                <a:lnTo>
                  <a:pt x="2411893" y="1462420"/>
                </a:lnTo>
                <a:close/>
                <a:moveTo>
                  <a:pt x="3228838" y="1009118"/>
                </a:moveTo>
                <a:lnTo>
                  <a:pt x="2447286" y="1462419"/>
                </a:lnTo>
                <a:lnTo>
                  <a:pt x="3228838" y="1915720"/>
                </a:lnTo>
                <a:close/>
                <a:moveTo>
                  <a:pt x="7305243" y="520440"/>
                </a:moveTo>
                <a:lnTo>
                  <a:pt x="6523688" y="973739"/>
                </a:lnTo>
                <a:lnTo>
                  <a:pt x="7305243" y="1427041"/>
                </a:lnTo>
                <a:close/>
                <a:moveTo>
                  <a:pt x="8935566" y="520439"/>
                </a:moveTo>
                <a:lnTo>
                  <a:pt x="8154014" y="973739"/>
                </a:lnTo>
                <a:lnTo>
                  <a:pt x="8935566" y="1427041"/>
                </a:lnTo>
                <a:close/>
                <a:moveTo>
                  <a:pt x="7338859" y="520439"/>
                </a:moveTo>
                <a:lnTo>
                  <a:pt x="7338859" y="1427041"/>
                </a:lnTo>
                <a:lnTo>
                  <a:pt x="8120395" y="973738"/>
                </a:lnTo>
                <a:close/>
                <a:moveTo>
                  <a:pt x="8970959" y="520437"/>
                </a:moveTo>
                <a:lnTo>
                  <a:pt x="8970959" y="1427040"/>
                </a:lnTo>
                <a:lnTo>
                  <a:pt x="9752511" y="973736"/>
                </a:lnTo>
                <a:close/>
                <a:moveTo>
                  <a:pt x="10567680" y="520437"/>
                </a:moveTo>
                <a:lnTo>
                  <a:pt x="9786128" y="973737"/>
                </a:lnTo>
                <a:lnTo>
                  <a:pt x="10567680" y="1427040"/>
                </a:lnTo>
                <a:close/>
                <a:moveTo>
                  <a:pt x="10603073" y="520436"/>
                </a:moveTo>
                <a:lnTo>
                  <a:pt x="10603073" y="1427037"/>
                </a:lnTo>
                <a:lnTo>
                  <a:pt x="11384626" y="973735"/>
                </a:lnTo>
                <a:close/>
                <a:moveTo>
                  <a:pt x="12199795" y="520436"/>
                </a:moveTo>
                <a:lnTo>
                  <a:pt x="11418245" y="973736"/>
                </a:lnTo>
                <a:lnTo>
                  <a:pt x="12199795" y="1427037"/>
                </a:lnTo>
                <a:close/>
                <a:moveTo>
                  <a:pt x="4042789" y="520431"/>
                </a:moveTo>
                <a:lnTo>
                  <a:pt x="3261236" y="973731"/>
                </a:lnTo>
                <a:lnTo>
                  <a:pt x="4042789" y="1427033"/>
                </a:lnTo>
                <a:close/>
                <a:moveTo>
                  <a:pt x="5673129" y="520430"/>
                </a:moveTo>
                <a:lnTo>
                  <a:pt x="4891576" y="973730"/>
                </a:lnTo>
                <a:lnTo>
                  <a:pt x="5673129" y="1427032"/>
                </a:lnTo>
                <a:close/>
                <a:moveTo>
                  <a:pt x="4076405" y="520430"/>
                </a:moveTo>
                <a:lnTo>
                  <a:pt x="4076405" y="1427032"/>
                </a:lnTo>
                <a:lnTo>
                  <a:pt x="4857958" y="973729"/>
                </a:lnTo>
                <a:close/>
                <a:moveTo>
                  <a:pt x="5708521" y="520429"/>
                </a:moveTo>
                <a:lnTo>
                  <a:pt x="5708521" y="1427030"/>
                </a:lnTo>
                <a:lnTo>
                  <a:pt x="6490069" y="973728"/>
                </a:lnTo>
                <a:close/>
                <a:moveTo>
                  <a:pt x="781554" y="520425"/>
                </a:moveTo>
                <a:lnTo>
                  <a:pt x="1" y="973726"/>
                </a:lnTo>
                <a:lnTo>
                  <a:pt x="781554" y="1427027"/>
                </a:lnTo>
                <a:close/>
                <a:moveTo>
                  <a:pt x="2411894" y="520424"/>
                </a:moveTo>
                <a:lnTo>
                  <a:pt x="1630341" y="973725"/>
                </a:lnTo>
                <a:lnTo>
                  <a:pt x="2411894" y="1427026"/>
                </a:lnTo>
                <a:close/>
                <a:moveTo>
                  <a:pt x="815170" y="520424"/>
                </a:moveTo>
                <a:lnTo>
                  <a:pt x="815170" y="1427026"/>
                </a:lnTo>
                <a:lnTo>
                  <a:pt x="1596723" y="973724"/>
                </a:lnTo>
                <a:close/>
                <a:moveTo>
                  <a:pt x="2447286" y="520423"/>
                </a:moveTo>
                <a:lnTo>
                  <a:pt x="2447286" y="1427024"/>
                </a:lnTo>
                <a:lnTo>
                  <a:pt x="3228839" y="973723"/>
                </a:lnTo>
                <a:close/>
                <a:moveTo>
                  <a:pt x="6523688" y="25693"/>
                </a:moveTo>
                <a:lnTo>
                  <a:pt x="6523688" y="932293"/>
                </a:lnTo>
                <a:lnTo>
                  <a:pt x="7305243" y="478993"/>
                </a:lnTo>
                <a:close/>
                <a:moveTo>
                  <a:pt x="8120394" y="25693"/>
                </a:moveTo>
                <a:lnTo>
                  <a:pt x="7338859" y="478992"/>
                </a:lnTo>
                <a:lnTo>
                  <a:pt x="8120394" y="932291"/>
                </a:lnTo>
                <a:close/>
                <a:moveTo>
                  <a:pt x="8154013" y="25692"/>
                </a:moveTo>
                <a:lnTo>
                  <a:pt x="8154013" y="932292"/>
                </a:lnTo>
                <a:lnTo>
                  <a:pt x="8935564" y="478992"/>
                </a:lnTo>
                <a:close/>
                <a:moveTo>
                  <a:pt x="9752510" y="25691"/>
                </a:moveTo>
                <a:lnTo>
                  <a:pt x="8970960" y="478990"/>
                </a:lnTo>
                <a:lnTo>
                  <a:pt x="9752510" y="932290"/>
                </a:lnTo>
                <a:close/>
                <a:moveTo>
                  <a:pt x="9786127" y="25691"/>
                </a:moveTo>
                <a:lnTo>
                  <a:pt x="9786127" y="932290"/>
                </a:lnTo>
                <a:lnTo>
                  <a:pt x="10567678" y="478990"/>
                </a:lnTo>
                <a:close/>
                <a:moveTo>
                  <a:pt x="11384626" y="25690"/>
                </a:moveTo>
                <a:lnTo>
                  <a:pt x="10603073" y="478989"/>
                </a:lnTo>
                <a:lnTo>
                  <a:pt x="11384626" y="932289"/>
                </a:lnTo>
                <a:close/>
                <a:moveTo>
                  <a:pt x="11418244" y="25689"/>
                </a:moveTo>
                <a:lnTo>
                  <a:pt x="11418244" y="932289"/>
                </a:lnTo>
                <a:lnTo>
                  <a:pt x="12199794" y="478989"/>
                </a:lnTo>
                <a:close/>
                <a:moveTo>
                  <a:pt x="3261235" y="25684"/>
                </a:moveTo>
                <a:lnTo>
                  <a:pt x="3261235" y="932284"/>
                </a:lnTo>
                <a:lnTo>
                  <a:pt x="4042787" y="478984"/>
                </a:lnTo>
                <a:close/>
                <a:moveTo>
                  <a:pt x="4857957" y="25684"/>
                </a:moveTo>
                <a:lnTo>
                  <a:pt x="4076405" y="478983"/>
                </a:lnTo>
                <a:lnTo>
                  <a:pt x="4857957" y="932283"/>
                </a:lnTo>
                <a:close/>
                <a:moveTo>
                  <a:pt x="4891576" y="25683"/>
                </a:moveTo>
                <a:lnTo>
                  <a:pt x="4891576" y="932283"/>
                </a:lnTo>
                <a:lnTo>
                  <a:pt x="5673128" y="478983"/>
                </a:lnTo>
                <a:close/>
                <a:moveTo>
                  <a:pt x="6490069" y="25682"/>
                </a:moveTo>
                <a:lnTo>
                  <a:pt x="5708521" y="478981"/>
                </a:lnTo>
                <a:lnTo>
                  <a:pt x="6490069" y="932282"/>
                </a:lnTo>
                <a:close/>
                <a:moveTo>
                  <a:pt x="0" y="25678"/>
                </a:moveTo>
                <a:lnTo>
                  <a:pt x="0" y="932279"/>
                </a:lnTo>
                <a:lnTo>
                  <a:pt x="781552" y="478978"/>
                </a:lnTo>
                <a:close/>
                <a:moveTo>
                  <a:pt x="1596722" y="25677"/>
                </a:moveTo>
                <a:lnTo>
                  <a:pt x="815170" y="478977"/>
                </a:lnTo>
                <a:lnTo>
                  <a:pt x="1596722" y="932278"/>
                </a:lnTo>
                <a:close/>
                <a:moveTo>
                  <a:pt x="1630341" y="25677"/>
                </a:moveTo>
                <a:lnTo>
                  <a:pt x="1630341" y="932278"/>
                </a:lnTo>
                <a:lnTo>
                  <a:pt x="2411893" y="478978"/>
                </a:lnTo>
                <a:close/>
                <a:moveTo>
                  <a:pt x="3228838" y="25676"/>
                </a:moveTo>
                <a:lnTo>
                  <a:pt x="2447286" y="478976"/>
                </a:lnTo>
                <a:lnTo>
                  <a:pt x="3228838" y="932276"/>
                </a:lnTo>
                <a:close/>
                <a:moveTo>
                  <a:pt x="8098742" y="12"/>
                </a:moveTo>
                <a:lnTo>
                  <a:pt x="6544450" y="12"/>
                </a:lnTo>
                <a:lnTo>
                  <a:pt x="7321607" y="445615"/>
                </a:lnTo>
                <a:close/>
                <a:moveTo>
                  <a:pt x="9729969" y="12"/>
                </a:moveTo>
                <a:lnTo>
                  <a:pt x="8175665" y="12"/>
                </a:lnTo>
                <a:lnTo>
                  <a:pt x="8952816" y="445615"/>
                </a:lnTo>
                <a:close/>
                <a:moveTo>
                  <a:pt x="11361201" y="12"/>
                </a:moveTo>
                <a:lnTo>
                  <a:pt x="9806891" y="12"/>
                </a:lnTo>
                <a:lnTo>
                  <a:pt x="10584048" y="445615"/>
                </a:lnTo>
                <a:close/>
                <a:moveTo>
                  <a:pt x="4835861" y="7"/>
                </a:moveTo>
                <a:lnTo>
                  <a:pt x="3281555" y="7"/>
                </a:lnTo>
                <a:lnTo>
                  <a:pt x="4058708" y="445610"/>
                </a:lnTo>
                <a:close/>
                <a:moveTo>
                  <a:pt x="6467087" y="6"/>
                </a:moveTo>
                <a:lnTo>
                  <a:pt x="4912784" y="6"/>
                </a:lnTo>
                <a:lnTo>
                  <a:pt x="5689937" y="445610"/>
                </a:lnTo>
                <a:close/>
                <a:moveTo>
                  <a:pt x="1574626" y="1"/>
                </a:moveTo>
                <a:lnTo>
                  <a:pt x="20320" y="1"/>
                </a:lnTo>
                <a:lnTo>
                  <a:pt x="797473" y="445605"/>
                </a:lnTo>
                <a:close/>
                <a:moveTo>
                  <a:pt x="3205855" y="0"/>
                </a:moveTo>
                <a:lnTo>
                  <a:pt x="1651549" y="0"/>
                </a:lnTo>
                <a:lnTo>
                  <a:pt x="2428702" y="445604"/>
                </a:lnTo>
                <a:close/>
                <a:moveTo>
                  <a:pt x="12191998" y="0"/>
                </a:moveTo>
                <a:lnTo>
                  <a:pt x="11438139" y="0"/>
                </a:lnTo>
                <a:lnTo>
                  <a:pt x="12191998" y="432248"/>
                </a:lnTo>
                <a:close/>
              </a:path>
            </a:pathLst>
          </a:custGeom>
          <a:noFill/>
          <a:ln>
            <a:gradFill>
              <a:gsLst>
                <a:gs pos="100000">
                  <a:schemeClr val="bg1">
                    <a:lumMod val="85000"/>
                    <a:alpha val="50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183930" y="3429000"/>
            <a:ext cx="5912071" cy="3429000"/>
          </a:xfrm>
          <a:custGeom>
            <a:avLst/>
            <a:gdLst>
              <a:gd name="connsiteX0" fmla="*/ 5912071 w 5912071"/>
              <a:gd name="connsiteY0" fmla="*/ 0 h 3429000"/>
              <a:gd name="connsiteX1" fmla="*/ 5912071 w 5912071"/>
              <a:gd name="connsiteY1" fmla="*/ 3429000 h 3429000"/>
              <a:gd name="connsiteX2" fmla="*/ 0 w 5912071"/>
              <a:gd name="connsiteY2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2071" h="3429000">
                <a:moveTo>
                  <a:pt x="5912071" y="0"/>
                </a:moveTo>
                <a:lnTo>
                  <a:pt x="5912071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2" y="-1"/>
            <a:ext cx="5912069" cy="3429001"/>
          </a:xfrm>
          <a:custGeom>
            <a:avLst/>
            <a:gdLst>
              <a:gd name="connsiteX0" fmla="*/ 0 w 5912069"/>
              <a:gd name="connsiteY0" fmla="*/ 0 h 3429001"/>
              <a:gd name="connsiteX1" fmla="*/ 5912069 w 5912069"/>
              <a:gd name="connsiteY1" fmla="*/ 0 h 3429001"/>
              <a:gd name="connsiteX2" fmla="*/ 0 w 5912069"/>
              <a:gd name="connsiteY2" fmla="*/ 3429001 h 342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2069" h="3429001">
                <a:moveTo>
                  <a:pt x="0" y="0"/>
                </a:moveTo>
                <a:lnTo>
                  <a:pt x="5912069" y="0"/>
                </a:lnTo>
                <a:lnTo>
                  <a:pt x="0" y="342900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675307" y="465269"/>
            <a:ext cx="2108758" cy="400110"/>
            <a:chOff x="675307" y="465269"/>
            <a:chExt cx="2108758" cy="400110"/>
          </a:xfrm>
        </p:grpSpPr>
        <p:grpSp>
          <p:nvGrpSpPr>
            <p:cNvPr id="7" name="Group 6"/>
            <p:cNvGrpSpPr/>
            <p:nvPr/>
          </p:nvGrpSpPr>
          <p:grpSpPr>
            <a:xfrm>
              <a:off x="675307" y="498305"/>
              <a:ext cx="343838" cy="287946"/>
              <a:chOff x="656543" y="153248"/>
              <a:chExt cx="2054797" cy="1720781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656543" y="153248"/>
                <a:ext cx="2054797" cy="1720775"/>
                <a:chOff x="656543" y="153248"/>
                <a:chExt cx="2054797" cy="1720775"/>
              </a:xfrm>
            </p:grpSpPr>
            <p:sp>
              <p:nvSpPr>
                <p:cNvPr id="14" name="Isosceles Triangle 13"/>
                <p:cNvSpPr/>
                <p:nvPr/>
              </p:nvSpPr>
              <p:spPr>
                <a:xfrm>
                  <a:off x="656543" y="153248"/>
                  <a:ext cx="964146" cy="831160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grpSp>
              <p:nvGrpSpPr>
                <p:cNvPr id="15" name="Group 14"/>
                <p:cNvGrpSpPr/>
                <p:nvPr/>
              </p:nvGrpSpPr>
              <p:grpSpPr>
                <a:xfrm>
                  <a:off x="656543" y="1042863"/>
                  <a:ext cx="2054797" cy="831160"/>
                  <a:chOff x="656543" y="1042863"/>
                  <a:chExt cx="2054797" cy="831160"/>
                </a:xfrm>
              </p:grpSpPr>
              <p:sp>
                <p:nvSpPr>
                  <p:cNvPr id="16" name="Isosceles Triangle 15"/>
                  <p:cNvSpPr/>
                  <p:nvPr/>
                </p:nvSpPr>
                <p:spPr>
                  <a:xfrm rot="10800000">
                    <a:off x="656543" y="1042863"/>
                    <a:ext cx="964145" cy="831160"/>
                  </a:xfrm>
                  <a:prstGeom prst="triangl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7" name="Isosceles Triangle 16"/>
                  <p:cNvSpPr/>
                  <p:nvPr/>
                </p:nvSpPr>
                <p:spPr>
                  <a:xfrm rot="10800000">
                    <a:off x="1747194" y="1042864"/>
                    <a:ext cx="964146" cy="831159"/>
                  </a:xfrm>
                  <a:prstGeom prst="triangl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11" name="Group 10"/>
              <p:cNvGrpSpPr/>
              <p:nvPr/>
            </p:nvGrpSpPr>
            <p:grpSpPr>
              <a:xfrm rot="16200000">
                <a:off x="823553" y="531567"/>
                <a:ext cx="1720779" cy="964145"/>
                <a:chOff x="6458550" y="1508208"/>
                <a:chExt cx="1985075" cy="1112229"/>
              </a:xfrm>
            </p:grpSpPr>
            <p:sp>
              <p:nvSpPr>
                <p:cNvPr id="12" name="Isosceles Triangle 11"/>
                <p:cNvSpPr/>
                <p:nvPr/>
              </p:nvSpPr>
              <p:spPr>
                <a:xfrm rot="16200000" flipH="1">
                  <a:off x="7408101" y="1584913"/>
                  <a:ext cx="1112227" cy="958820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3" name="Isosceles Triangle 12"/>
                <p:cNvSpPr/>
                <p:nvPr/>
              </p:nvSpPr>
              <p:spPr>
                <a:xfrm rot="5400000" flipH="1">
                  <a:off x="6381845" y="1584913"/>
                  <a:ext cx="1112229" cy="958819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sp>
          <p:nvSpPr>
            <p:cNvPr id="9" name="TextBox 8"/>
            <p:cNvSpPr txBox="1"/>
            <p:nvPr/>
          </p:nvSpPr>
          <p:spPr>
            <a:xfrm>
              <a:off x="1084618" y="465269"/>
              <a:ext cx="16994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G</a:t>
              </a:r>
              <a:r>
                <a:rPr lang="en-US" sz="2000" b="1" dirty="0">
                  <a:solidFill>
                    <a:schemeClr val="accent1"/>
                  </a:solidFill>
                  <a:latin typeface="Century Gothic" panose="020B0502020202020204" pitchFamily="34" charset="0"/>
                </a:rPr>
                <a:t>e</a:t>
              </a:r>
              <a:r>
                <a:rPr lang="en-US" sz="20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o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logic</a:t>
              </a:r>
              <a:endParaRPr lang="id-ID" sz="2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059899" y="1298989"/>
            <a:ext cx="3624168" cy="4170490"/>
          </a:xfrm>
          <a:custGeom>
            <a:avLst/>
            <a:gdLst>
              <a:gd name="connsiteX0" fmla="*/ 3615889 w 3624168"/>
              <a:gd name="connsiteY0" fmla="*/ 0 h 4170490"/>
              <a:gd name="connsiteX1" fmla="*/ 3624168 w 3624168"/>
              <a:gd name="connsiteY1" fmla="*/ 4170490 h 4170490"/>
              <a:gd name="connsiteX2" fmla="*/ 0 w 3624168"/>
              <a:gd name="connsiteY2" fmla="*/ 2078076 h 417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4168" h="4170490">
                <a:moveTo>
                  <a:pt x="3615889" y="0"/>
                </a:moveTo>
                <a:lnTo>
                  <a:pt x="3624168" y="4170490"/>
                </a:lnTo>
                <a:lnTo>
                  <a:pt x="0" y="20780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19050">
            <a:solidFill>
              <a:schemeClr val="accent1"/>
            </a:solidFill>
          </a:ln>
          <a:effectLst/>
        </p:spPr>
        <p:txBody>
          <a:bodyPr wrap="square">
            <a:noAutofit/>
          </a:bodyPr>
          <a:lstStyle>
            <a:lvl1pPr>
              <a:defRPr lang="en-US" sz="1200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667012" y="1597945"/>
            <a:ext cx="4026241" cy="4042234"/>
          </a:xfrm>
          <a:custGeom>
            <a:avLst/>
            <a:gdLst>
              <a:gd name="connsiteX0" fmla="*/ 0 w 4026241"/>
              <a:gd name="connsiteY0" fmla="*/ 0 h 4042234"/>
              <a:gd name="connsiteX1" fmla="*/ 4026241 w 4026241"/>
              <a:gd name="connsiteY1" fmla="*/ 1087398 h 4042234"/>
              <a:gd name="connsiteX2" fmla="*/ 1083113 w 4026241"/>
              <a:gd name="connsiteY2" fmla="*/ 4042234 h 4042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6241" h="4042234">
                <a:moveTo>
                  <a:pt x="0" y="0"/>
                </a:moveTo>
                <a:lnTo>
                  <a:pt x="4026241" y="1087398"/>
                </a:lnTo>
                <a:lnTo>
                  <a:pt x="1083113" y="404223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19050">
            <a:solidFill>
              <a:schemeClr val="accent2"/>
            </a:solidFill>
          </a:ln>
          <a:effectLst/>
        </p:spPr>
        <p:txBody>
          <a:bodyPr wrap="square">
            <a:noAutofit/>
          </a:bodyPr>
          <a:lstStyle>
            <a:lvl1pPr>
              <a:defRPr lang="en-US" sz="1200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138402" y="1763214"/>
            <a:ext cx="4030526" cy="4030527"/>
          </a:xfrm>
          <a:custGeom>
            <a:avLst/>
            <a:gdLst>
              <a:gd name="connsiteX0" fmla="*/ 4030526 w 4030526"/>
              <a:gd name="connsiteY0" fmla="*/ 0 h 4030527"/>
              <a:gd name="connsiteX1" fmla="*/ 2959121 w 4030526"/>
              <a:gd name="connsiteY1" fmla="*/ 4030527 h 4030527"/>
              <a:gd name="connsiteX2" fmla="*/ 0 w 4030526"/>
              <a:gd name="connsiteY2" fmla="*/ 1071407 h 4030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0526" h="4030527">
                <a:moveTo>
                  <a:pt x="4030526" y="0"/>
                </a:moveTo>
                <a:lnTo>
                  <a:pt x="2959121" y="4030527"/>
                </a:lnTo>
                <a:lnTo>
                  <a:pt x="0" y="1071407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19050">
            <a:solidFill>
              <a:schemeClr val="accent3"/>
            </a:solidFill>
          </a:ln>
          <a:effectLst/>
        </p:spPr>
        <p:txBody>
          <a:bodyPr wrap="square">
            <a:noAutofit/>
          </a:bodyPr>
          <a:lstStyle>
            <a:lvl1pPr>
              <a:defRPr lang="en-US" sz="1200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7301497" y="1348012"/>
            <a:ext cx="3607611" cy="4184829"/>
          </a:xfrm>
          <a:custGeom>
            <a:avLst/>
            <a:gdLst>
              <a:gd name="connsiteX0" fmla="*/ 0 w 3607611"/>
              <a:gd name="connsiteY0" fmla="*/ 0 h 4184829"/>
              <a:gd name="connsiteX1" fmla="*/ 3607611 w 3607611"/>
              <a:gd name="connsiteY1" fmla="*/ 2092414 h 4184829"/>
              <a:gd name="connsiteX2" fmla="*/ 0 w 3607611"/>
              <a:gd name="connsiteY2" fmla="*/ 4184829 h 4184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7611" h="4184829">
                <a:moveTo>
                  <a:pt x="0" y="0"/>
                </a:moveTo>
                <a:lnTo>
                  <a:pt x="3607611" y="2092414"/>
                </a:lnTo>
                <a:lnTo>
                  <a:pt x="0" y="4184829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19050">
            <a:solidFill>
              <a:schemeClr val="accent4"/>
            </a:solidFill>
          </a:ln>
          <a:effectLst/>
        </p:spPr>
        <p:txBody>
          <a:bodyPr wrap="square">
            <a:noAutofit/>
          </a:bodyPr>
          <a:lstStyle>
            <a:lvl1pPr>
              <a:defRPr lang="en-US" sz="1200" dirty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584981" y="1235226"/>
            <a:ext cx="4028887" cy="4634634"/>
          </a:xfrm>
          <a:custGeom>
            <a:avLst/>
            <a:gdLst>
              <a:gd name="connsiteX0" fmla="*/ 2014443 w 4028887"/>
              <a:gd name="connsiteY0" fmla="*/ 0 h 4634634"/>
              <a:gd name="connsiteX1" fmla="*/ 4028887 w 4028887"/>
              <a:gd name="connsiteY1" fmla="*/ 1179699 h 4634634"/>
              <a:gd name="connsiteX2" fmla="*/ 4028887 w 4028887"/>
              <a:gd name="connsiteY2" fmla="*/ 3454935 h 4634634"/>
              <a:gd name="connsiteX3" fmla="*/ 2014443 w 4028887"/>
              <a:gd name="connsiteY3" fmla="*/ 4634634 h 4634634"/>
              <a:gd name="connsiteX4" fmla="*/ 0 w 4028887"/>
              <a:gd name="connsiteY4" fmla="*/ 3454935 h 4634634"/>
              <a:gd name="connsiteX5" fmla="*/ 0 w 4028887"/>
              <a:gd name="connsiteY5" fmla="*/ 1179699 h 4634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28887" h="4634634">
                <a:moveTo>
                  <a:pt x="2014443" y="0"/>
                </a:moveTo>
                <a:lnTo>
                  <a:pt x="4028887" y="1179699"/>
                </a:lnTo>
                <a:lnTo>
                  <a:pt x="4028887" y="3454935"/>
                </a:lnTo>
                <a:lnTo>
                  <a:pt x="2014443" y="4634634"/>
                </a:lnTo>
                <a:lnTo>
                  <a:pt x="0" y="3454935"/>
                </a:lnTo>
                <a:lnTo>
                  <a:pt x="0" y="1179699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1676401" y="2595015"/>
            <a:ext cx="8839200" cy="1667973"/>
          </a:xfrm>
          <a:custGeom>
            <a:avLst/>
            <a:gdLst>
              <a:gd name="connsiteX0" fmla="*/ 0 w 8839200"/>
              <a:gd name="connsiteY0" fmla="*/ 0 h 1667973"/>
              <a:gd name="connsiteX1" fmla="*/ 8839200 w 8839200"/>
              <a:gd name="connsiteY1" fmla="*/ 0 h 1667973"/>
              <a:gd name="connsiteX2" fmla="*/ 8839200 w 8839200"/>
              <a:gd name="connsiteY2" fmla="*/ 1667973 h 1667973"/>
              <a:gd name="connsiteX3" fmla="*/ 0 w 8839200"/>
              <a:gd name="connsiteY3" fmla="*/ 1667973 h 166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39200" h="1667973">
                <a:moveTo>
                  <a:pt x="0" y="0"/>
                </a:moveTo>
                <a:lnTo>
                  <a:pt x="8839200" y="0"/>
                </a:lnTo>
                <a:lnTo>
                  <a:pt x="8839200" y="1667973"/>
                </a:lnTo>
                <a:lnTo>
                  <a:pt x="0" y="166797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731838" y="2463665"/>
            <a:ext cx="3545336" cy="3056326"/>
          </a:xfrm>
          <a:custGeom>
            <a:avLst/>
            <a:gdLst>
              <a:gd name="connsiteX0" fmla="*/ 1772668 w 3545336"/>
              <a:gd name="connsiteY0" fmla="*/ 0 h 3056326"/>
              <a:gd name="connsiteX1" fmla="*/ 3545336 w 3545336"/>
              <a:gd name="connsiteY1" fmla="*/ 3056326 h 3056326"/>
              <a:gd name="connsiteX2" fmla="*/ 0 w 3545336"/>
              <a:gd name="connsiteY2" fmla="*/ 3056326 h 3056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5336" h="3056326">
                <a:moveTo>
                  <a:pt x="1772668" y="0"/>
                </a:moveTo>
                <a:lnTo>
                  <a:pt x="3545336" y="3056326"/>
                </a:lnTo>
                <a:lnTo>
                  <a:pt x="0" y="305632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2149880" y="1525742"/>
            <a:ext cx="3533190" cy="3070351"/>
          </a:xfrm>
          <a:custGeom>
            <a:avLst/>
            <a:gdLst>
              <a:gd name="connsiteX0" fmla="*/ 0 w 3533190"/>
              <a:gd name="connsiteY0" fmla="*/ 0 h 3070351"/>
              <a:gd name="connsiteX1" fmla="*/ 3533190 w 3533190"/>
              <a:gd name="connsiteY1" fmla="*/ 7013 h 3070351"/>
              <a:gd name="connsiteX2" fmla="*/ 1772668 w 3533190"/>
              <a:gd name="connsiteY2" fmla="*/ 3070351 h 3070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33190" h="3070351">
                <a:moveTo>
                  <a:pt x="0" y="0"/>
                </a:moveTo>
                <a:lnTo>
                  <a:pt x="3533190" y="7013"/>
                </a:lnTo>
                <a:lnTo>
                  <a:pt x="1772668" y="307035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102772" y="2877791"/>
            <a:ext cx="1993229" cy="1718302"/>
          </a:xfrm>
          <a:custGeom>
            <a:avLst/>
            <a:gdLst>
              <a:gd name="connsiteX0" fmla="*/ 996614 w 1993229"/>
              <a:gd name="connsiteY0" fmla="*/ 0 h 1718302"/>
              <a:gd name="connsiteX1" fmla="*/ 1993229 w 1993229"/>
              <a:gd name="connsiteY1" fmla="*/ 1718302 h 1718302"/>
              <a:gd name="connsiteX2" fmla="*/ 0 w 1993229"/>
              <a:gd name="connsiteY2" fmla="*/ 1718302 h 171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93229" h="1718302">
                <a:moveTo>
                  <a:pt x="996614" y="0"/>
                </a:moveTo>
                <a:lnTo>
                  <a:pt x="1993229" y="1718302"/>
                </a:lnTo>
                <a:lnTo>
                  <a:pt x="0" y="1718302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8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7255036" y="2592144"/>
            <a:ext cx="1979291" cy="3437715"/>
          </a:xfrm>
          <a:custGeom>
            <a:avLst/>
            <a:gdLst>
              <a:gd name="connsiteX0" fmla="*/ 0 w 1979291"/>
              <a:gd name="connsiteY0" fmla="*/ 0 h 3437715"/>
              <a:gd name="connsiteX1" fmla="*/ 1979291 w 1979291"/>
              <a:gd name="connsiteY1" fmla="*/ 0 h 3437715"/>
              <a:gd name="connsiteX2" fmla="*/ 1979291 w 1979291"/>
              <a:gd name="connsiteY2" fmla="*/ 3437715 h 3437715"/>
              <a:gd name="connsiteX3" fmla="*/ 0 w 1979291"/>
              <a:gd name="connsiteY3" fmla="*/ 3437715 h 343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9291" h="3437715">
                <a:moveTo>
                  <a:pt x="0" y="0"/>
                </a:moveTo>
                <a:lnTo>
                  <a:pt x="1979291" y="0"/>
                </a:lnTo>
                <a:lnTo>
                  <a:pt x="1979291" y="3437715"/>
                </a:lnTo>
                <a:lnTo>
                  <a:pt x="0" y="343771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9480872" y="1710143"/>
            <a:ext cx="1979291" cy="3437715"/>
          </a:xfrm>
          <a:custGeom>
            <a:avLst/>
            <a:gdLst>
              <a:gd name="connsiteX0" fmla="*/ 0 w 1979291"/>
              <a:gd name="connsiteY0" fmla="*/ 0 h 3437715"/>
              <a:gd name="connsiteX1" fmla="*/ 1979291 w 1979291"/>
              <a:gd name="connsiteY1" fmla="*/ 0 h 3437715"/>
              <a:gd name="connsiteX2" fmla="*/ 1979291 w 1979291"/>
              <a:gd name="connsiteY2" fmla="*/ 3437715 h 3437715"/>
              <a:gd name="connsiteX3" fmla="*/ 0 w 1979291"/>
              <a:gd name="connsiteY3" fmla="*/ 3437715 h 343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9291" h="3437715">
                <a:moveTo>
                  <a:pt x="0" y="0"/>
                </a:moveTo>
                <a:lnTo>
                  <a:pt x="1979291" y="0"/>
                </a:lnTo>
                <a:lnTo>
                  <a:pt x="1979291" y="3437715"/>
                </a:lnTo>
                <a:lnTo>
                  <a:pt x="0" y="343771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5029200" y="1098997"/>
            <a:ext cx="1979291" cy="3437715"/>
          </a:xfrm>
          <a:custGeom>
            <a:avLst/>
            <a:gdLst>
              <a:gd name="connsiteX0" fmla="*/ 0 w 1979291"/>
              <a:gd name="connsiteY0" fmla="*/ 0 h 3437715"/>
              <a:gd name="connsiteX1" fmla="*/ 1979291 w 1979291"/>
              <a:gd name="connsiteY1" fmla="*/ 0 h 3437715"/>
              <a:gd name="connsiteX2" fmla="*/ 1979291 w 1979291"/>
              <a:gd name="connsiteY2" fmla="*/ 3437715 h 3437715"/>
              <a:gd name="connsiteX3" fmla="*/ 0 w 1979291"/>
              <a:gd name="connsiteY3" fmla="*/ 3437715 h 343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9291" h="3437715">
                <a:moveTo>
                  <a:pt x="0" y="0"/>
                </a:moveTo>
                <a:lnTo>
                  <a:pt x="1979291" y="0"/>
                </a:lnTo>
                <a:lnTo>
                  <a:pt x="1979291" y="3437715"/>
                </a:lnTo>
                <a:lnTo>
                  <a:pt x="0" y="343771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5" hasCustomPrompt="1"/>
          </p:nvPr>
        </p:nvSpPr>
        <p:spPr>
          <a:xfrm>
            <a:off x="5116016" y="0"/>
            <a:ext cx="4766070" cy="4108685"/>
          </a:xfrm>
          <a:custGeom>
            <a:avLst/>
            <a:gdLst>
              <a:gd name="connsiteX0" fmla="*/ 0 w 4766070"/>
              <a:gd name="connsiteY0" fmla="*/ 0 h 4108685"/>
              <a:gd name="connsiteX1" fmla="*/ 4766070 w 4766070"/>
              <a:gd name="connsiteY1" fmla="*/ 0 h 4108685"/>
              <a:gd name="connsiteX2" fmla="*/ 2383035 w 4766070"/>
              <a:gd name="connsiteY2" fmla="*/ 4108685 h 4108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6070" h="4108685">
                <a:moveTo>
                  <a:pt x="0" y="0"/>
                </a:moveTo>
                <a:lnTo>
                  <a:pt x="4766070" y="0"/>
                </a:lnTo>
                <a:lnTo>
                  <a:pt x="2383035" y="410868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6768040" y="2"/>
            <a:ext cx="5423960" cy="6857999"/>
          </a:xfrm>
          <a:custGeom>
            <a:avLst/>
            <a:gdLst>
              <a:gd name="connsiteX0" fmla="*/ 3977637 w 5423960"/>
              <a:gd name="connsiteY0" fmla="*/ 0 h 6857999"/>
              <a:gd name="connsiteX1" fmla="*/ 5423960 w 5423960"/>
              <a:gd name="connsiteY1" fmla="*/ 0 h 6857999"/>
              <a:gd name="connsiteX2" fmla="*/ 5423960 w 5423960"/>
              <a:gd name="connsiteY2" fmla="*/ 6857999 h 6857999"/>
              <a:gd name="connsiteX3" fmla="*/ 0 w 5423960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3960" h="6857999">
                <a:moveTo>
                  <a:pt x="3977637" y="0"/>
                </a:moveTo>
                <a:lnTo>
                  <a:pt x="5423960" y="0"/>
                </a:lnTo>
                <a:lnTo>
                  <a:pt x="542396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694093" y="1637071"/>
            <a:ext cx="4766070" cy="4108685"/>
          </a:xfrm>
          <a:custGeom>
            <a:avLst/>
            <a:gdLst>
              <a:gd name="connsiteX0" fmla="*/ 2383035 w 4766070"/>
              <a:gd name="connsiteY0" fmla="*/ 0 h 4108685"/>
              <a:gd name="connsiteX1" fmla="*/ 4766070 w 4766070"/>
              <a:gd name="connsiteY1" fmla="*/ 4108685 h 4108685"/>
              <a:gd name="connsiteX2" fmla="*/ 0 w 4766070"/>
              <a:gd name="connsiteY2" fmla="*/ 4108685 h 4108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6070" h="4108685">
                <a:moveTo>
                  <a:pt x="2383035" y="0"/>
                </a:moveTo>
                <a:lnTo>
                  <a:pt x="4766070" y="4108685"/>
                </a:lnTo>
                <a:lnTo>
                  <a:pt x="0" y="410868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  <p:bldP spid="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/>
          <p:cNvSpPr/>
          <p:nvPr userDrawn="1"/>
        </p:nvSpPr>
        <p:spPr>
          <a:xfrm flipH="1">
            <a:off x="-7799" y="2775"/>
            <a:ext cx="12199799" cy="6855225"/>
          </a:xfrm>
          <a:custGeom>
            <a:avLst/>
            <a:gdLst>
              <a:gd name="connsiteX0" fmla="*/ 12191972 w 12199799"/>
              <a:gd name="connsiteY0" fmla="*/ 6422977 h 6855225"/>
              <a:gd name="connsiteX1" fmla="*/ 11438115 w 12199799"/>
              <a:gd name="connsiteY1" fmla="*/ 6855225 h 6855225"/>
              <a:gd name="connsiteX2" fmla="*/ 12191972 w 12199799"/>
              <a:gd name="connsiteY2" fmla="*/ 6855225 h 6855225"/>
              <a:gd name="connsiteX3" fmla="*/ 797473 w 12199799"/>
              <a:gd name="connsiteY3" fmla="*/ 6406846 h 6855225"/>
              <a:gd name="connsiteX4" fmla="*/ 20320 w 12199799"/>
              <a:gd name="connsiteY4" fmla="*/ 6852450 h 6855225"/>
              <a:gd name="connsiteX5" fmla="*/ 1574626 w 12199799"/>
              <a:gd name="connsiteY5" fmla="*/ 6852450 h 6855225"/>
              <a:gd name="connsiteX6" fmla="*/ 2428702 w 12199799"/>
              <a:gd name="connsiteY6" fmla="*/ 6406846 h 6855225"/>
              <a:gd name="connsiteX7" fmla="*/ 1651549 w 12199799"/>
              <a:gd name="connsiteY7" fmla="*/ 6852450 h 6855225"/>
              <a:gd name="connsiteX8" fmla="*/ 3205855 w 12199799"/>
              <a:gd name="connsiteY8" fmla="*/ 6852450 h 6855225"/>
              <a:gd name="connsiteX9" fmla="*/ 4058708 w 12199799"/>
              <a:gd name="connsiteY9" fmla="*/ 6406846 h 6855225"/>
              <a:gd name="connsiteX10" fmla="*/ 3281555 w 12199799"/>
              <a:gd name="connsiteY10" fmla="*/ 6852450 h 6855225"/>
              <a:gd name="connsiteX11" fmla="*/ 4835861 w 12199799"/>
              <a:gd name="connsiteY11" fmla="*/ 6852450 h 6855225"/>
              <a:gd name="connsiteX12" fmla="*/ 5689937 w 12199799"/>
              <a:gd name="connsiteY12" fmla="*/ 6406846 h 6855225"/>
              <a:gd name="connsiteX13" fmla="*/ 4912784 w 12199799"/>
              <a:gd name="connsiteY13" fmla="*/ 6852450 h 6855225"/>
              <a:gd name="connsiteX14" fmla="*/ 6467087 w 12199799"/>
              <a:gd name="connsiteY14" fmla="*/ 6852450 h 6855225"/>
              <a:gd name="connsiteX15" fmla="*/ 7321607 w 12199799"/>
              <a:gd name="connsiteY15" fmla="*/ 6406846 h 6855225"/>
              <a:gd name="connsiteX16" fmla="*/ 6544450 w 12199799"/>
              <a:gd name="connsiteY16" fmla="*/ 6852450 h 6855225"/>
              <a:gd name="connsiteX17" fmla="*/ 8098751 w 12199799"/>
              <a:gd name="connsiteY17" fmla="*/ 6852450 h 6855225"/>
              <a:gd name="connsiteX18" fmla="*/ 8952824 w 12199799"/>
              <a:gd name="connsiteY18" fmla="*/ 6406846 h 6855225"/>
              <a:gd name="connsiteX19" fmla="*/ 8175673 w 12199799"/>
              <a:gd name="connsiteY19" fmla="*/ 6852450 h 6855225"/>
              <a:gd name="connsiteX20" fmla="*/ 9729977 w 12199799"/>
              <a:gd name="connsiteY20" fmla="*/ 6852450 h 6855225"/>
              <a:gd name="connsiteX21" fmla="*/ 10584056 w 12199799"/>
              <a:gd name="connsiteY21" fmla="*/ 6406846 h 6855225"/>
              <a:gd name="connsiteX22" fmla="*/ 9806900 w 12199799"/>
              <a:gd name="connsiteY22" fmla="*/ 6852450 h 6855225"/>
              <a:gd name="connsiteX23" fmla="*/ 11361208 w 12199799"/>
              <a:gd name="connsiteY23" fmla="*/ 6852450 h 6855225"/>
              <a:gd name="connsiteX24" fmla="*/ 1596722 w 12199799"/>
              <a:gd name="connsiteY24" fmla="*/ 5924618 h 6855225"/>
              <a:gd name="connsiteX25" fmla="*/ 815170 w 12199799"/>
              <a:gd name="connsiteY25" fmla="*/ 6377918 h 6855225"/>
              <a:gd name="connsiteX26" fmla="*/ 1596722 w 12199799"/>
              <a:gd name="connsiteY26" fmla="*/ 6831220 h 6855225"/>
              <a:gd name="connsiteX27" fmla="*/ 3228838 w 12199799"/>
              <a:gd name="connsiteY27" fmla="*/ 5924618 h 6855225"/>
              <a:gd name="connsiteX28" fmla="*/ 2447286 w 12199799"/>
              <a:gd name="connsiteY28" fmla="*/ 6377918 h 6855225"/>
              <a:gd name="connsiteX29" fmla="*/ 3228838 w 12199799"/>
              <a:gd name="connsiteY29" fmla="*/ 6831220 h 6855225"/>
              <a:gd name="connsiteX30" fmla="*/ 4857957 w 12199799"/>
              <a:gd name="connsiteY30" fmla="*/ 5924618 h 6855225"/>
              <a:gd name="connsiteX31" fmla="*/ 4076405 w 12199799"/>
              <a:gd name="connsiteY31" fmla="*/ 6377918 h 6855225"/>
              <a:gd name="connsiteX32" fmla="*/ 4857957 w 12199799"/>
              <a:gd name="connsiteY32" fmla="*/ 6831220 h 6855225"/>
              <a:gd name="connsiteX33" fmla="*/ 6490069 w 12199799"/>
              <a:gd name="connsiteY33" fmla="*/ 5924618 h 6855225"/>
              <a:gd name="connsiteX34" fmla="*/ 5708521 w 12199799"/>
              <a:gd name="connsiteY34" fmla="*/ 6377918 h 6855225"/>
              <a:gd name="connsiteX35" fmla="*/ 6490069 w 12199799"/>
              <a:gd name="connsiteY35" fmla="*/ 6831220 h 6855225"/>
              <a:gd name="connsiteX36" fmla="*/ 8120394 w 12199799"/>
              <a:gd name="connsiteY36" fmla="*/ 5924618 h 6855225"/>
              <a:gd name="connsiteX37" fmla="*/ 7338859 w 12199799"/>
              <a:gd name="connsiteY37" fmla="*/ 6377918 h 6855225"/>
              <a:gd name="connsiteX38" fmla="*/ 8120394 w 12199799"/>
              <a:gd name="connsiteY38" fmla="*/ 6831220 h 6855225"/>
              <a:gd name="connsiteX39" fmla="*/ 9752510 w 12199799"/>
              <a:gd name="connsiteY39" fmla="*/ 5924618 h 6855225"/>
              <a:gd name="connsiteX40" fmla="*/ 8970960 w 12199799"/>
              <a:gd name="connsiteY40" fmla="*/ 6377918 h 6855225"/>
              <a:gd name="connsiteX41" fmla="*/ 9752510 w 12199799"/>
              <a:gd name="connsiteY41" fmla="*/ 6831220 h 6855225"/>
              <a:gd name="connsiteX42" fmla="*/ 11384629 w 12199799"/>
              <a:gd name="connsiteY42" fmla="*/ 5924618 h 6855225"/>
              <a:gd name="connsiteX43" fmla="*/ 10603077 w 12199799"/>
              <a:gd name="connsiteY43" fmla="*/ 6377918 h 6855225"/>
              <a:gd name="connsiteX44" fmla="*/ 11384629 w 12199799"/>
              <a:gd name="connsiteY44" fmla="*/ 6831220 h 6855225"/>
              <a:gd name="connsiteX45" fmla="*/ 0 w 12199799"/>
              <a:gd name="connsiteY45" fmla="*/ 5924618 h 6855225"/>
              <a:gd name="connsiteX46" fmla="*/ 0 w 12199799"/>
              <a:gd name="connsiteY46" fmla="*/ 6831220 h 6855225"/>
              <a:gd name="connsiteX47" fmla="*/ 781552 w 12199799"/>
              <a:gd name="connsiteY47" fmla="*/ 6377919 h 6855225"/>
              <a:gd name="connsiteX48" fmla="*/ 1630341 w 12199799"/>
              <a:gd name="connsiteY48" fmla="*/ 5924618 h 6855225"/>
              <a:gd name="connsiteX49" fmla="*/ 1630341 w 12199799"/>
              <a:gd name="connsiteY49" fmla="*/ 6831220 h 6855225"/>
              <a:gd name="connsiteX50" fmla="*/ 2411893 w 12199799"/>
              <a:gd name="connsiteY50" fmla="*/ 6377919 h 6855225"/>
              <a:gd name="connsiteX51" fmla="*/ 3261235 w 12199799"/>
              <a:gd name="connsiteY51" fmla="*/ 5924618 h 6855225"/>
              <a:gd name="connsiteX52" fmla="*/ 3261235 w 12199799"/>
              <a:gd name="connsiteY52" fmla="*/ 6831220 h 6855225"/>
              <a:gd name="connsiteX53" fmla="*/ 4042787 w 12199799"/>
              <a:gd name="connsiteY53" fmla="*/ 6377919 h 6855225"/>
              <a:gd name="connsiteX54" fmla="*/ 4891576 w 12199799"/>
              <a:gd name="connsiteY54" fmla="*/ 5924618 h 6855225"/>
              <a:gd name="connsiteX55" fmla="*/ 4891576 w 12199799"/>
              <a:gd name="connsiteY55" fmla="*/ 6831220 h 6855225"/>
              <a:gd name="connsiteX56" fmla="*/ 5673128 w 12199799"/>
              <a:gd name="connsiteY56" fmla="*/ 6377919 h 6855225"/>
              <a:gd name="connsiteX57" fmla="*/ 6523688 w 12199799"/>
              <a:gd name="connsiteY57" fmla="*/ 5924618 h 6855225"/>
              <a:gd name="connsiteX58" fmla="*/ 6523688 w 12199799"/>
              <a:gd name="connsiteY58" fmla="*/ 6831220 h 6855225"/>
              <a:gd name="connsiteX59" fmla="*/ 7305243 w 12199799"/>
              <a:gd name="connsiteY59" fmla="*/ 6377919 h 6855225"/>
              <a:gd name="connsiteX60" fmla="*/ 8154013 w 12199799"/>
              <a:gd name="connsiteY60" fmla="*/ 5924618 h 6855225"/>
              <a:gd name="connsiteX61" fmla="*/ 8154013 w 12199799"/>
              <a:gd name="connsiteY61" fmla="*/ 6831220 h 6855225"/>
              <a:gd name="connsiteX62" fmla="*/ 8935564 w 12199799"/>
              <a:gd name="connsiteY62" fmla="*/ 6377919 h 6855225"/>
              <a:gd name="connsiteX63" fmla="*/ 9786128 w 12199799"/>
              <a:gd name="connsiteY63" fmla="*/ 5924618 h 6855225"/>
              <a:gd name="connsiteX64" fmla="*/ 9786128 w 12199799"/>
              <a:gd name="connsiteY64" fmla="*/ 6831220 h 6855225"/>
              <a:gd name="connsiteX65" fmla="*/ 10567682 w 12199799"/>
              <a:gd name="connsiteY65" fmla="*/ 6377919 h 6855225"/>
              <a:gd name="connsiteX66" fmla="*/ 11418248 w 12199799"/>
              <a:gd name="connsiteY66" fmla="*/ 5924618 h 6855225"/>
              <a:gd name="connsiteX67" fmla="*/ 11418248 w 12199799"/>
              <a:gd name="connsiteY67" fmla="*/ 6831220 h 6855225"/>
              <a:gd name="connsiteX68" fmla="*/ 12199798 w 12199799"/>
              <a:gd name="connsiteY68" fmla="*/ 6377919 h 6855225"/>
              <a:gd name="connsiteX69" fmla="*/ 781554 w 12199799"/>
              <a:gd name="connsiteY69" fmla="*/ 5438511 h 6855225"/>
              <a:gd name="connsiteX70" fmla="*/ 1 w 12199799"/>
              <a:gd name="connsiteY70" fmla="*/ 5891812 h 6855225"/>
              <a:gd name="connsiteX71" fmla="*/ 781554 w 12199799"/>
              <a:gd name="connsiteY71" fmla="*/ 6345112 h 6855225"/>
              <a:gd name="connsiteX72" fmla="*/ 815170 w 12199799"/>
              <a:gd name="connsiteY72" fmla="*/ 5438511 h 6855225"/>
              <a:gd name="connsiteX73" fmla="*/ 815170 w 12199799"/>
              <a:gd name="connsiteY73" fmla="*/ 6345112 h 6855225"/>
              <a:gd name="connsiteX74" fmla="*/ 1596723 w 12199799"/>
              <a:gd name="connsiteY74" fmla="*/ 5891811 h 6855225"/>
              <a:gd name="connsiteX75" fmla="*/ 2411894 w 12199799"/>
              <a:gd name="connsiteY75" fmla="*/ 5438511 h 6855225"/>
              <a:gd name="connsiteX76" fmla="*/ 1630341 w 12199799"/>
              <a:gd name="connsiteY76" fmla="*/ 5891812 h 6855225"/>
              <a:gd name="connsiteX77" fmla="*/ 2411894 w 12199799"/>
              <a:gd name="connsiteY77" fmla="*/ 6345112 h 6855225"/>
              <a:gd name="connsiteX78" fmla="*/ 2447286 w 12199799"/>
              <a:gd name="connsiteY78" fmla="*/ 5438511 h 6855225"/>
              <a:gd name="connsiteX79" fmla="*/ 2447286 w 12199799"/>
              <a:gd name="connsiteY79" fmla="*/ 6345112 h 6855225"/>
              <a:gd name="connsiteX80" fmla="*/ 3228839 w 12199799"/>
              <a:gd name="connsiteY80" fmla="*/ 5891811 h 6855225"/>
              <a:gd name="connsiteX81" fmla="*/ 4042789 w 12199799"/>
              <a:gd name="connsiteY81" fmla="*/ 5438511 h 6855225"/>
              <a:gd name="connsiteX82" fmla="*/ 3261236 w 12199799"/>
              <a:gd name="connsiteY82" fmla="*/ 5891812 h 6855225"/>
              <a:gd name="connsiteX83" fmla="*/ 4042789 w 12199799"/>
              <a:gd name="connsiteY83" fmla="*/ 6345112 h 6855225"/>
              <a:gd name="connsiteX84" fmla="*/ 4076405 w 12199799"/>
              <a:gd name="connsiteY84" fmla="*/ 5438511 h 6855225"/>
              <a:gd name="connsiteX85" fmla="*/ 4076405 w 12199799"/>
              <a:gd name="connsiteY85" fmla="*/ 6345112 h 6855225"/>
              <a:gd name="connsiteX86" fmla="*/ 4857958 w 12199799"/>
              <a:gd name="connsiteY86" fmla="*/ 5891811 h 6855225"/>
              <a:gd name="connsiteX87" fmla="*/ 5673129 w 12199799"/>
              <a:gd name="connsiteY87" fmla="*/ 5438511 h 6855225"/>
              <a:gd name="connsiteX88" fmla="*/ 4891576 w 12199799"/>
              <a:gd name="connsiteY88" fmla="*/ 5891812 h 6855225"/>
              <a:gd name="connsiteX89" fmla="*/ 5673129 w 12199799"/>
              <a:gd name="connsiteY89" fmla="*/ 6345112 h 6855225"/>
              <a:gd name="connsiteX90" fmla="*/ 5708521 w 12199799"/>
              <a:gd name="connsiteY90" fmla="*/ 5438511 h 6855225"/>
              <a:gd name="connsiteX91" fmla="*/ 5708521 w 12199799"/>
              <a:gd name="connsiteY91" fmla="*/ 6345112 h 6855225"/>
              <a:gd name="connsiteX92" fmla="*/ 6490069 w 12199799"/>
              <a:gd name="connsiteY92" fmla="*/ 5891811 h 6855225"/>
              <a:gd name="connsiteX93" fmla="*/ 7305243 w 12199799"/>
              <a:gd name="connsiteY93" fmla="*/ 5438511 h 6855225"/>
              <a:gd name="connsiteX94" fmla="*/ 6523688 w 12199799"/>
              <a:gd name="connsiteY94" fmla="*/ 5891812 h 6855225"/>
              <a:gd name="connsiteX95" fmla="*/ 7305243 w 12199799"/>
              <a:gd name="connsiteY95" fmla="*/ 6345112 h 6855225"/>
              <a:gd name="connsiteX96" fmla="*/ 7338859 w 12199799"/>
              <a:gd name="connsiteY96" fmla="*/ 5438511 h 6855225"/>
              <a:gd name="connsiteX97" fmla="*/ 7338859 w 12199799"/>
              <a:gd name="connsiteY97" fmla="*/ 6345112 h 6855225"/>
              <a:gd name="connsiteX98" fmla="*/ 8120395 w 12199799"/>
              <a:gd name="connsiteY98" fmla="*/ 5891811 h 6855225"/>
              <a:gd name="connsiteX99" fmla="*/ 8935566 w 12199799"/>
              <a:gd name="connsiteY99" fmla="*/ 5438511 h 6855225"/>
              <a:gd name="connsiteX100" fmla="*/ 8154014 w 12199799"/>
              <a:gd name="connsiteY100" fmla="*/ 5891812 h 6855225"/>
              <a:gd name="connsiteX101" fmla="*/ 8935566 w 12199799"/>
              <a:gd name="connsiteY101" fmla="*/ 6345112 h 6855225"/>
              <a:gd name="connsiteX102" fmla="*/ 8970959 w 12199799"/>
              <a:gd name="connsiteY102" fmla="*/ 5438511 h 6855225"/>
              <a:gd name="connsiteX103" fmla="*/ 8970959 w 12199799"/>
              <a:gd name="connsiteY103" fmla="*/ 6345112 h 6855225"/>
              <a:gd name="connsiteX104" fmla="*/ 9752511 w 12199799"/>
              <a:gd name="connsiteY104" fmla="*/ 5891811 h 6855225"/>
              <a:gd name="connsiteX105" fmla="*/ 10567683 w 12199799"/>
              <a:gd name="connsiteY105" fmla="*/ 5438511 h 6855225"/>
              <a:gd name="connsiteX106" fmla="*/ 9786128 w 12199799"/>
              <a:gd name="connsiteY106" fmla="*/ 5891812 h 6855225"/>
              <a:gd name="connsiteX107" fmla="*/ 10567683 w 12199799"/>
              <a:gd name="connsiteY107" fmla="*/ 6345112 h 6855225"/>
              <a:gd name="connsiteX108" fmla="*/ 10603076 w 12199799"/>
              <a:gd name="connsiteY108" fmla="*/ 5438511 h 6855225"/>
              <a:gd name="connsiteX109" fmla="*/ 10603076 w 12199799"/>
              <a:gd name="connsiteY109" fmla="*/ 6345112 h 6855225"/>
              <a:gd name="connsiteX110" fmla="*/ 11384630 w 12199799"/>
              <a:gd name="connsiteY110" fmla="*/ 5891811 h 6855225"/>
              <a:gd name="connsiteX111" fmla="*/ 12199799 w 12199799"/>
              <a:gd name="connsiteY111" fmla="*/ 5438511 h 6855225"/>
              <a:gd name="connsiteX112" fmla="*/ 11418248 w 12199799"/>
              <a:gd name="connsiteY112" fmla="*/ 5891812 h 6855225"/>
              <a:gd name="connsiteX113" fmla="*/ 12199799 w 12199799"/>
              <a:gd name="connsiteY113" fmla="*/ 6345112 h 6855225"/>
              <a:gd name="connsiteX114" fmla="*/ 1596722 w 12199799"/>
              <a:gd name="connsiteY114" fmla="*/ 4943763 h 6855225"/>
              <a:gd name="connsiteX115" fmla="*/ 815170 w 12199799"/>
              <a:gd name="connsiteY115" fmla="*/ 5397063 h 6855225"/>
              <a:gd name="connsiteX116" fmla="*/ 1596722 w 12199799"/>
              <a:gd name="connsiteY116" fmla="*/ 5850364 h 6855225"/>
              <a:gd name="connsiteX117" fmla="*/ 3228838 w 12199799"/>
              <a:gd name="connsiteY117" fmla="*/ 4943763 h 6855225"/>
              <a:gd name="connsiteX118" fmla="*/ 2447286 w 12199799"/>
              <a:gd name="connsiteY118" fmla="*/ 5397063 h 6855225"/>
              <a:gd name="connsiteX119" fmla="*/ 3228838 w 12199799"/>
              <a:gd name="connsiteY119" fmla="*/ 5850364 h 6855225"/>
              <a:gd name="connsiteX120" fmla="*/ 4857957 w 12199799"/>
              <a:gd name="connsiteY120" fmla="*/ 4943763 h 6855225"/>
              <a:gd name="connsiteX121" fmla="*/ 4076405 w 12199799"/>
              <a:gd name="connsiteY121" fmla="*/ 5397063 h 6855225"/>
              <a:gd name="connsiteX122" fmla="*/ 4857957 w 12199799"/>
              <a:gd name="connsiteY122" fmla="*/ 5850364 h 6855225"/>
              <a:gd name="connsiteX123" fmla="*/ 6490069 w 12199799"/>
              <a:gd name="connsiteY123" fmla="*/ 4943763 h 6855225"/>
              <a:gd name="connsiteX124" fmla="*/ 5708521 w 12199799"/>
              <a:gd name="connsiteY124" fmla="*/ 5397063 h 6855225"/>
              <a:gd name="connsiteX125" fmla="*/ 6490069 w 12199799"/>
              <a:gd name="connsiteY125" fmla="*/ 5850364 h 6855225"/>
              <a:gd name="connsiteX126" fmla="*/ 8120394 w 12199799"/>
              <a:gd name="connsiteY126" fmla="*/ 4943763 h 6855225"/>
              <a:gd name="connsiteX127" fmla="*/ 7338859 w 12199799"/>
              <a:gd name="connsiteY127" fmla="*/ 5397063 h 6855225"/>
              <a:gd name="connsiteX128" fmla="*/ 8120394 w 12199799"/>
              <a:gd name="connsiteY128" fmla="*/ 5850364 h 6855225"/>
              <a:gd name="connsiteX129" fmla="*/ 9752510 w 12199799"/>
              <a:gd name="connsiteY129" fmla="*/ 4943763 h 6855225"/>
              <a:gd name="connsiteX130" fmla="*/ 8970960 w 12199799"/>
              <a:gd name="connsiteY130" fmla="*/ 5397063 h 6855225"/>
              <a:gd name="connsiteX131" fmla="*/ 9752510 w 12199799"/>
              <a:gd name="connsiteY131" fmla="*/ 5850364 h 6855225"/>
              <a:gd name="connsiteX132" fmla="*/ 11384629 w 12199799"/>
              <a:gd name="connsiteY132" fmla="*/ 4943763 h 6855225"/>
              <a:gd name="connsiteX133" fmla="*/ 10603076 w 12199799"/>
              <a:gd name="connsiteY133" fmla="*/ 5397063 h 6855225"/>
              <a:gd name="connsiteX134" fmla="*/ 11384629 w 12199799"/>
              <a:gd name="connsiteY134" fmla="*/ 5850364 h 6855225"/>
              <a:gd name="connsiteX135" fmla="*/ 0 w 12199799"/>
              <a:gd name="connsiteY135" fmla="*/ 4943763 h 6855225"/>
              <a:gd name="connsiteX136" fmla="*/ 0 w 12199799"/>
              <a:gd name="connsiteY136" fmla="*/ 5850365 h 6855225"/>
              <a:gd name="connsiteX137" fmla="*/ 781552 w 12199799"/>
              <a:gd name="connsiteY137" fmla="*/ 5397064 h 6855225"/>
              <a:gd name="connsiteX138" fmla="*/ 1630341 w 12199799"/>
              <a:gd name="connsiteY138" fmla="*/ 4943763 h 6855225"/>
              <a:gd name="connsiteX139" fmla="*/ 1630341 w 12199799"/>
              <a:gd name="connsiteY139" fmla="*/ 5850365 h 6855225"/>
              <a:gd name="connsiteX140" fmla="*/ 2411893 w 12199799"/>
              <a:gd name="connsiteY140" fmla="*/ 5397064 h 6855225"/>
              <a:gd name="connsiteX141" fmla="*/ 3261235 w 12199799"/>
              <a:gd name="connsiteY141" fmla="*/ 4943763 h 6855225"/>
              <a:gd name="connsiteX142" fmla="*/ 3261235 w 12199799"/>
              <a:gd name="connsiteY142" fmla="*/ 5850365 h 6855225"/>
              <a:gd name="connsiteX143" fmla="*/ 4042787 w 12199799"/>
              <a:gd name="connsiteY143" fmla="*/ 5397064 h 6855225"/>
              <a:gd name="connsiteX144" fmla="*/ 4891576 w 12199799"/>
              <a:gd name="connsiteY144" fmla="*/ 4943763 h 6855225"/>
              <a:gd name="connsiteX145" fmla="*/ 4891576 w 12199799"/>
              <a:gd name="connsiteY145" fmla="*/ 5850365 h 6855225"/>
              <a:gd name="connsiteX146" fmla="*/ 5673128 w 12199799"/>
              <a:gd name="connsiteY146" fmla="*/ 5397064 h 6855225"/>
              <a:gd name="connsiteX147" fmla="*/ 6523688 w 12199799"/>
              <a:gd name="connsiteY147" fmla="*/ 4943763 h 6855225"/>
              <a:gd name="connsiteX148" fmla="*/ 6523688 w 12199799"/>
              <a:gd name="connsiteY148" fmla="*/ 5850365 h 6855225"/>
              <a:gd name="connsiteX149" fmla="*/ 7305243 w 12199799"/>
              <a:gd name="connsiteY149" fmla="*/ 5397064 h 6855225"/>
              <a:gd name="connsiteX150" fmla="*/ 8154013 w 12199799"/>
              <a:gd name="connsiteY150" fmla="*/ 4943763 h 6855225"/>
              <a:gd name="connsiteX151" fmla="*/ 8154013 w 12199799"/>
              <a:gd name="connsiteY151" fmla="*/ 5850365 h 6855225"/>
              <a:gd name="connsiteX152" fmla="*/ 8935564 w 12199799"/>
              <a:gd name="connsiteY152" fmla="*/ 5397064 h 6855225"/>
              <a:gd name="connsiteX153" fmla="*/ 9786128 w 12199799"/>
              <a:gd name="connsiteY153" fmla="*/ 4943763 h 6855225"/>
              <a:gd name="connsiteX154" fmla="*/ 9786128 w 12199799"/>
              <a:gd name="connsiteY154" fmla="*/ 5850365 h 6855225"/>
              <a:gd name="connsiteX155" fmla="*/ 10567681 w 12199799"/>
              <a:gd name="connsiteY155" fmla="*/ 5397064 h 6855225"/>
              <a:gd name="connsiteX156" fmla="*/ 11418247 w 12199799"/>
              <a:gd name="connsiteY156" fmla="*/ 4943763 h 6855225"/>
              <a:gd name="connsiteX157" fmla="*/ 11418247 w 12199799"/>
              <a:gd name="connsiteY157" fmla="*/ 5850365 h 6855225"/>
              <a:gd name="connsiteX158" fmla="*/ 12199798 w 12199799"/>
              <a:gd name="connsiteY158" fmla="*/ 5397064 h 6855225"/>
              <a:gd name="connsiteX159" fmla="*/ 781554 w 12199799"/>
              <a:gd name="connsiteY159" fmla="*/ 4455068 h 6855225"/>
              <a:gd name="connsiteX160" fmla="*/ 1 w 12199799"/>
              <a:gd name="connsiteY160" fmla="*/ 4908369 h 6855225"/>
              <a:gd name="connsiteX161" fmla="*/ 781554 w 12199799"/>
              <a:gd name="connsiteY161" fmla="*/ 5361669 h 6855225"/>
              <a:gd name="connsiteX162" fmla="*/ 815170 w 12199799"/>
              <a:gd name="connsiteY162" fmla="*/ 4455068 h 6855225"/>
              <a:gd name="connsiteX163" fmla="*/ 815170 w 12199799"/>
              <a:gd name="connsiteY163" fmla="*/ 5361669 h 6855225"/>
              <a:gd name="connsiteX164" fmla="*/ 1596723 w 12199799"/>
              <a:gd name="connsiteY164" fmla="*/ 4908368 h 6855225"/>
              <a:gd name="connsiteX165" fmla="*/ 2411894 w 12199799"/>
              <a:gd name="connsiteY165" fmla="*/ 4455068 h 6855225"/>
              <a:gd name="connsiteX166" fmla="*/ 1630341 w 12199799"/>
              <a:gd name="connsiteY166" fmla="*/ 4908369 h 6855225"/>
              <a:gd name="connsiteX167" fmla="*/ 2411894 w 12199799"/>
              <a:gd name="connsiteY167" fmla="*/ 5361669 h 6855225"/>
              <a:gd name="connsiteX168" fmla="*/ 2447286 w 12199799"/>
              <a:gd name="connsiteY168" fmla="*/ 4455068 h 6855225"/>
              <a:gd name="connsiteX169" fmla="*/ 2447286 w 12199799"/>
              <a:gd name="connsiteY169" fmla="*/ 5361669 h 6855225"/>
              <a:gd name="connsiteX170" fmla="*/ 3228839 w 12199799"/>
              <a:gd name="connsiteY170" fmla="*/ 4908368 h 6855225"/>
              <a:gd name="connsiteX171" fmla="*/ 4042789 w 12199799"/>
              <a:gd name="connsiteY171" fmla="*/ 4455068 h 6855225"/>
              <a:gd name="connsiteX172" fmla="*/ 3261236 w 12199799"/>
              <a:gd name="connsiteY172" fmla="*/ 4908369 h 6855225"/>
              <a:gd name="connsiteX173" fmla="*/ 4042789 w 12199799"/>
              <a:gd name="connsiteY173" fmla="*/ 5361669 h 6855225"/>
              <a:gd name="connsiteX174" fmla="*/ 4076405 w 12199799"/>
              <a:gd name="connsiteY174" fmla="*/ 4455068 h 6855225"/>
              <a:gd name="connsiteX175" fmla="*/ 4076405 w 12199799"/>
              <a:gd name="connsiteY175" fmla="*/ 5361669 h 6855225"/>
              <a:gd name="connsiteX176" fmla="*/ 4857958 w 12199799"/>
              <a:gd name="connsiteY176" fmla="*/ 4908368 h 6855225"/>
              <a:gd name="connsiteX177" fmla="*/ 5673129 w 12199799"/>
              <a:gd name="connsiteY177" fmla="*/ 4455068 h 6855225"/>
              <a:gd name="connsiteX178" fmla="*/ 4891576 w 12199799"/>
              <a:gd name="connsiteY178" fmla="*/ 4908369 h 6855225"/>
              <a:gd name="connsiteX179" fmla="*/ 5673129 w 12199799"/>
              <a:gd name="connsiteY179" fmla="*/ 5361669 h 6855225"/>
              <a:gd name="connsiteX180" fmla="*/ 5708521 w 12199799"/>
              <a:gd name="connsiteY180" fmla="*/ 4455068 h 6855225"/>
              <a:gd name="connsiteX181" fmla="*/ 5708521 w 12199799"/>
              <a:gd name="connsiteY181" fmla="*/ 5361669 h 6855225"/>
              <a:gd name="connsiteX182" fmla="*/ 6490069 w 12199799"/>
              <a:gd name="connsiteY182" fmla="*/ 4908368 h 6855225"/>
              <a:gd name="connsiteX183" fmla="*/ 7305243 w 12199799"/>
              <a:gd name="connsiteY183" fmla="*/ 4455068 h 6855225"/>
              <a:gd name="connsiteX184" fmla="*/ 6523688 w 12199799"/>
              <a:gd name="connsiteY184" fmla="*/ 4908369 h 6855225"/>
              <a:gd name="connsiteX185" fmla="*/ 7305243 w 12199799"/>
              <a:gd name="connsiteY185" fmla="*/ 5361669 h 6855225"/>
              <a:gd name="connsiteX186" fmla="*/ 7338859 w 12199799"/>
              <a:gd name="connsiteY186" fmla="*/ 4455068 h 6855225"/>
              <a:gd name="connsiteX187" fmla="*/ 7338859 w 12199799"/>
              <a:gd name="connsiteY187" fmla="*/ 5361669 h 6855225"/>
              <a:gd name="connsiteX188" fmla="*/ 8120395 w 12199799"/>
              <a:gd name="connsiteY188" fmla="*/ 4908368 h 6855225"/>
              <a:gd name="connsiteX189" fmla="*/ 8935566 w 12199799"/>
              <a:gd name="connsiteY189" fmla="*/ 4455068 h 6855225"/>
              <a:gd name="connsiteX190" fmla="*/ 8154014 w 12199799"/>
              <a:gd name="connsiteY190" fmla="*/ 4908369 h 6855225"/>
              <a:gd name="connsiteX191" fmla="*/ 8935566 w 12199799"/>
              <a:gd name="connsiteY191" fmla="*/ 5361669 h 6855225"/>
              <a:gd name="connsiteX192" fmla="*/ 8970959 w 12199799"/>
              <a:gd name="connsiteY192" fmla="*/ 4455068 h 6855225"/>
              <a:gd name="connsiteX193" fmla="*/ 8970959 w 12199799"/>
              <a:gd name="connsiteY193" fmla="*/ 5361669 h 6855225"/>
              <a:gd name="connsiteX194" fmla="*/ 9752511 w 12199799"/>
              <a:gd name="connsiteY194" fmla="*/ 4908368 h 6855225"/>
              <a:gd name="connsiteX195" fmla="*/ 10567683 w 12199799"/>
              <a:gd name="connsiteY195" fmla="*/ 4455068 h 6855225"/>
              <a:gd name="connsiteX196" fmla="*/ 9786128 w 12199799"/>
              <a:gd name="connsiteY196" fmla="*/ 4908369 h 6855225"/>
              <a:gd name="connsiteX197" fmla="*/ 10567683 w 12199799"/>
              <a:gd name="connsiteY197" fmla="*/ 5361669 h 6855225"/>
              <a:gd name="connsiteX198" fmla="*/ 10603076 w 12199799"/>
              <a:gd name="connsiteY198" fmla="*/ 4455068 h 6855225"/>
              <a:gd name="connsiteX199" fmla="*/ 10603076 w 12199799"/>
              <a:gd name="connsiteY199" fmla="*/ 5361669 h 6855225"/>
              <a:gd name="connsiteX200" fmla="*/ 11384629 w 12199799"/>
              <a:gd name="connsiteY200" fmla="*/ 4908368 h 6855225"/>
              <a:gd name="connsiteX201" fmla="*/ 12199799 w 12199799"/>
              <a:gd name="connsiteY201" fmla="*/ 4455068 h 6855225"/>
              <a:gd name="connsiteX202" fmla="*/ 11418247 w 12199799"/>
              <a:gd name="connsiteY202" fmla="*/ 4908369 h 6855225"/>
              <a:gd name="connsiteX203" fmla="*/ 12199799 w 12199799"/>
              <a:gd name="connsiteY203" fmla="*/ 5361669 h 6855225"/>
              <a:gd name="connsiteX204" fmla="*/ 1596722 w 12199799"/>
              <a:gd name="connsiteY204" fmla="*/ 3960320 h 6855225"/>
              <a:gd name="connsiteX205" fmla="*/ 815170 w 12199799"/>
              <a:gd name="connsiteY205" fmla="*/ 4413620 h 6855225"/>
              <a:gd name="connsiteX206" fmla="*/ 1596722 w 12199799"/>
              <a:gd name="connsiteY206" fmla="*/ 4866921 h 6855225"/>
              <a:gd name="connsiteX207" fmla="*/ 3228838 w 12199799"/>
              <a:gd name="connsiteY207" fmla="*/ 3960320 h 6855225"/>
              <a:gd name="connsiteX208" fmla="*/ 2447286 w 12199799"/>
              <a:gd name="connsiteY208" fmla="*/ 4413620 h 6855225"/>
              <a:gd name="connsiteX209" fmla="*/ 3228838 w 12199799"/>
              <a:gd name="connsiteY209" fmla="*/ 4866921 h 6855225"/>
              <a:gd name="connsiteX210" fmla="*/ 4857957 w 12199799"/>
              <a:gd name="connsiteY210" fmla="*/ 3960320 h 6855225"/>
              <a:gd name="connsiteX211" fmla="*/ 4076405 w 12199799"/>
              <a:gd name="connsiteY211" fmla="*/ 4413620 h 6855225"/>
              <a:gd name="connsiteX212" fmla="*/ 4857957 w 12199799"/>
              <a:gd name="connsiteY212" fmla="*/ 4866921 h 6855225"/>
              <a:gd name="connsiteX213" fmla="*/ 6490069 w 12199799"/>
              <a:gd name="connsiteY213" fmla="*/ 3960320 h 6855225"/>
              <a:gd name="connsiteX214" fmla="*/ 5708521 w 12199799"/>
              <a:gd name="connsiteY214" fmla="*/ 4413620 h 6855225"/>
              <a:gd name="connsiteX215" fmla="*/ 6490069 w 12199799"/>
              <a:gd name="connsiteY215" fmla="*/ 4866921 h 6855225"/>
              <a:gd name="connsiteX216" fmla="*/ 8120394 w 12199799"/>
              <a:gd name="connsiteY216" fmla="*/ 3960320 h 6855225"/>
              <a:gd name="connsiteX217" fmla="*/ 7338859 w 12199799"/>
              <a:gd name="connsiteY217" fmla="*/ 4413620 h 6855225"/>
              <a:gd name="connsiteX218" fmla="*/ 8120394 w 12199799"/>
              <a:gd name="connsiteY218" fmla="*/ 4866921 h 6855225"/>
              <a:gd name="connsiteX219" fmla="*/ 9752510 w 12199799"/>
              <a:gd name="connsiteY219" fmla="*/ 3960320 h 6855225"/>
              <a:gd name="connsiteX220" fmla="*/ 8970960 w 12199799"/>
              <a:gd name="connsiteY220" fmla="*/ 4413620 h 6855225"/>
              <a:gd name="connsiteX221" fmla="*/ 9752510 w 12199799"/>
              <a:gd name="connsiteY221" fmla="*/ 4866921 h 6855225"/>
              <a:gd name="connsiteX222" fmla="*/ 11384629 w 12199799"/>
              <a:gd name="connsiteY222" fmla="*/ 3960320 h 6855225"/>
              <a:gd name="connsiteX223" fmla="*/ 10603076 w 12199799"/>
              <a:gd name="connsiteY223" fmla="*/ 4413620 h 6855225"/>
              <a:gd name="connsiteX224" fmla="*/ 11384629 w 12199799"/>
              <a:gd name="connsiteY224" fmla="*/ 4866921 h 6855225"/>
              <a:gd name="connsiteX225" fmla="*/ 0 w 12199799"/>
              <a:gd name="connsiteY225" fmla="*/ 3960320 h 6855225"/>
              <a:gd name="connsiteX226" fmla="*/ 0 w 12199799"/>
              <a:gd name="connsiteY226" fmla="*/ 4866922 h 6855225"/>
              <a:gd name="connsiteX227" fmla="*/ 781552 w 12199799"/>
              <a:gd name="connsiteY227" fmla="*/ 4413621 h 6855225"/>
              <a:gd name="connsiteX228" fmla="*/ 1630341 w 12199799"/>
              <a:gd name="connsiteY228" fmla="*/ 3960320 h 6855225"/>
              <a:gd name="connsiteX229" fmla="*/ 1630341 w 12199799"/>
              <a:gd name="connsiteY229" fmla="*/ 4866922 h 6855225"/>
              <a:gd name="connsiteX230" fmla="*/ 2411893 w 12199799"/>
              <a:gd name="connsiteY230" fmla="*/ 4413621 h 6855225"/>
              <a:gd name="connsiteX231" fmla="*/ 3261235 w 12199799"/>
              <a:gd name="connsiteY231" fmla="*/ 3960320 h 6855225"/>
              <a:gd name="connsiteX232" fmla="*/ 3261235 w 12199799"/>
              <a:gd name="connsiteY232" fmla="*/ 4866922 h 6855225"/>
              <a:gd name="connsiteX233" fmla="*/ 4042787 w 12199799"/>
              <a:gd name="connsiteY233" fmla="*/ 4413621 h 6855225"/>
              <a:gd name="connsiteX234" fmla="*/ 4891576 w 12199799"/>
              <a:gd name="connsiteY234" fmla="*/ 3960320 h 6855225"/>
              <a:gd name="connsiteX235" fmla="*/ 4891576 w 12199799"/>
              <a:gd name="connsiteY235" fmla="*/ 4866922 h 6855225"/>
              <a:gd name="connsiteX236" fmla="*/ 5673128 w 12199799"/>
              <a:gd name="connsiteY236" fmla="*/ 4413621 h 6855225"/>
              <a:gd name="connsiteX237" fmla="*/ 6523688 w 12199799"/>
              <a:gd name="connsiteY237" fmla="*/ 3960320 h 6855225"/>
              <a:gd name="connsiteX238" fmla="*/ 6523688 w 12199799"/>
              <a:gd name="connsiteY238" fmla="*/ 4866922 h 6855225"/>
              <a:gd name="connsiteX239" fmla="*/ 7305243 w 12199799"/>
              <a:gd name="connsiteY239" fmla="*/ 4413621 h 6855225"/>
              <a:gd name="connsiteX240" fmla="*/ 8154013 w 12199799"/>
              <a:gd name="connsiteY240" fmla="*/ 3960320 h 6855225"/>
              <a:gd name="connsiteX241" fmla="*/ 8154013 w 12199799"/>
              <a:gd name="connsiteY241" fmla="*/ 4866922 h 6855225"/>
              <a:gd name="connsiteX242" fmla="*/ 8935564 w 12199799"/>
              <a:gd name="connsiteY242" fmla="*/ 4413621 h 6855225"/>
              <a:gd name="connsiteX243" fmla="*/ 9786127 w 12199799"/>
              <a:gd name="connsiteY243" fmla="*/ 3960320 h 6855225"/>
              <a:gd name="connsiteX244" fmla="*/ 9786127 w 12199799"/>
              <a:gd name="connsiteY244" fmla="*/ 4866922 h 6855225"/>
              <a:gd name="connsiteX245" fmla="*/ 10567681 w 12199799"/>
              <a:gd name="connsiteY245" fmla="*/ 4413621 h 6855225"/>
              <a:gd name="connsiteX246" fmla="*/ 11418247 w 12199799"/>
              <a:gd name="connsiteY246" fmla="*/ 3960320 h 6855225"/>
              <a:gd name="connsiteX247" fmla="*/ 11418247 w 12199799"/>
              <a:gd name="connsiteY247" fmla="*/ 4866922 h 6855225"/>
              <a:gd name="connsiteX248" fmla="*/ 12199798 w 12199799"/>
              <a:gd name="connsiteY248" fmla="*/ 4413621 h 6855225"/>
              <a:gd name="connsiteX249" fmla="*/ 781554 w 12199799"/>
              <a:gd name="connsiteY249" fmla="*/ 3468161 h 6855225"/>
              <a:gd name="connsiteX250" fmla="*/ 1 w 12199799"/>
              <a:gd name="connsiteY250" fmla="*/ 3921462 h 6855225"/>
              <a:gd name="connsiteX251" fmla="*/ 781554 w 12199799"/>
              <a:gd name="connsiteY251" fmla="*/ 4374762 h 6855225"/>
              <a:gd name="connsiteX252" fmla="*/ 815170 w 12199799"/>
              <a:gd name="connsiteY252" fmla="*/ 3468161 h 6855225"/>
              <a:gd name="connsiteX253" fmla="*/ 815170 w 12199799"/>
              <a:gd name="connsiteY253" fmla="*/ 4374762 h 6855225"/>
              <a:gd name="connsiteX254" fmla="*/ 1596723 w 12199799"/>
              <a:gd name="connsiteY254" fmla="*/ 3921461 h 6855225"/>
              <a:gd name="connsiteX255" fmla="*/ 2411894 w 12199799"/>
              <a:gd name="connsiteY255" fmla="*/ 3468161 h 6855225"/>
              <a:gd name="connsiteX256" fmla="*/ 1630341 w 12199799"/>
              <a:gd name="connsiteY256" fmla="*/ 3921462 h 6855225"/>
              <a:gd name="connsiteX257" fmla="*/ 2411894 w 12199799"/>
              <a:gd name="connsiteY257" fmla="*/ 4374762 h 6855225"/>
              <a:gd name="connsiteX258" fmla="*/ 2447286 w 12199799"/>
              <a:gd name="connsiteY258" fmla="*/ 3468161 h 6855225"/>
              <a:gd name="connsiteX259" fmla="*/ 2447286 w 12199799"/>
              <a:gd name="connsiteY259" fmla="*/ 4374762 h 6855225"/>
              <a:gd name="connsiteX260" fmla="*/ 3228839 w 12199799"/>
              <a:gd name="connsiteY260" fmla="*/ 3921461 h 6855225"/>
              <a:gd name="connsiteX261" fmla="*/ 4042789 w 12199799"/>
              <a:gd name="connsiteY261" fmla="*/ 3468161 h 6855225"/>
              <a:gd name="connsiteX262" fmla="*/ 3261236 w 12199799"/>
              <a:gd name="connsiteY262" fmla="*/ 3921462 h 6855225"/>
              <a:gd name="connsiteX263" fmla="*/ 4042789 w 12199799"/>
              <a:gd name="connsiteY263" fmla="*/ 4374762 h 6855225"/>
              <a:gd name="connsiteX264" fmla="*/ 4076405 w 12199799"/>
              <a:gd name="connsiteY264" fmla="*/ 3468161 h 6855225"/>
              <a:gd name="connsiteX265" fmla="*/ 4076405 w 12199799"/>
              <a:gd name="connsiteY265" fmla="*/ 4374762 h 6855225"/>
              <a:gd name="connsiteX266" fmla="*/ 4857958 w 12199799"/>
              <a:gd name="connsiteY266" fmla="*/ 3921461 h 6855225"/>
              <a:gd name="connsiteX267" fmla="*/ 5673129 w 12199799"/>
              <a:gd name="connsiteY267" fmla="*/ 3468161 h 6855225"/>
              <a:gd name="connsiteX268" fmla="*/ 4891576 w 12199799"/>
              <a:gd name="connsiteY268" fmla="*/ 3921462 h 6855225"/>
              <a:gd name="connsiteX269" fmla="*/ 5673129 w 12199799"/>
              <a:gd name="connsiteY269" fmla="*/ 4374762 h 6855225"/>
              <a:gd name="connsiteX270" fmla="*/ 5708521 w 12199799"/>
              <a:gd name="connsiteY270" fmla="*/ 3468161 h 6855225"/>
              <a:gd name="connsiteX271" fmla="*/ 5708521 w 12199799"/>
              <a:gd name="connsiteY271" fmla="*/ 4374762 h 6855225"/>
              <a:gd name="connsiteX272" fmla="*/ 6490069 w 12199799"/>
              <a:gd name="connsiteY272" fmla="*/ 3921461 h 6855225"/>
              <a:gd name="connsiteX273" fmla="*/ 7305243 w 12199799"/>
              <a:gd name="connsiteY273" fmla="*/ 3468161 h 6855225"/>
              <a:gd name="connsiteX274" fmla="*/ 6523688 w 12199799"/>
              <a:gd name="connsiteY274" fmla="*/ 3921462 h 6855225"/>
              <a:gd name="connsiteX275" fmla="*/ 7305243 w 12199799"/>
              <a:gd name="connsiteY275" fmla="*/ 4374762 h 6855225"/>
              <a:gd name="connsiteX276" fmla="*/ 7338859 w 12199799"/>
              <a:gd name="connsiteY276" fmla="*/ 3468161 h 6855225"/>
              <a:gd name="connsiteX277" fmla="*/ 7338859 w 12199799"/>
              <a:gd name="connsiteY277" fmla="*/ 4374762 h 6855225"/>
              <a:gd name="connsiteX278" fmla="*/ 8120395 w 12199799"/>
              <a:gd name="connsiteY278" fmla="*/ 3921461 h 6855225"/>
              <a:gd name="connsiteX279" fmla="*/ 8935566 w 12199799"/>
              <a:gd name="connsiteY279" fmla="*/ 3468161 h 6855225"/>
              <a:gd name="connsiteX280" fmla="*/ 8154014 w 12199799"/>
              <a:gd name="connsiteY280" fmla="*/ 3921462 h 6855225"/>
              <a:gd name="connsiteX281" fmla="*/ 8935566 w 12199799"/>
              <a:gd name="connsiteY281" fmla="*/ 4374762 h 6855225"/>
              <a:gd name="connsiteX282" fmla="*/ 8970959 w 12199799"/>
              <a:gd name="connsiteY282" fmla="*/ 3468161 h 6855225"/>
              <a:gd name="connsiteX283" fmla="*/ 8970959 w 12199799"/>
              <a:gd name="connsiteY283" fmla="*/ 4374762 h 6855225"/>
              <a:gd name="connsiteX284" fmla="*/ 9752511 w 12199799"/>
              <a:gd name="connsiteY284" fmla="*/ 3921461 h 6855225"/>
              <a:gd name="connsiteX285" fmla="*/ 10567680 w 12199799"/>
              <a:gd name="connsiteY285" fmla="*/ 3468161 h 6855225"/>
              <a:gd name="connsiteX286" fmla="*/ 9786128 w 12199799"/>
              <a:gd name="connsiteY286" fmla="*/ 3921462 h 6855225"/>
              <a:gd name="connsiteX287" fmla="*/ 10567680 w 12199799"/>
              <a:gd name="connsiteY287" fmla="*/ 4374762 h 6855225"/>
              <a:gd name="connsiteX288" fmla="*/ 10603074 w 12199799"/>
              <a:gd name="connsiteY288" fmla="*/ 3468161 h 6855225"/>
              <a:gd name="connsiteX289" fmla="*/ 10603074 w 12199799"/>
              <a:gd name="connsiteY289" fmla="*/ 4374762 h 6855225"/>
              <a:gd name="connsiteX290" fmla="*/ 11384627 w 12199799"/>
              <a:gd name="connsiteY290" fmla="*/ 3921461 h 6855225"/>
              <a:gd name="connsiteX291" fmla="*/ 12199796 w 12199799"/>
              <a:gd name="connsiteY291" fmla="*/ 3468161 h 6855225"/>
              <a:gd name="connsiteX292" fmla="*/ 11418245 w 12199799"/>
              <a:gd name="connsiteY292" fmla="*/ 3921462 h 6855225"/>
              <a:gd name="connsiteX293" fmla="*/ 12199796 w 12199799"/>
              <a:gd name="connsiteY293" fmla="*/ 4374762 h 6855225"/>
              <a:gd name="connsiteX294" fmla="*/ 6523688 w 12199799"/>
              <a:gd name="connsiteY294" fmla="*/ 2973432 h 6855225"/>
              <a:gd name="connsiteX295" fmla="*/ 6523688 w 12199799"/>
              <a:gd name="connsiteY295" fmla="*/ 3880015 h 6855225"/>
              <a:gd name="connsiteX296" fmla="*/ 7305243 w 12199799"/>
              <a:gd name="connsiteY296" fmla="*/ 3426715 h 6855225"/>
              <a:gd name="connsiteX297" fmla="*/ 8120394 w 12199799"/>
              <a:gd name="connsiteY297" fmla="*/ 2973430 h 6855225"/>
              <a:gd name="connsiteX298" fmla="*/ 7338859 w 12199799"/>
              <a:gd name="connsiteY298" fmla="*/ 3426715 h 6855225"/>
              <a:gd name="connsiteX299" fmla="*/ 8120394 w 12199799"/>
              <a:gd name="connsiteY299" fmla="*/ 3880014 h 6855225"/>
              <a:gd name="connsiteX300" fmla="*/ 8154013 w 12199799"/>
              <a:gd name="connsiteY300" fmla="*/ 2973430 h 6855225"/>
              <a:gd name="connsiteX301" fmla="*/ 8154013 w 12199799"/>
              <a:gd name="connsiteY301" fmla="*/ 3880015 h 6855225"/>
              <a:gd name="connsiteX302" fmla="*/ 8935564 w 12199799"/>
              <a:gd name="connsiteY302" fmla="*/ 3426715 h 6855225"/>
              <a:gd name="connsiteX303" fmla="*/ 9752510 w 12199799"/>
              <a:gd name="connsiteY303" fmla="*/ 2973428 h 6855225"/>
              <a:gd name="connsiteX304" fmla="*/ 8970960 w 12199799"/>
              <a:gd name="connsiteY304" fmla="*/ 3426715 h 6855225"/>
              <a:gd name="connsiteX305" fmla="*/ 9752510 w 12199799"/>
              <a:gd name="connsiteY305" fmla="*/ 3880014 h 6855225"/>
              <a:gd name="connsiteX306" fmla="*/ 9786127 w 12199799"/>
              <a:gd name="connsiteY306" fmla="*/ 2973428 h 6855225"/>
              <a:gd name="connsiteX307" fmla="*/ 9786127 w 12199799"/>
              <a:gd name="connsiteY307" fmla="*/ 3880015 h 6855225"/>
              <a:gd name="connsiteX308" fmla="*/ 10567678 w 12199799"/>
              <a:gd name="connsiteY308" fmla="*/ 3426715 h 6855225"/>
              <a:gd name="connsiteX309" fmla="*/ 11384626 w 12199799"/>
              <a:gd name="connsiteY309" fmla="*/ 2973428 h 6855225"/>
              <a:gd name="connsiteX310" fmla="*/ 10603074 w 12199799"/>
              <a:gd name="connsiteY310" fmla="*/ 3426714 h 6855225"/>
              <a:gd name="connsiteX311" fmla="*/ 11384626 w 12199799"/>
              <a:gd name="connsiteY311" fmla="*/ 3880014 h 6855225"/>
              <a:gd name="connsiteX312" fmla="*/ 11418245 w 12199799"/>
              <a:gd name="connsiteY312" fmla="*/ 2973427 h 6855225"/>
              <a:gd name="connsiteX313" fmla="*/ 11418245 w 12199799"/>
              <a:gd name="connsiteY313" fmla="*/ 3880015 h 6855225"/>
              <a:gd name="connsiteX314" fmla="*/ 12199795 w 12199799"/>
              <a:gd name="connsiteY314" fmla="*/ 3426714 h 6855225"/>
              <a:gd name="connsiteX315" fmla="*/ 3261235 w 12199799"/>
              <a:gd name="connsiteY315" fmla="*/ 2973422 h 6855225"/>
              <a:gd name="connsiteX316" fmla="*/ 3261235 w 12199799"/>
              <a:gd name="connsiteY316" fmla="*/ 3880015 h 6855225"/>
              <a:gd name="connsiteX317" fmla="*/ 4042787 w 12199799"/>
              <a:gd name="connsiteY317" fmla="*/ 3426714 h 6855225"/>
              <a:gd name="connsiteX318" fmla="*/ 4857957 w 12199799"/>
              <a:gd name="connsiteY318" fmla="*/ 2973422 h 6855225"/>
              <a:gd name="connsiteX319" fmla="*/ 4076405 w 12199799"/>
              <a:gd name="connsiteY319" fmla="*/ 3426714 h 6855225"/>
              <a:gd name="connsiteX320" fmla="*/ 4857957 w 12199799"/>
              <a:gd name="connsiteY320" fmla="*/ 3880014 h 6855225"/>
              <a:gd name="connsiteX321" fmla="*/ 4891576 w 12199799"/>
              <a:gd name="connsiteY321" fmla="*/ 2973422 h 6855225"/>
              <a:gd name="connsiteX322" fmla="*/ 4891576 w 12199799"/>
              <a:gd name="connsiteY322" fmla="*/ 3880015 h 6855225"/>
              <a:gd name="connsiteX323" fmla="*/ 5673128 w 12199799"/>
              <a:gd name="connsiteY323" fmla="*/ 3426714 h 6855225"/>
              <a:gd name="connsiteX324" fmla="*/ 6490069 w 12199799"/>
              <a:gd name="connsiteY324" fmla="*/ 2973421 h 6855225"/>
              <a:gd name="connsiteX325" fmla="*/ 5708521 w 12199799"/>
              <a:gd name="connsiteY325" fmla="*/ 3426714 h 6855225"/>
              <a:gd name="connsiteX326" fmla="*/ 6490069 w 12199799"/>
              <a:gd name="connsiteY326" fmla="*/ 3880014 h 6855225"/>
              <a:gd name="connsiteX327" fmla="*/ 0 w 12199799"/>
              <a:gd name="connsiteY327" fmla="*/ 2973417 h 6855225"/>
              <a:gd name="connsiteX328" fmla="*/ 0 w 12199799"/>
              <a:gd name="connsiteY328" fmla="*/ 3880015 h 6855225"/>
              <a:gd name="connsiteX329" fmla="*/ 781552 w 12199799"/>
              <a:gd name="connsiteY329" fmla="*/ 3426714 h 6855225"/>
              <a:gd name="connsiteX330" fmla="*/ 1596722 w 12199799"/>
              <a:gd name="connsiteY330" fmla="*/ 2973417 h 6855225"/>
              <a:gd name="connsiteX331" fmla="*/ 815170 w 12199799"/>
              <a:gd name="connsiteY331" fmla="*/ 3426714 h 6855225"/>
              <a:gd name="connsiteX332" fmla="*/ 1596722 w 12199799"/>
              <a:gd name="connsiteY332" fmla="*/ 3880014 h 6855225"/>
              <a:gd name="connsiteX333" fmla="*/ 1630341 w 12199799"/>
              <a:gd name="connsiteY333" fmla="*/ 2973416 h 6855225"/>
              <a:gd name="connsiteX334" fmla="*/ 1630341 w 12199799"/>
              <a:gd name="connsiteY334" fmla="*/ 3880015 h 6855225"/>
              <a:gd name="connsiteX335" fmla="*/ 2411893 w 12199799"/>
              <a:gd name="connsiteY335" fmla="*/ 3426714 h 6855225"/>
              <a:gd name="connsiteX336" fmla="*/ 3228838 w 12199799"/>
              <a:gd name="connsiteY336" fmla="*/ 2973416 h 6855225"/>
              <a:gd name="connsiteX337" fmla="*/ 2447286 w 12199799"/>
              <a:gd name="connsiteY337" fmla="*/ 3426714 h 6855225"/>
              <a:gd name="connsiteX338" fmla="*/ 3228838 w 12199799"/>
              <a:gd name="connsiteY338" fmla="*/ 3880014 h 6855225"/>
              <a:gd name="connsiteX339" fmla="*/ 7305243 w 12199799"/>
              <a:gd name="connsiteY339" fmla="*/ 2484744 h 6855225"/>
              <a:gd name="connsiteX340" fmla="*/ 6523688 w 12199799"/>
              <a:gd name="connsiteY340" fmla="*/ 2938039 h 6855225"/>
              <a:gd name="connsiteX341" fmla="*/ 7305243 w 12199799"/>
              <a:gd name="connsiteY341" fmla="*/ 3391326 h 6855225"/>
              <a:gd name="connsiteX342" fmla="*/ 7338859 w 12199799"/>
              <a:gd name="connsiteY342" fmla="*/ 2484740 h 6855225"/>
              <a:gd name="connsiteX343" fmla="*/ 7338859 w 12199799"/>
              <a:gd name="connsiteY343" fmla="*/ 3391326 h 6855225"/>
              <a:gd name="connsiteX344" fmla="*/ 8120395 w 12199799"/>
              <a:gd name="connsiteY344" fmla="*/ 2938038 h 6855225"/>
              <a:gd name="connsiteX345" fmla="*/ 8935566 w 12199799"/>
              <a:gd name="connsiteY345" fmla="*/ 2484740 h 6855225"/>
              <a:gd name="connsiteX346" fmla="*/ 8154014 w 12199799"/>
              <a:gd name="connsiteY346" fmla="*/ 2938039 h 6855225"/>
              <a:gd name="connsiteX347" fmla="*/ 8935566 w 12199799"/>
              <a:gd name="connsiteY347" fmla="*/ 3391326 h 6855225"/>
              <a:gd name="connsiteX348" fmla="*/ 8970959 w 12199799"/>
              <a:gd name="connsiteY348" fmla="*/ 2484740 h 6855225"/>
              <a:gd name="connsiteX349" fmla="*/ 8970959 w 12199799"/>
              <a:gd name="connsiteY349" fmla="*/ 3391326 h 6855225"/>
              <a:gd name="connsiteX350" fmla="*/ 9752511 w 12199799"/>
              <a:gd name="connsiteY350" fmla="*/ 2938036 h 6855225"/>
              <a:gd name="connsiteX351" fmla="*/ 10567680 w 12199799"/>
              <a:gd name="connsiteY351" fmla="*/ 2484740 h 6855225"/>
              <a:gd name="connsiteX352" fmla="*/ 9786128 w 12199799"/>
              <a:gd name="connsiteY352" fmla="*/ 2938038 h 6855225"/>
              <a:gd name="connsiteX353" fmla="*/ 10567680 w 12199799"/>
              <a:gd name="connsiteY353" fmla="*/ 3391326 h 6855225"/>
              <a:gd name="connsiteX354" fmla="*/ 10603074 w 12199799"/>
              <a:gd name="connsiteY354" fmla="*/ 2484738 h 6855225"/>
              <a:gd name="connsiteX355" fmla="*/ 10603074 w 12199799"/>
              <a:gd name="connsiteY355" fmla="*/ 3391323 h 6855225"/>
              <a:gd name="connsiteX356" fmla="*/ 11384627 w 12199799"/>
              <a:gd name="connsiteY356" fmla="*/ 2938033 h 6855225"/>
              <a:gd name="connsiteX357" fmla="*/ 12199796 w 12199799"/>
              <a:gd name="connsiteY357" fmla="*/ 2484738 h 6855225"/>
              <a:gd name="connsiteX358" fmla="*/ 11418245 w 12199799"/>
              <a:gd name="connsiteY358" fmla="*/ 2938035 h 6855225"/>
              <a:gd name="connsiteX359" fmla="*/ 12199796 w 12199799"/>
              <a:gd name="connsiteY359" fmla="*/ 3391323 h 6855225"/>
              <a:gd name="connsiteX360" fmla="*/ 4042789 w 12199799"/>
              <a:gd name="connsiteY360" fmla="*/ 2484731 h 6855225"/>
              <a:gd name="connsiteX361" fmla="*/ 3261236 w 12199799"/>
              <a:gd name="connsiteY361" fmla="*/ 2938029 h 6855225"/>
              <a:gd name="connsiteX362" fmla="*/ 4042789 w 12199799"/>
              <a:gd name="connsiteY362" fmla="*/ 3391323 h 6855225"/>
              <a:gd name="connsiteX363" fmla="*/ 4076405 w 12199799"/>
              <a:gd name="connsiteY363" fmla="*/ 2484731 h 6855225"/>
              <a:gd name="connsiteX364" fmla="*/ 4076405 w 12199799"/>
              <a:gd name="connsiteY364" fmla="*/ 3391321 h 6855225"/>
              <a:gd name="connsiteX365" fmla="*/ 4857958 w 12199799"/>
              <a:gd name="connsiteY365" fmla="*/ 2938027 h 6855225"/>
              <a:gd name="connsiteX366" fmla="*/ 5673129 w 12199799"/>
              <a:gd name="connsiteY366" fmla="*/ 2484731 h 6855225"/>
              <a:gd name="connsiteX367" fmla="*/ 4891576 w 12199799"/>
              <a:gd name="connsiteY367" fmla="*/ 2938029 h 6855225"/>
              <a:gd name="connsiteX368" fmla="*/ 5673129 w 12199799"/>
              <a:gd name="connsiteY368" fmla="*/ 3391321 h 6855225"/>
              <a:gd name="connsiteX369" fmla="*/ 5708521 w 12199799"/>
              <a:gd name="connsiteY369" fmla="*/ 2484729 h 6855225"/>
              <a:gd name="connsiteX370" fmla="*/ 5708521 w 12199799"/>
              <a:gd name="connsiteY370" fmla="*/ 3391321 h 6855225"/>
              <a:gd name="connsiteX371" fmla="*/ 6490069 w 12199799"/>
              <a:gd name="connsiteY371" fmla="*/ 2938026 h 6855225"/>
              <a:gd name="connsiteX372" fmla="*/ 781554 w 12199799"/>
              <a:gd name="connsiteY372" fmla="*/ 2484725 h 6855225"/>
              <a:gd name="connsiteX373" fmla="*/ 1 w 12199799"/>
              <a:gd name="connsiteY373" fmla="*/ 2938024 h 6855225"/>
              <a:gd name="connsiteX374" fmla="*/ 781554 w 12199799"/>
              <a:gd name="connsiteY374" fmla="*/ 3391320 h 6855225"/>
              <a:gd name="connsiteX375" fmla="*/ 815170 w 12199799"/>
              <a:gd name="connsiteY375" fmla="*/ 2484723 h 6855225"/>
              <a:gd name="connsiteX376" fmla="*/ 815170 w 12199799"/>
              <a:gd name="connsiteY376" fmla="*/ 3391320 h 6855225"/>
              <a:gd name="connsiteX377" fmla="*/ 1596723 w 12199799"/>
              <a:gd name="connsiteY377" fmla="*/ 2938021 h 6855225"/>
              <a:gd name="connsiteX378" fmla="*/ 2411894 w 12199799"/>
              <a:gd name="connsiteY378" fmla="*/ 2484723 h 6855225"/>
              <a:gd name="connsiteX379" fmla="*/ 1630341 w 12199799"/>
              <a:gd name="connsiteY379" fmla="*/ 2938023 h 6855225"/>
              <a:gd name="connsiteX380" fmla="*/ 2411894 w 12199799"/>
              <a:gd name="connsiteY380" fmla="*/ 3391320 h 6855225"/>
              <a:gd name="connsiteX381" fmla="*/ 2447286 w 12199799"/>
              <a:gd name="connsiteY381" fmla="*/ 2484721 h 6855225"/>
              <a:gd name="connsiteX382" fmla="*/ 2447286 w 12199799"/>
              <a:gd name="connsiteY382" fmla="*/ 3391320 h 6855225"/>
              <a:gd name="connsiteX383" fmla="*/ 3228839 w 12199799"/>
              <a:gd name="connsiteY383" fmla="*/ 2938021 h 6855225"/>
              <a:gd name="connsiteX384" fmla="*/ 9752510 w 12199799"/>
              <a:gd name="connsiteY384" fmla="*/ 1989995 h 6855225"/>
              <a:gd name="connsiteX385" fmla="*/ 8970960 w 12199799"/>
              <a:gd name="connsiteY385" fmla="*/ 2443295 h 6855225"/>
              <a:gd name="connsiteX386" fmla="*/ 9752510 w 12199799"/>
              <a:gd name="connsiteY386" fmla="*/ 2896592 h 6855225"/>
              <a:gd name="connsiteX387" fmla="*/ 6523688 w 12199799"/>
              <a:gd name="connsiteY387" fmla="*/ 1989994 h 6855225"/>
              <a:gd name="connsiteX388" fmla="*/ 6523688 w 12199799"/>
              <a:gd name="connsiteY388" fmla="*/ 2896592 h 6855225"/>
              <a:gd name="connsiteX389" fmla="*/ 7305243 w 12199799"/>
              <a:gd name="connsiteY389" fmla="*/ 2443295 h 6855225"/>
              <a:gd name="connsiteX390" fmla="*/ 8120394 w 12199799"/>
              <a:gd name="connsiteY390" fmla="*/ 1989992 h 6855225"/>
              <a:gd name="connsiteX391" fmla="*/ 7338859 w 12199799"/>
              <a:gd name="connsiteY391" fmla="*/ 2443293 h 6855225"/>
              <a:gd name="connsiteX392" fmla="*/ 8120394 w 12199799"/>
              <a:gd name="connsiteY392" fmla="*/ 2896591 h 6855225"/>
              <a:gd name="connsiteX393" fmla="*/ 8154013 w 12199799"/>
              <a:gd name="connsiteY393" fmla="*/ 1989992 h 6855225"/>
              <a:gd name="connsiteX394" fmla="*/ 8154013 w 12199799"/>
              <a:gd name="connsiteY394" fmla="*/ 2896591 h 6855225"/>
              <a:gd name="connsiteX395" fmla="*/ 8935564 w 12199799"/>
              <a:gd name="connsiteY395" fmla="*/ 2443293 h 6855225"/>
              <a:gd name="connsiteX396" fmla="*/ 9786127 w 12199799"/>
              <a:gd name="connsiteY396" fmla="*/ 1989991 h 6855225"/>
              <a:gd name="connsiteX397" fmla="*/ 9786127 w 12199799"/>
              <a:gd name="connsiteY397" fmla="*/ 2896589 h 6855225"/>
              <a:gd name="connsiteX398" fmla="*/ 10567678 w 12199799"/>
              <a:gd name="connsiteY398" fmla="*/ 2443292 h 6855225"/>
              <a:gd name="connsiteX399" fmla="*/ 11384626 w 12199799"/>
              <a:gd name="connsiteY399" fmla="*/ 1989989 h 6855225"/>
              <a:gd name="connsiteX400" fmla="*/ 10603074 w 12199799"/>
              <a:gd name="connsiteY400" fmla="*/ 2443289 h 6855225"/>
              <a:gd name="connsiteX401" fmla="*/ 11384626 w 12199799"/>
              <a:gd name="connsiteY401" fmla="*/ 2896587 h 6855225"/>
              <a:gd name="connsiteX402" fmla="*/ 11418245 w 12199799"/>
              <a:gd name="connsiteY402" fmla="*/ 1989989 h 6855225"/>
              <a:gd name="connsiteX403" fmla="*/ 11418245 w 12199799"/>
              <a:gd name="connsiteY403" fmla="*/ 2896588 h 6855225"/>
              <a:gd name="connsiteX404" fmla="*/ 12199795 w 12199799"/>
              <a:gd name="connsiteY404" fmla="*/ 2443289 h 6855225"/>
              <a:gd name="connsiteX405" fmla="*/ 3261235 w 12199799"/>
              <a:gd name="connsiteY405" fmla="*/ 1989983 h 6855225"/>
              <a:gd name="connsiteX406" fmla="*/ 3261235 w 12199799"/>
              <a:gd name="connsiteY406" fmla="*/ 2896583 h 6855225"/>
              <a:gd name="connsiteX407" fmla="*/ 4042787 w 12199799"/>
              <a:gd name="connsiteY407" fmla="*/ 2443283 h 6855225"/>
              <a:gd name="connsiteX408" fmla="*/ 4857957 w 12199799"/>
              <a:gd name="connsiteY408" fmla="*/ 1989982 h 6855225"/>
              <a:gd name="connsiteX409" fmla="*/ 4076405 w 12199799"/>
              <a:gd name="connsiteY409" fmla="*/ 2443281 h 6855225"/>
              <a:gd name="connsiteX410" fmla="*/ 4857957 w 12199799"/>
              <a:gd name="connsiteY410" fmla="*/ 2896581 h 6855225"/>
              <a:gd name="connsiteX411" fmla="*/ 4891576 w 12199799"/>
              <a:gd name="connsiteY411" fmla="*/ 1989982 h 6855225"/>
              <a:gd name="connsiteX412" fmla="*/ 4891576 w 12199799"/>
              <a:gd name="connsiteY412" fmla="*/ 2896581 h 6855225"/>
              <a:gd name="connsiteX413" fmla="*/ 5673128 w 12199799"/>
              <a:gd name="connsiteY413" fmla="*/ 2443281 h 6855225"/>
              <a:gd name="connsiteX414" fmla="*/ 6490069 w 12199799"/>
              <a:gd name="connsiteY414" fmla="*/ 1989981 h 6855225"/>
              <a:gd name="connsiteX415" fmla="*/ 5708521 w 12199799"/>
              <a:gd name="connsiteY415" fmla="*/ 2443280 h 6855225"/>
              <a:gd name="connsiteX416" fmla="*/ 6490069 w 12199799"/>
              <a:gd name="connsiteY416" fmla="*/ 2896580 h 6855225"/>
              <a:gd name="connsiteX417" fmla="*/ 0 w 12199799"/>
              <a:gd name="connsiteY417" fmla="*/ 1989976 h 6855225"/>
              <a:gd name="connsiteX418" fmla="*/ 0 w 12199799"/>
              <a:gd name="connsiteY418" fmla="*/ 2896577 h 6855225"/>
              <a:gd name="connsiteX419" fmla="*/ 781552 w 12199799"/>
              <a:gd name="connsiteY419" fmla="*/ 2443276 h 6855225"/>
              <a:gd name="connsiteX420" fmla="*/ 1596722 w 12199799"/>
              <a:gd name="connsiteY420" fmla="*/ 1989975 h 6855225"/>
              <a:gd name="connsiteX421" fmla="*/ 815170 w 12199799"/>
              <a:gd name="connsiteY421" fmla="*/ 2443275 h 6855225"/>
              <a:gd name="connsiteX422" fmla="*/ 1596722 w 12199799"/>
              <a:gd name="connsiteY422" fmla="*/ 2896575 h 6855225"/>
              <a:gd name="connsiteX423" fmla="*/ 1630341 w 12199799"/>
              <a:gd name="connsiteY423" fmla="*/ 1989975 h 6855225"/>
              <a:gd name="connsiteX424" fmla="*/ 1630341 w 12199799"/>
              <a:gd name="connsiteY424" fmla="*/ 2896576 h 6855225"/>
              <a:gd name="connsiteX425" fmla="*/ 2411893 w 12199799"/>
              <a:gd name="connsiteY425" fmla="*/ 2443276 h 6855225"/>
              <a:gd name="connsiteX426" fmla="*/ 3228838 w 12199799"/>
              <a:gd name="connsiteY426" fmla="*/ 1989974 h 6855225"/>
              <a:gd name="connsiteX427" fmla="*/ 2447286 w 12199799"/>
              <a:gd name="connsiteY427" fmla="*/ 2443273 h 6855225"/>
              <a:gd name="connsiteX428" fmla="*/ 3228838 w 12199799"/>
              <a:gd name="connsiteY428" fmla="*/ 2896575 h 6855225"/>
              <a:gd name="connsiteX429" fmla="*/ 7305243 w 12199799"/>
              <a:gd name="connsiteY429" fmla="*/ 1503884 h 6855225"/>
              <a:gd name="connsiteX430" fmla="*/ 6523688 w 12199799"/>
              <a:gd name="connsiteY430" fmla="*/ 1957188 h 6855225"/>
              <a:gd name="connsiteX431" fmla="*/ 7305243 w 12199799"/>
              <a:gd name="connsiteY431" fmla="*/ 2410485 h 6855225"/>
              <a:gd name="connsiteX432" fmla="*/ 7338859 w 12199799"/>
              <a:gd name="connsiteY432" fmla="*/ 1503883 h 6855225"/>
              <a:gd name="connsiteX433" fmla="*/ 7338859 w 12199799"/>
              <a:gd name="connsiteY433" fmla="*/ 2410484 h 6855225"/>
              <a:gd name="connsiteX434" fmla="*/ 8120395 w 12199799"/>
              <a:gd name="connsiteY434" fmla="*/ 1957186 h 6855225"/>
              <a:gd name="connsiteX435" fmla="*/ 8935566 w 12199799"/>
              <a:gd name="connsiteY435" fmla="*/ 1503883 h 6855225"/>
              <a:gd name="connsiteX436" fmla="*/ 8154014 w 12199799"/>
              <a:gd name="connsiteY436" fmla="*/ 1957188 h 6855225"/>
              <a:gd name="connsiteX437" fmla="*/ 8935566 w 12199799"/>
              <a:gd name="connsiteY437" fmla="*/ 2410484 h 6855225"/>
              <a:gd name="connsiteX438" fmla="*/ 10567680 w 12199799"/>
              <a:gd name="connsiteY438" fmla="*/ 1503881 h 6855225"/>
              <a:gd name="connsiteX439" fmla="*/ 9786128 w 12199799"/>
              <a:gd name="connsiteY439" fmla="*/ 1957185 h 6855225"/>
              <a:gd name="connsiteX440" fmla="*/ 10567680 w 12199799"/>
              <a:gd name="connsiteY440" fmla="*/ 2410481 h 6855225"/>
              <a:gd name="connsiteX441" fmla="*/ 8970959 w 12199799"/>
              <a:gd name="connsiteY441" fmla="*/ 1503881 h 6855225"/>
              <a:gd name="connsiteX442" fmla="*/ 8970959 w 12199799"/>
              <a:gd name="connsiteY442" fmla="*/ 2410481 h 6855225"/>
              <a:gd name="connsiteX443" fmla="*/ 9752511 w 12199799"/>
              <a:gd name="connsiteY443" fmla="*/ 1957184 h 6855225"/>
              <a:gd name="connsiteX444" fmla="*/ 10603073 w 12199799"/>
              <a:gd name="connsiteY444" fmla="*/ 1503879 h 6855225"/>
              <a:gd name="connsiteX445" fmla="*/ 10603073 w 12199799"/>
              <a:gd name="connsiteY445" fmla="*/ 2410480 h 6855225"/>
              <a:gd name="connsiteX446" fmla="*/ 11384627 w 12199799"/>
              <a:gd name="connsiteY446" fmla="*/ 1957182 h 6855225"/>
              <a:gd name="connsiteX447" fmla="*/ 12199796 w 12199799"/>
              <a:gd name="connsiteY447" fmla="*/ 1503879 h 6855225"/>
              <a:gd name="connsiteX448" fmla="*/ 11418245 w 12199799"/>
              <a:gd name="connsiteY448" fmla="*/ 1957183 h 6855225"/>
              <a:gd name="connsiteX449" fmla="*/ 12199796 w 12199799"/>
              <a:gd name="connsiteY449" fmla="*/ 2410480 h 6855225"/>
              <a:gd name="connsiteX450" fmla="*/ 4042789 w 12199799"/>
              <a:gd name="connsiteY450" fmla="*/ 1503874 h 6855225"/>
              <a:gd name="connsiteX451" fmla="*/ 3261236 w 12199799"/>
              <a:gd name="connsiteY451" fmla="*/ 1957177 h 6855225"/>
              <a:gd name="connsiteX452" fmla="*/ 4042789 w 12199799"/>
              <a:gd name="connsiteY452" fmla="*/ 2410474 h 6855225"/>
              <a:gd name="connsiteX453" fmla="*/ 4076405 w 12199799"/>
              <a:gd name="connsiteY453" fmla="*/ 1503873 h 6855225"/>
              <a:gd name="connsiteX454" fmla="*/ 4076405 w 12199799"/>
              <a:gd name="connsiteY454" fmla="*/ 2410472 h 6855225"/>
              <a:gd name="connsiteX455" fmla="*/ 4857958 w 12199799"/>
              <a:gd name="connsiteY455" fmla="*/ 1957175 h 6855225"/>
              <a:gd name="connsiteX456" fmla="*/ 5673129 w 12199799"/>
              <a:gd name="connsiteY456" fmla="*/ 1503873 h 6855225"/>
              <a:gd name="connsiteX457" fmla="*/ 4891576 w 12199799"/>
              <a:gd name="connsiteY457" fmla="*/ 1957176 h 6855225"/>
              <a:gd name="connsiteX458" fmla="*/ 5673129 w 12199799"/>
              <a:gd name="connsiteY458" fmla="*/ 2410472 h 6855225"/>
              <a:gd name="connsiteX459" fmla="*/ 5708521 w 12199799"/>
              <a:gd name="connsiteY459" fmla="*/ 1503872 h 6855225"/>
              <a:gd name="connsiteX460" fmla="*/ 5708521 w 12199799"/>
              <a:gd name="connsiteY460" fmla="*/ 2410471 h 6855225"/>
              <a:gd name="connsiteX461" fmla="*/ 6490069 w 12199799"/>
              <a:gd name="connsiteY461" fmla="*/ 1957174 h 6855225"/>
              <a:gd name="connsiteX462" fmla="*/ 781554 w 12199799"/>
              <a:gd name="connsiteY462" fmla="*/ 1503868 h 6855225"/>
              <a:gd name="connsiteX463" fmla="*/ 1 w 12199799"/>
              <a:gd name="connsiteY463" fmla="*/ 1957170 h 6855225"/>
              <a:gd name="connsiteX464" fmla="*/ 781554 w 12199799"/>
              <a:gd name="connsiteY464" fmla="*/ 2410469 h 6855225"/>
              <a:gd name="connsiteX465" fmla="*/ 2411894 w 12199799"/>
              <a:gd name="connsiteY465" fmla="*/ 1503867 h 6855225"/>
              <a:gd name="connsiteX466" fmla="*/ 1630341 w 12199799"/>
              <a:gd name="connsiteY466" fmla="*/ 1957169 h 6855225"/>
              <a:gd name="connsiteX467" fmla="*/ 2411894 w 12199799"/>
              <a:gd name="connsiteY467" fmla="*/ 2410468 h 6855225"/>
              <a:gd name="connsiteX468" fmla="*/ 815170 w 12199799"/>
              <a:gd name="connsiteY468" fmla="*/ 1503867 h 6855225"/>
              <a:gd name="connsiteX469" fmla="*/ 815170 w 12199799"/>
              <a:gd name="connsiteY469" fmla="*/ 2410468 h 6855225"/>
              <a:gd name="connsiteX470" fmla="*/ 1596723 w 12199799"/>
              <a:gd name="connsiteY470" fmla="*/ 1957168 h 6855225"/>
              <a:gd name="connsiteX471" fmla="*/ 2447286 w 12199799"/>
              <a:gd name="connsiteY471" fmla="*/ 1503866 h 6855225"/>
              <a:gd name="connsiteX472" fmla="*/ 2447286 w 12199799"/>
              <a:gd name="connsiteY472" fmla="*/ 2410467 h 6855225"/>
              <a:gd name="connsiteX473" fmla="*/ 3228839 w 12199799"/>
              <a:gd name="connsiteY473" fmla="*/ 1957166 h 6855225"/>
              <a:gd name="connsiteX474" fmla="*/ 6523688 w 12199799"/>
              <a:gd name="connsiteY474" fmla="*/ 1009133 h 6855225"/>
              <a:gd name="connsiteX475" fmla="*/ 6523688 w 12199799"/>
              <a:gd name="connsiteY475" fmla="*/ 1915742 h 6855225"/>
              <a:gd name="connsiteX476" fmla="*/ 7305243 w 12199799"/>
              <a:gd name="connsiteY476" fmla="*/ 1462437 h 6855225"/>
              <a:gd name="connsiteX477" fmla="*/ 8120394 w 12199799"/>
              <a:gd name="connsiteY477" fmla="*/ 1009133 h 6855225"/>
              <a:gd name="connsiteX478" fmla="*/ 7338859 w 12199799"/>
              <a:gd name="connsiteY478" fmla="*/ 1462436 h 6855225"/>
              <a:gd name="connsiteX479" fmla="*/ 8120394 w 12199799"/>
              <a:gd name="connsiteY479" fmla="*/ 1915740 h 6855225"/>
              <a:gd name="connsiteX480" fmla="*/ 8154013 w 12199799"/>
              <a:gd name="connsiteY480" fmla="*/ 1009132 h 6855225"/>
              <a:gd name="connsiteX481" fmla="*/ 8154013 w 12199799"/>
              <a:gd name="connsiteY481" fmla="*/ 1915741 h 6855225"/>
              <a:gd name="connsiteX482" fmla="*/ 8935564 w 12199799"/>
              <a:gd name="connsiteY482" fmla="*/ 1462436 h 6855225"/>
              <a:gd name="connsiteX483" fmla="*/ 9752510 w 12199799"/>
              <a:gd name="connsiteY483" fmla="*/ 1009131 h 6855225"/>
              <a:gd name="connsiteX484" fmla="*/ 8970960 w 12199799"/>
              <a:gd name="connsiteY484" fmla="*/ 1462434 h 6855225"/>
              <a:gd name="connsiteX485" fmla="*/ 9752510 w 12199799"/>
              <a:gd name="connsiteY485" fmla="*/ 1915739 h 6855225"/>
              <a:gd name="connsiteX486" fmla="*/ 9786127 w 12199799"/>
              <a:gd name="connsiteY486" fmla="*/ 1009131 h 6855225"/>
              <a:gd name="connsiteX487" fmla="*/ 9786127 w 12199799"/>
              <a:gd name="connsiteY487" fmla="*/ 1915739 h 6855225"/>
              <a:gd name="connsiteX488" fmla="*/ 10567678 w 12199799"/>
              <a:gd name="connsiteY488" fmla="*/ 1462435 h 6855225"/>
              <a:gd name="connsiteX489" fmla="*/ 11384626 w 12199799"/>
              <a:gd name="connsiteY489" fmla="*/ 1009130 h 6855225"/>
              <a:gd name="connsiteX490" fmla="*/ 10603074 w 12199799"/>
              <a:gd name="connsiteY490" fmla="*/ 1462432 h 6855225"/>
              <a:gd name="connsiteX491" fmla="*/ 11384626 w 12199799"/>
              <a:gd name="connsiteY491" fmla="*/ 1915737 h 6855225"/>
              <a:gd name="connsiteX492" fmla="*/ 11418245 w 12199799"/>
              <a:gd name="connsiteY492" fmla="*/ 1009129 h 6855225"/>
              <a:gd name="connsiteX493" fmla="*/ 11418245 w 12199799"/>
              <a:gd name="connsiteY493" fmla="*/ 1915737 h 6855225"/>
              <a:gd name="connsiteX494" fmla="*/ 12199795 w 12199799"/>
              <a:gd name="connsiteY494" fmla="*/ 1462433 h 6855225"/>
              <a:gd name="connsiteX495" fmla="*/ 3261235 w 12199799"/>
              <a:gd name="connsiteY495" fmla="*/ 1009125 h 6855225"/>
              <a:gd name="connsiteX496" fmla="*/ 3261235 w 12199799"/>
              <a:gd name="connsiteY496" fmla="*/ 1915731 h 6855225"/>
              <a:gd name="connsiteX497" fmla="*/ 4042787 w 12199799"/>
              <a:gd name="connsiteY497" fmla="*/ 1462428 h 6855225"/>
              <a:gd name="connsiteX498" fmla="*/ 4857957 w 12199799"/>
              <a:gd name="connsiteY498" fmla="*/ 1009125 h 6855225"/>
              <a:gd name="connsiteX499" fmla="*/ 4076405 w 12199799"/>
              <a:gd name="connsiteY499" fmla="*/ 1462427 h 6855225"/>
              <a:gd name="connsiteX500" fmla="*/ 4857957 w 12199799"/>
              <a:gd name="connsiteY500" fmla="*/ 1915729 h 6855225"/>
              <a:gd name="connsiteX501" fmla="*/ 4891576 w 12199799"/>
              <a:gd name="connsiteY501" fmla="*/ 1009124 h 6855225"/>
              <a:gd name="connsiteX502" fmla="*/ 4891576 w 12199799"/>
              <a:gd name="connsiteY502" fmla="*/ 1915730 h 6855225"/>
              <a:gd name="connsiteX503" fmla="*/ 5673128 w 12199799"/>
              <a:gd name="connsiteY503" fmla="*/ 1462427 h 6855225"/>
              <a:gd name="connsiteX504" fmla="*/ 6490069 w 12199799"/>
              <a:gd name="connsiteY504" fmla="*/ 1009123 h 6855225"/>
              <a:gd name="connsiteX505" fmla="*/ 5708521 w 12199799"/>
              <a:gd name="connsiteY505" fmla="*/ 1462425 h 6855225"/>
              <a:gd name="connsiteX506" fmla="*/ 6490069 w 12199799"/>
              <a:gd name="connsiteY506" fmla="*/ 1915727 h 6855225"/>
              <a:gd name="connsiteX507" fmla="*/ 0 w 12199799"/>
              <a:gd name="connsiteY507" fmla="*/ 1009120 h 6855225"/>
              <a:gd name="connsiteX508" fmla="*/ 0 w 12199799"/>
              <a:gd name="connsiteY508" fmla="*/ 1915724 h 6855225"/>
              <a:gd name="connsiteX509" fmla="*/ 781552 w 12199799"/>
              <a:gd name="connsiteY509" fmla="*/ 1462422 h 6855225"/>
              <a:gd name="connsiteX510" fmla="*/ 1596722 w 12199799"/>
              <a:gd name="connsiteY510" fmla="*/ 1009119 h 6855225"/>
              <a:gd name="connsiteX511" fmla="*/ 815170 w 12199799"/>
              <a:gd name="connsiteY511" fmla="*/ 1462420 h 6855225"/>
              <a:gd name="connsiteX512" fmla="*/ 1596722 w 12199799"/>
              <a:gd name="connsiteY512" fmla="*/ 1915722 h 6855225"/>
              <a:gd name="connsiteX513" fmla="*/ 1630341 w 12199799"/>
              <a:gd name="connsiteY513" fmla="*/ 1009119 h 6855225"/>
              <a:gd name="connsiteX514" fmla="*/ 1630341 w 12199799"/>
              <a:gd name="connsiteY514" fmla="*/ 1915722 h 6855225"/>
              <a:gd name="connsiteX515" fmla="*/ 2411893 w 12199799"/>
              <a:gd name="connsiteY515" fmla="*/ 1462420 h 6855225"/>
              <a:gd name="connsiteX516" fmla="*/ 3228838 w 12199799"/>
              <a:gd name="connsiteY516" fmla="*/ 1009118 h 6855225"/>
              <a:gd name="connsiteX517" fmla="*/ 2447286 w 12199799"/>
              <a:gd name="connsiteY517" fmla="*/ 1462419 h 6855225"/>
              <a:gd name="connsiteX518" fmla="*/ 3228838 w 12199799"/>
              <a:gd name="connsiteY518" fmla="*/ 1915720 h 6855225"/>
              <a:gd name="connsiteX519" fmla="*/ 7305243 w 12199799"/>
              <a:gd name="connsiteY519" fmla="*/ 520440 h 6855225"/>
              <a:gd name="connsiteX520" fmla="*/ 6523688 w 12199799"/>
              <a:gd name="connsiteY520" fmla="*/ 973739 h 6855225"/>
              <a:gd name="connsiteX521" fmla="*/ 7305243 w 12199799"/>
              <a:gd name="connsiteY521" fmla="*/ 1427041 h 6855225"/>
              <a:gd name="connsiteX522" fmla="*/ 8935566 w 12199799"/>
              <a:gd name="connsiteY522" fmla="*/ 520439 h 6855225"/>
              <a:gd name="connsiteX523" fmla="*/ 8154014 w 12199799"/>
              <a:gd name="connsiteY523" fmla="*/ 973739 h 6855225"/>
              <a:gd name="connsiteX524" fmla="*/ 8935566 w 12199799"/>
              <a:gd name="connsiteY524" fmla="*/ 1427041 h 6855225"/>
              <a:gd name="connsiteX525" fmla="*/ 7338859 w 12199799"/>
              <a:gd name="connsiteY525" fmla="*/ 520439 h 6855225"/>
              <a:gd name="connsiteX526" fmla="*/ 7338859 w 12199799"/>
              <a:gd name="connsiteY526" fmla="*/ 1427041 h 6855225"/>
              <a:gd name="connsiteX527" fmla="*/ 8120395 w 12199799"/>
              <a:gd name="connsiteY527" fmla="*/ 973738 h 6855225"/>
              <a:gd name="connsiteX528" fmla="*/ 8970959 w 12199799"/>
              <a:gd name="connsiteY528" fmla="*/ 520437 h 6855225"/>
              <a:gd name="connsiteX529" fmla="*/ 8970959 w 12199799"/>
              <a:gd name="connsiteY529" fmla="*/ 1427040 h 6855225"/>
              <a:gd name="connsiteX530" fmla="*/ 9752511 w 12199799"/>
              <a:gd name="connsiteY530" fmla="*/ 973736 h 6855225"/>
              <a:gd name="connsiteX531" fmla="*/ 10567680 w 12199799"/>
              <a:gd name="connsiteY531" fmla="*/ 520437 h 6855225"/>
              <a:gd name="connsiteX532" fmla="*/ 9786128 w 12199799"/>
              <a:gd name="connsiteY532" fmla="*/ 973737 h 6855225"/>
              <a:gd name="connsiteX533" fmla="*/ 10567680 w 12199799"/>
              <a:gd name="connsiteY533" fmla="*/ 1427040 h 6855225"/>
              <a:gd name="connsiteX534" fmla="*/ 10603073 w 12199799"/>
              <a:gd name="connsiteY534" fmla="*/ 520436 h 6855225"/>
              <a:gd name="connsiteX535" fmla="*/ 10603073 w 12199799"/>
              <a:gd name="connsiteY535" fmla="*/ 1427037 h 6855225"/>
              <a:gd name="connsiteX536" fmla="*/ 11384626 w 12199799"/>
              <a:gd name="connsiteY536" fmla="*/ 973735 h 6855225"/>
              <a:gd name="connsiteX537" fmla="*/ 12199795 w 12199799"/>
              <a:gd name="connsiteY537" fmla="*/ 520436 h 6855225"/>
              <a:gd name="connsiteX538" fmla="*/ 11418245 w 12199799"/>
              <a:gd name="connsiteY538" fmla="*/ 973736 h 6855225"/>
              <a:gd name="connsiteX539" fmla="*/ 12199795 w 12199799"/>
              <a:gd name="connsiteY539" fmla="*/ 1427037 h 6855225"/>
              <a:gd name="connsiteX540" fmla="*/ 4042789 w 12199799"/>
              <a:gd name="connsiteY540" fmla="*/ 520431 h 6855225"/>
              <a:gd name="connsiteX541" fmla="*/ 3261236 w 12199799"/>
              <a:gd name="connsiteY541" fmla="*/ 973731 h 6855225"/>
              <a:gd name="connsiteX542" fmla="*/ 4042789 w 12199799"/>
              <a:gd name="connsiteY542" fmla="*/ 1427033 h 6855225"/>
              <a:gd name="connsiteX543" fmla="*/ 5673129 w 12199799"/>
              <a:gd name="connsiteY543" fmla="*/ 520430 h 6855225"/>
              <a:gd name="connsiteX544" fmla="*/ 4891576 w 12199799"/>
              <a:gd name="connsiteY544" fmla="*/ 973730 h 6855225"/>
              <a:gd name="connsiteX545" fmla="*/ 5673129 w 12199799"/>
              <a:gd name="connsiteY545" fmla="*/ 1427032 h 6855225"/>
              <a:gd name="connsiteX546" fmla="*/ 4076405 w 12199799"/>
              <a:gd name="connsiteY546" fmla="*/ 520430 h 6855225"/>
              <a:gd name="connsiteX547" fmla="*/ 4076405 w 12199799"/>
              <a:gd name="connsiteY547" fmla="*/ 1427032 h 6855225"/>
              <a:gd name="connsiteX548" fmla="*/ 4857958 w 12199799"/>
              <a:gd name="connsiteY548" fmla="*/ 973729 h 6855225"/>
              <a:gd name="connsiteX549" fmla="*/ 5708521 w 12199799"/>
              <a:gd name="connsiteY549" fmla="*/ 520429 h 6855225"/>
              <a:gd name="connsiteX550" fmla="*/ 5708521 w 12199799"/>
              <a:gd name="connsiteY550" fmla="*/ 1427030 h 6855225"/>
              <a:gd name="connsiteX551" fmla="*/ 6490069 w 12199799"/>
              <a:gd name="connsiteY551" fmla="*/ 973728 h 6855225"/>
              <a:gd name="connsiteX552" fmla="*/ 781554 w 12199799"/>
              <a:gd name="connsiteY552" fmla="*/ 520425 h 6855225"/>
              <a:gd name="connsiteX553" fmla="*/ 1 w 12199799"/>
              <a:gd name="connsiteY553" fmla="*/ 973726 h 6855225"/>
              <a:gd name="connsiteX554" fmla="*/ 781554 w 12199799"/>
              <a:gd name="connsiteY554" fmla="*/ 1427027 h 6855225"/>
              <a:gd name="connsiteX555" fmla="*/ 2411894 w 12199799"/>
              <a:gd name="connsiteY555" fmla="*/ 520424 h 6855225"/>
              <a:gd name="connsiteX556" fmla="*/ 1630341 w 12199799"/>
              <a:gd name="connsiteY556" fmla="*/ 973725 h 6855225"/>
              <a:gd name="connsiteX557" fmla="*/ 2411894 w 12199799"/>
              <a:gd name="connsiteY557" fmla="*/ 1427026 h 6855225"/>
              <a:gd name="connsiteX558" fmla="*/ 815170 w 12199799"/>
              <a:gd name="connsiteY558" fmla="*/ 520424 h 6855225"/>
              <a:gd name="connsiteX559" fmla="*/ 815170 w 12199799"/>
              <a:gd name="connsiteY559" fmla="*/ 1427026 h 6855225"/>
              <a:gd name="connsiteX560" fmla="*/ 1596723 w 12199799"/>
              <a:gd name="connsiteY560" fmla="*/ 973724 h 6855225"/>
              <a:gd name="connsiteX561" fmla="*/ 2447286 w 12199799"/>
              <a:gd name="connsiteY561" fmla="*/ 520423 h 6855225"/>
              <a:gd name="connsiteX562" fmla="*/ 2447286 w 12199799"/>
              <a:gd name="connsiteY562" fmla="*/ 1427024 h 6855225"/>
              <a:gd name="connsiteX563" fmla="*/ 3228839 w 12199799"/>
              <a:gd name="connsiteY563" fmla="*/ 973723 h 6855225"/>
              <a:gd name="connsiteX564" fmla="*/ 6523688 w 12199799"/>
              <a:gd name="connsiteY564" fmla="*/ 25693 h 6855225"/>
              <a:gd name="connsiteX565" fmla="*/ 6523688 w 12199799"/>
              <a:gd name="connsiteY565" fmla="*/ 932293 h 6855225"/>
              <a:gd name="connsiteX566" fmla="*/ 7305243 w 12199799"/>
              <a:gd name="connsiteY566" fmla="*/ 478993 h 6855225"/>
              <a:gd name="connsiteX567" fmla="*/ 8120394 w 12199799"/>
              <a:gd name="connsiteY567" fmla="*/ 25693 h 6855225"/>
              <a:gd name="connsiteX568" fmla="*/ 7338859 w 12199799"/>
              <a:gd name="connsiteY568" fmla="*/ 478992 h 6855225"/>
              <a:gd name="connsiteX569" fmla="*/ 8120394 w 12199799"/>
              <a:gd name="connsiteY569" fmla="*/ 932291 h 6855225"/>
              <a:gd name="connsiteX570" fmla="*/ 8154013 w 12199799"/>
              <a:gd name="connsiteY570" fmla="*/ 25692 h 6855225"/>
              <a:gd name="connsiteX571" fmla="*/ 8154013 w 12199799"/>
              <a:gd name="connsiteY571" fmla="*/ 932292 h 6855225"/>
              <a:gd name="connsiteX572" fmla="*/ 8935564 w 12199799"/>
              <a:gd name="connsiteY572" fmla="*/ 478992 h 6855225"/>
              <a:gd name="connsiteX573" fmla="*/ 9752510 w 12199799"/>
              <a:gd name="connsiteY573" fmla="*/ 25691 h 6855225"/>
              <a:gd name="connsiteX574" fmla="*/ 8970960 w 12199799"/>
              <a:gd name="connsiteY574" fmla="*/ 478990 h 6855225"/>
              <a:gd name="connsiteX575" fmla="*/ 9752510 w 12199799"/>
              <a:gd name="connsiteY575" fmla="*/ 932290 h 6855225"/>
              <a:gd name="connsiteX576" fmla="*/ 9786127 w 12199799"/>
              <a:gd name="connsiteY576" fmla="*/ 25691 h 6855225"/>
              <a:gd name="connsiteX577" fmla="*/ 9786127 w 12199799"/>
              <a:gd name="connsiteY577" fmla="*/ 932290 h 6855225"/>
              <a:gd name="connsiteX578" fmla="*/ 10567678 w 12199799"/>
              <a:gd name="connsiteY578" fmla="*/ 478990 h 6855225"/>
              <a:gd name="connsiteX579" fmla="*/ 11384626 w 12199799"/>
              <a:gd name="connsiteY579" fmla="*/ 25690 h 6855225"/>
              <a:gd name="connsiteX580" fmla="*/ 10603073 w 12199799"/>
              <a:gd name="connsiteY580" fmla="*/ 478989 h 6855225"/>
              <a:gd name="connsiteX581" fmla="*/ 11384626 w 12199799"/>
              <a:gd name="connsiteY581" fmla="*/ 932289 h 6855225"/>
              <a:gd name="connsiteX582" fmla="*/ 11418244 w 12199799"/>
              <a:gd name="connsiteY582" fmla="*/ 25689 h 6855225"/>
              <a:gd name="connsiteX583" fmla="*/ 11418244 w 12199799"/>
              <a:gd name="connsiteY583" fmla="*/ 932289 h 6855225"/>
              <a:gd name="connsiteX584" fmla="*/ 12199794 w 12199799"/>
              <a:gd name="connsiteY584" fmla="*/ 478989 h 6855225"/>
              <a:gd name="connsiteX585" fmla="*/ 3261235 w 12199799"/>
              <a:gd name="connsiteY585" fmla="*/ 25684 h 6855225"/>
              <a:gd name="connsiteX586" fmla="*/ 3261235 w 12199799"/>
              <a:gd name="connsiteY586" fmla="*/ 932284 h 6855225"/>
              <a:gd name="connsiteX587" fmla="*/ 4042787 w 12199799"/>
              <a:gd name="connsiteY587" fmla="*/ 478984 h 6855225"/>
              <a:gd name="connsiteX588" fmla="*/ 4857957 w 12199799"/>
              <a:gd name="connsiteY588" fmla="*/ 25684 h 6855225"/>
              <a:gd name="connsiteX589" fmla="*/ 4076405 w 12199799"/>
              <a:gd name="connsiteY589" fmla="*/ 478983 h 6855225"/>
              <a:gd name="connsiteX590" fmla="*/ 4857957 w 12199799"/>
              <a:gd name="connsiteY590" fmla="*/ 932283 h 6855225"/>
              <a:gd name="connsiteX591" fmla="*/ 4891576 w 12199799"/>
              <a:gd name="connsiteY591" fmla="*/ 25683 h 6855225"/>
              <a:gd name="connsiteX592" fmla="*/ 4891576 w 12199799"/>
              <a:gd name="connsiteY592" fmla="*/ 932283 h 6855225"/>
              <a:gd name="connsiteX593" fmla="*/ 5673128 w 12199799"/>
              <a:gd name="connsiteY593" fmla="*/ 478983 h 6855225"/>
              <a:gd name="connsiteX594" fmla="*/ 6490069 w 12199799"/>
              <a:gd name="connsiteY594" fmla="*/ 25682 h 6855225"/>
              <a:gd name="connsiteX595" fmla="*/ 5708521 w 12199799"/>
              <a:gd name="connsiteY595" fmla="*/ 478981 h 6855225"/>
              <a:gd name="connsiteX596" fmla="*/ 6490069 w 12199799"/>
              <a:gd name="connsiteY596" fmla="*/ 932282 h 6855225"/>
              <a:gd name="connsiteX597" fmla="*/ 0 w 12199799"/>
              <a:gd name="connsiteY597" fmla="*/ 25678 h 6855225"/>
              <a:gd name="connsiteX598" fmla="*/ 0 w 12199799"/>
              <a:gd name="connsiteY598" fmla="*/ 932279 h 6855225"/>
              <a:gd name="connsiteX599" fmla="*/ 781552 w 12199799"/>
              <a:gd name="connsiteY599" fmla="*/ 478978 h 6855225"/>
              <a:gd name="connsiteX600" fmla="*/ 1596722 w 12199799"/>
              <a:gd name="connsiteY600" fmla="*/ 25677 h 6855225"/>
              <a:gd name="connsiteX601" fmla="*/ 815170 w 12199799"/>
              <a:gd name="connsiteY601" fmla="*/ 478977 h 6855225"/>
              <a:gd name="connsiteX602" fmla="*/ 1596722 w 12199799"/>
              <a:gd name="connsiteY602" fmla="*/ 932278 h 6855225"/>
              <a:gd name="connsiteX603" fmla="*/ 1630341 w 12199799"/>
              <a:gd name="connsiteY603" fmla="*/ 25677 h 6855225"/>
              <a:gd name="connsiteX604" fmla="*/ 1630341 w 12199799"/>
              <a:gd name="connsiteY604" fmla="*/ 932278 h 6855225"/>
              <a:gd name="connsiteX605" fmla="*/ 2411893 w 12199799"/>
              <a:gd name="connsiteY605" fmla="*/ 478978 h 6855225"/>
              <a:gd name="connsiteX606" fmla="*/ 3228838 w 12199799"/>
              <a:gd name="connsiteY606" fmla="*/ 25676 h 6855225"/>
              <a:gd name="connsiteX607" fmla="*/ 2447286 w 12199799"/>
              <a:gd name="connsiteY607" fmla="*/ 478976 h 6855225"/>
              <a:gd name="connsiteX608" fmla="*/ 3228838 w 12199799"/>
              <a:gd name="connsiteY608" fmla="*/ 932276 h 6855225"/>
              <a:gd name="connsiteX609" fmla="*/ 8098742 w 12199799"/>
              <a:gd name="connsiteY609" fmla="*/ 12 h 6855225"/>
              <a:gd name="connsiteX610" fmla="*/ 6544450 w 12199799"/>
              <a:gd name="connsiteY610" fmla="*/ 12 h 6855225"/>
              <a:gd name="connsiteX611" fmla="*/ 7321607 w 12199799"/>
              <a:gd name="connsiteY611" fmla="*/ 445615 h 6855225"/>
              <a:gd name="connsiteX612" fmla="*/ 9729969 w 12199799"/>
              <a:gd name="connsiteY612" fmla="*/ 12 h 6855225"/>
              <a:gd name="connsiteX613" fmla="*/ 8175665 w 12199799"/>
              <a:gd name="connsiteY613" fmla="*/ 12 h 6855225"/>
              <a:gd name="connsiteX614" fmla="*/ 8952816 w 12199799"/>
              <a:gd name="connsiteY614" fmla="*/ 445615 h 6855225"/>
              <a:gd name="connsiteX615" fmla="*/ 11361201 w 12199799"/>
              <a:gd name="connsiteY615" fmla="*/ 12 h 6855225"/>
              <a:gd name="connsiteX616" fmla="*/ 9806891 w 12199799"/>
              <a:gd name="connsiteY616" fmla="*/ 12 h 6855225"/>
              <a:gd name="connsiteX617" fmla="*/ 10584048 w 12199799"/>
              <a:gd name="connsiteY617" fmla="*/ 445615 h 6855225"/>
              <a:gd name="connsiteX618" fmla="*/ 4835861 w 12199799"/>
              <a:gd name="connsiteY618" fmla="*/ 7 h 6855225"/>
              <a:gd name="connsiteX619" fmla="*/ 3281555 w 12199799"/>
              <a:gd name="connsiteY619" fmla="*/ 7 h 6855225"/>
              <a:gd name="connsiteX620" fmla="*/ 4058708 w 12199799"/>
              <a:gd name="connsiteY620" fmla="*/ 445610 h 6855225"/>
              <a:gd name="connsiteX621" fmla="*/ 6467087 w 12199799"/>
              <a:gd name="connsiteY621" fmla="*/ 6 h 6855225"/>
              <a:gd name="connsiteX622" fmla="*/ 4912784 w 12199799"/>
              <a:gd name="connsiteY622" fmla="*/ 6 h 6855225"/>
              <a:gd name="connsiteX623" fmla="*/ 5689937 w 12199799"/>
              <a:gd name="connsiteY623" fmla="*/ 445610 h 6855225"/>
              <a:gd name="connsiteX624" fmla="*/ 1574626 w 12199799"/>
              <a:gd name="connsiteY624" fmla="*/ 1 h 6855225"/>
              <a:gd name="connsiteX625" fmla="*/ 20320 w 12199799"/>
              <a:gd name="connsiteY625" fmla="*/ 1 h 6855225"/>
              <a:gd name="connsiteX626" fmla="*/ 797473 w 12199799"/>
              <a:gd name="connsiteY626" fmla="*/ 445605 h 6855225"/>
              <a:gd name="connsiteX627" fmla="*/ 3205855 w 12199799"/>
              <a:gd name="connsiteY627" fmla="*/ 0 h 6855225"/>
              <a:gd name="connsiteX628" fmla="*/ 1651549 w 12199799"/>
              <a:gd name="connsiteY628" fmla="*/ 0 h 6855225"/>
              <a:gd name="connsiteX629" fmla="*/ 2428702 w 12199799"/>
              <a:gd name="connsiteY629" fmla="*/ 445604 h 6855225"/>
              <a:gd name="connsiteX630" fmla="*/ 12191998 w 12199799"/>
              <a:gd name="connsiteY630" fmla="*/ 0 h 6855225"/>
              <a:gd name="connsiteX631" fmla="*/ 11438139 w 12199799"/>
              <a:gd name="connsiteY631" fmla="*/ 0 h 6855225"/>
              <a:gd name="connsiteX632" fmla="*/ 12191998 w 12199799"/>
              <a:gd name="connsiteY632" fmla="*/ 432248 h 68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</a:cxnLst>
            <a:rect l="l" t="t" r="r" b="b"/>
            <a:pathLst>
              <a:path w="12199799" h="6855225">
                <a:moveTo>
                  <a:pt x="12191972" y="6422977"/>
                </a:moveTo>
                <a:lnTo>
                  <a:pt x="11438115" y="6855225"/>
                </a:lnTo>
                <a:lnTo>
                  <a:pt x="12191972" y="6855225"/>
                </a:lnTo>
                <a:close/>
                <a:moveTo>
                  <a:pt x="797473" y="6406846"/>
                </a:moveTo>
                <a:lnTo>
                  <a:pt x="20320" y="6852450"/>
                </a:lnTo>
                <a:lnTo>
                  <a:pt x="1574626" y="6852450"/>
                </a:lnTo>
                <a:close/>
                <a:moveTo>
                  <a:pt x="2428702" y="6406846"/>
                </a:moveTo>
                <a:lnTo>
                  <a:pt x="1651549" y="6852450"/>
                </a:lnTo>
                <a:lnTo>
                  <a:pt x="3205855" y="6852450"/>
                </a:lnTo>
                <a:close/>
                <a:moveTo>
                  <a:pt x="4058708" y="6406846"/>
                </a:moveTo>
                <a:lnTo>
                  <a:pt x="3281555" y="6852450"/>
                </a:lnTo>
                <a:lnTo>
                  <a:pt x="4835861" y="6852450"/>
                </a:lnTo>
                <a:close/>
                <a:moveTo>
                  <a:pt x="5689937" y="6406846"/>
                </a:moveTo>
                <a:lnTo>
                  <a:pt x="4912784" y="6852450"/>
                </a:lnTo>
                <a:lnTo>
                  <a:pt x="6467087" y="6852450"/>
                </a:lnTo>
                <a:close/>
                <a:moveTo>
                  <a:pt x="7321607" y="6406846"/>
                </a:moveTo>
                <a:lnTo>
                  <a:pt x="6544450" y="6852450"/>
                </a:lnTo>
                <a:lnTo>
                  <a:pt x="8098751" y="6852450"/>
                </a:lnTo>
                <a:close/>
                <a:moveTo>
                  <a:pt x="8952824" y="6406846"/>
                </a:moveTo>
                <a:lnTo>
                  <a:pt x="8175673" y="6852450"/>
                </a:lnTo>
                <a:lnTo>
                  <a:pt x="9729977" y="6852450"/>
                </a:lnTo>
                <a:close/>
                <a:moveTo>
                  <a:pt x="10584056" y="6406846"/>
                </a:moveTo>
                <a:lnTo>
                  <a:pt x="9806900" y="6852450"/>
                </a:lnTo>
                <a:lnTo>
                  <a:pt x="11361208" y="6852450"/>
                </a:lnTo>
                <a:close/>
                <a:moveTo>
                  <a:pt x="1596722" y="5924618"/>
                </a:moveTo>
                <a:lnTo>
                  <a:pt x="815170" y="6377918"/>
                </a:lnTo>
                <a:lnTo>
                  <a:pt x="1596722" y="6831220"/>
                </a:lnTo>
                <a:close/>
                <a:moveTo>
                  <a:pt x="3228838" y="5924618"/>
                </a:moveTo>
                <a:lnTo>
                  <a:pt x="2447286" y="6377918"/>
                </a:lnTo>
                <a:lnTo>
                  <a:pt x="3228838" y="6831220"/>
                </a:lnTo>
                <a:close/>
                <a:moveTo>
                  <a:pt x="4857957" y="5924618"/>
                </a:moveTo>
                <a:lnTo>
                  <a:pt x="4076405" y="6377918"/>
                </a:lnTo>
                <a:lnTo>
                  <a:pt x="4857957" y="6831220"/>
                </a:lnTo>
                <a:close/>
                <a:moveTo>
                  <a:pt x="6490069" y="5924618"/>
                </a:moveTo>
                <a:lnTo>
                  <a:pt x="5708521" y="6377918"/>
                </a:lnTo>
                <a:lnTo>
                  <a:pt x="6490069" y="6831220"/>
                </a:lnTo>
                <a:close/>
                <a:moveTo>
                  <a:pt x="8120394" y="5924618"/>
                </a:moveTo>
                <a:lnTo>
                  <a:pt x="7338859" y="6377918"/>
                </a:lnTo>
                <a:lnTo>
                  <a:pt x="8120394" y="6831220"/>
                </a:lnTo>
                <a:close/>
                <a:moveTo>
                  <a:pt x="9752510" y="5924618"/>
                </a:moveTo>
                <a:lnTo>
                  <a:pt x="8970960" y="6377918"/>
                </a:lnTo>
                <a:lnTo>
                  <a:pt x="9752510" y="6831220"/>
                </a:lnTo>
                <a:close/>
                <a:moveTo>
                  <a:pt x="11384629" y="5924618"/>
                </a:moveTo>
                <a:lnTo>
                  <a:pt x="10603077" y="6377918"/>
                </a:lnTo>
                <a:lnTo>
                  <a:pt x="11384629" y="6831220"/>
                </a:lnTo>
                <a:close/>
                <a:moveTo>
                  <a:pt x="0" y="5924618"/>
                </a:moveTo>
                <a:lnTo>
                  <a:pt x="0" y="6831220"/>
                </a:lnTo>
                <a:lnTo>
                  <a:pt x="781552" y="6377919"/>
                </a:lnTo>
                <a:close/>
                <a:moveTo>
                  <a:pt x="1630341" y="5924618"/>
                </a:moveTo>
                <a:lnTo>
                  <a:pt x="1630341" y="6831220"/>
                </a:lnTo>
                <a:lnTo>
                  <a:pt x="2411893" y="6377919"/>
                </a:lnTo>
                <a:close/>
                <a:moveTo>
                  <a:pt x="3261235" y="5924618"/>
                </a:moveTo>
                <a:lnTo>
                  <a:pt x="3261235" y="6831220"/>
                </a:lnTo>
                <a:lnTo>
                  <a:pt x="4042787" y="6377919"/>
                </a:lnTo>
                <a:close/>
                <a:moveTo>
                  <a:pt x="4891576" y="5924618"/>
                </a:moveTo>
                <a:lnTo>
                  <a:pt x="4891576" y="6831220"/>
                </a:lnTo>
                <a:lnTo>
                  <a:pt x="5673128" y="6377919"/>
                </a:lnTo>
                <a:close/>
                <a:moveTo>
                  <a:pt x="6523688" y="5924618"/>
                </a:moveTo>
                <a:lnTo>
                  <a:pt x="6523688" y="6831220"/>
                </a:lnTo>
                <a:lnTo>
                  <a:pt x="7305243" y="6377919"/>
                </a:lnTo>
                <a:close/>
                <a:moveTo>
                  <a:pt x="8154013" y="5924618"/>
                </a:moveTo>
                <a:lnTo>
                  <a:pt x="8154013" y="6831220"/>
                </a:lnTo>
                <a:lnTo>
                  <a:pt x="8935564" y="6377919"/>
                </a:lnTo>
                <a:close/>
                <a:moveTo>
                  <a:pt x="9786128" y="5924618"/>
                </a:moveTo>
                <a:lnTo>
                  <a:pt x="9786128" y="6831220"/>
                </a:lnTo>
                <a:lnTo>
                  <a:pt x="10567682" y="6377919"/>
                </a:lnTo>
                <a:close/>
                <a:moveTo>
                  <a:pt x="11418248" y="5924618"/>
                </a:moveTo>
                <a:lnTo>
                  <a:pt x="11418248" y="6831220"/>
                </a:lnTo>
                <a:lnTo>
                  <a:pt x="12199798" y="6377919"/>
                </a:lnTo>
                <a:close/>
                <a:moveTo>
                  <a:pt x="781554" y="5438511"/>
                </a:moveTo>
                <a:lnTo>
                  <a:pt x="1" y="5891812"/>
                </a:lnTo>
                <a:lnTo>
                  <a:pt x="781554" y="6345112"/>
                </a:lnTo>
                <a:close/>
                <a:moveTo>
                  <a:pt x="815170" y="5438511"/>
                </a:moveTo>
                <a:lnTo>
                  <a:pt x="815170" y="6345112"/>
                </a:lnTo>
                <a:lnTo>
                  <a:pt x="1596723" y="5891811"/>
                </a:lnTo>
                <a:close/>
                <a:moveTo>
                  <a:pt x="2411894" y="5438511"/>
                </a:moveTo>
                <a:lnTo>
                  <a:pt x="1630341" y="5891812"/>
                </a:lnTo>
                <a:lnTo>
                  <a:pt x="2411894" y="6345112"/>
                </a:lnTo>
                <a:close/>
                <a:moveTo>
                  <a:pt x="2447286" y="5438511"/>
                </a:moveTo>
                <a:lnTo>
                  <a:pt x="2447286" y="6345112"/>
                </a:lnTo>
                <a:lnTo>
                  <a:pt x="3228839" y="5891811"/>
                </a:lnTo>
                <a:close/>
                <a:moveTo>
                  <a:pt x="4042789" y="5438511"/>
                </a:moveTo>
                <a:lnTo>
                  <a:pt x="3261236" y="5891812"/>
                </a:lnTo>
                <a:lnTo>
                  <a:pt x="4042789" y="6345112"/>
                </a:lnTo>
                <a:close/>
                <a:moveTo>
                  <a:pt x="4076405" y="5438511"/>
                </a:moveTo>
                <a:lnTo>
                  <a:pt x="4076405" y="6345112"/>
                </a:lnTo>
                <a:lnTo>
                  <a:pt x="4857958" y="5891811"/>
                </a:lnTo>
                <a:close/>
                <a:moveTo>
                  <a:pt x="5673129" y="5438511"/>
                </a:moveTo>
                <a:lnTo>
                  <a:pt x="4891576" y="5891812"/>
                </a:lnTo>
                <a:lnTo>
                  <a:pt x="5673129" y="6345112"/>
                </a:lnTo>
                <a:close/>
                <a:moveTo>
                  <a:pt x="5708521" y="5438511"/>
                </a:moveTo>
                <a:lnTo>
                  <a:pt x="5708521" y="6345112"/>
                </a:lnTo>
                <a:lnTo>
                  <a:pt x="6490069" y="5891811"/>
                </a:lnTo>
                <a:close/>
                <a:moveTo>
                  <a:pt x="7305243" y="5438511"/>
                </a:moveTo>
                <a:lnTo>
                  <a:pt x="6523688" y="5891812"/>
                </a:lnTo>
                <a:lnTo>
                  <a:pt x="7305243" y="6345112"/>
                </a:lnTo>
                <a:close/>
                <a:moveTo>
                  <a:pt x="7338859" y="5438511"/>
                </a:moveTo>
                <a:lnTo>
                  <a:pt x="7338859" y="6345112"/>
                </a:lnTo>
                <a:lnTo>
                  <a:pt x="8120395" y="5891811"/>
                </a:lnTo>
                <a:close/>
                <a:moveTo>
                  <a:pt x="8935566" y="5438511"/>
                </a:moveTo>
                <a:lnTo>
                  <a:pt x="8154014" y="5891812"/>
                </a:lnTo>
                <a:lnTo>
                  <a:pt x="8935566" y="6345112"/>
                </a:lnTo>
                <a:close/>
                <a:moveTo>
                  <a:pt x="8970959" y="5438511"/>
                </a:moveTo>
                <a:lnTo>
                  <a:pt x="8970959" y="6345112"/>
                </a:lnTo>
                <a:lnTo>
                  <a:pt x="9752511" y="5891811"/>
                </a:lnTo>
                <a:close/>
                <a:moveTo>
                  <a:pt x="10567683" y="5438511"/>
                </a:moveTo>
                <a:lnTo>
                  <a:pt x="9786128" y="5891812"/>
                </a:lnTo>
                <a:lnTo>
                  <a:pt x="10567683" y="6345112"/>
                </a:lnTo>
                <a:close/>
                <a:moveTo>
                  <a:pt x="10603076" y="5438511"/>
                </a:moveTo>
                <a:lnTo>
                  <a:pt x="10603076" y="6345112"/>
                </a:lnTo>
                <a:lnTo>
                  <a:pt x="11384630" y="5891811"/>
                </a:lnTo>
                <a:close/>
                <a:moveTo>
                  <a:pt x="12199799" y="5438511"/>
                </a:moveTo>
                <a:lnTo>
                  <a:pt x="11418248" y="5891812"/>
                </a:lnTo>
                <a:lnTo>
                  <a:pt x="12199799" y="6345112"/>
                </a:lnTo>
                <a:close/>
                <a:moveTo>
                  <a:pt x="1596722" y="4943763"/>
                </a:moveTo>
                <a:lnTo>
                  <a:pt x="815170" y="5397063"/>
                </a:lnTo>
                <a:lnTo>
                  <a:pt x="1596722" y="5850364"/>
                </a:lnTo>
                <a:close/>
                <a:moveTo>
                  <a:pt x="3228838" y="4943763"/>
                </a:moveTo>
                <a:lnTo>
                  <a:pt x="2447286" y="5397063"/>
                </a:lnTo>
                <a:lnTo>
                  <a:pt x="3228838" y="5850364"/>
                </a:lnTo>
                <a:close/>
                <a:moveTo>
                  <a:pt x="4857957" y="4943763"/>
                </a:moveTo>
                <a:lnTo>
                  <a:pt x="4076405" y="5397063"/>
                </a:lnTo>
                <a:lnTo>
                  <a:pt x="4857957" y="5850364"/>
                </a:lnTo>
                <a:close/>
                <a:moveTo>
                  <a:pt x="6490069" y="4943763"/>
                </a:moveTo>
                <a:lnTo>
                  <a:pt x="5708521" y="5397063"/>
                </a:lnTo>
                <a:lnTo>
                  <a:pt x="6490069" y="5850364"/>
                </a:lnTo>
                <a:close/>
                <a:moveTo>
                  <a:pt x="8120394" y="4943763"/>
                </a:moveTo>
                <a:lnTo>
                  <a:pt x="7338859" y="5397063"/>
                </a:lnTo>
                <a:lnTo>
                  <a:pt x="8120394" y="5850364"/>
                </a:lnTo>
                <a:close/>
                <a:moveTo>
                  <a:pt x="9752510" y="4943763"/>
                </a:moveTo>
                <a:lnTo>
                  <a:pt x="8970960" y="5397063"/>
                </a:lnTo>
                <a:lnTo>
                  <a:pt x="9752510" y="5850364"/>
                </a:lnTo>
                <a:close/>
                <a:moveTo>
                  <a:pt x="11384629" y="4943763"/>
                </a:moveTo>
                <a:lnTo>
                  <a:pt x="10603076" y="5397063"/>
                </a:lnTo>
                <a:lnTo>
                  <a:pt x="11384629" y="5850364"/>
                </a:lnTo>
                <a:close/>
                <a:moveTo>
                  <a:pt x="0" y="4943763"/>
                </a:moveTo>
                <a:lnTo>
                  <a:pt x="0" y="5850365"/>
                </a:lnTo>
                <a:lnTo>
                  <a:pt x="781552" y="5397064"/>
                </a:lnTo>
                <a:close/>
                <a:moveTo>
                  <a:pt x="1630341" y="4943763"/>
                </a:moveTo>
                <a:lnTo>
                  <a:pt x="1630341" y="5850365"/>
                </a:lnTo>
                <a:lnTo>
                  <a:pt x="2411893" y="5397064"/>
                </a:lnTo>
                <a:close/>
                <a:moveTo>
                  <a:pt x="3261235" y="4943763"/>
                </a:moveTo>
                <a:lnTo>
                  <a:pt x="3261235" y="5850365"/>
                </a:lnTo>
                <a:lnTo>
                  <a:pt x="4042787" y="5397064"/>
                </a:lnTo>
                <a:close/>
                <a:moveTo>
                  <a:pt x="4891576" y="4943763"/>
                </a:moveTo>
                <a:lnTo>
                  <a:pt x="4891576" y="5850365"/>
                </a:lnTo>
                <a:lnTo>
                  <a:pt x="5673128" y="5397064"/>
                </a:lnTo>
                <a:close/>
                <a:moveTo>
                  <a:pt x="6523688" y="4943763"/>
                </a:moveTo>
                <a:lnTo>
                  <a:pt x="6523688" y="5850365"/>
                </a:lnTo>
                <a:lnTo>
                  <a:pt x="7305243" y="5397064"/>
                </a:lnTo>
                <a:close/>
                <a:moveTo>
                  <a:pt x="8154013" y="4943763"/>
                </a:moveTo>
                <a:lnTo>
                  <a:pt x="8154013" y="5850365"/>
                </a:lnTo>
                <a:lnTo>
                  <a:pt x="8935564" y="5397064"/>
                </a:lnTo>
                <a:close/>
                <a:moveTo>
                  <a:pt x="9786128" y="4943763"/>
                </a:moveTo>
                <a:lnTo>
                  <a:pt x="9786128" y="5850365"/>
                </a:lnTo>
                <a:lnTo>
                  <a:pt x="10567681" y="5397064"/>
                </a:lnTo>
                <a:close/>
                <a:moveTo>
                  <a:pt x="11418247" y="4943763"/>
                </a:moveTo>
                <a:lnTo>
                  <a:pt x="11418247" y="5850365"/>
                </a:lnTo>
                <a:lnTo>
                  <a:pt x="12199798" y="5397064"/>
                </a:lnTo>
                <a:close/>
                <a:moveTo>
                  <a:pt x="781554" y="4455068"/>
                </a:moveTo>
                <a:lnTo>
                  <a:pt x="1" y="4908369"/>
                </a:lnTo>
                <a:lnTo>
                  <a:pt x="781554" y="5361669"/>
                </a:lnTo>
                <a:close/>
                <a:moveTo>
                  <a:pt x="815170" y="4455068"/>
                </a:moveTo>
                <a:lnTo>
                  <a:pt x="815170" y="5361669"/>
                </a:lnTo>
                <a:lnTo>
                  <a:pt x="1596723" y="4908368"/>
                </a:lnTo>
                <a:close/>
                <a:moveTo>
                  <a:pt x="2411894" y="4455068"/>
                </a:moveTo>
                <a:lnTo>
                  <a:pt x="1630341" y="4908369"/>
                </a:lnTo>
                <a:lnTo>
                  <a:pt x="2411894" y="5361669"/>
                </a:lnTo>
                <a:close/>
                <a:moveTo>
                  <a:pt x="2447286" y="4455068"/>
                </a:moveTo>
                <a:lnTo>
                  <a:pt x="2447286" y="5361669"/>
                </a:lnTo>
                <a:lnTo>
                  <a:pt x="3228839" y="4908368"/>
                </a:lnTo>
                <a:close/>
                <a:moveTo>
                  <a:pt x="4042789" y="4455068"/>
                </a:moveTo>
                <a:lnTo>
                  <a:pt x="3261236" y="4908369"/>
                </a:lnTo>
                <a:lnTo>
                  <a:pt x="4042789" y="5361669"/>
                </a:lnTo>
                <a:close/>
                <a:moveTo>
                  <a:pt x="4076405" y="4455068"/>
                </a:moveTo>
                <a:lnTo>
                  <a:pt x="4076405" y="5361669"/>
                </a:lnTo>
                <a:lnTo>
                  <a:pt x="4857958" y="4908368"/>
                </a:lnTo>
                <a:close/>
                <a:moveTo>
                  <a:pt x="5673129" y="4455068"/>
                </a:moveTo>
                <a:lnTo>
                  <a:pt x="4891576" y="4908369"/>
                </a:lnTo>
                <a:lnTo>
                  <a:pt x="5673129" y="5361669"/>
                </a:lnTo>
                <a:close/>
                <a:moveTo>
                  <a:pt x="5708521" y="4455068"/>
                </a:moveTo>
                <a:lnTo>
                  <a:pt x="5708521" y="5361669"/>
                </a:lnTo>
                <a:lnTo>
                  <a:pt x="6490069" y="4908368"/>
                </a:lnTo>
                <a:close/>
                <a:moveTo>
                  <a:pt x="7305243" y="4455068"/>
                </a:moveTo>
                <a:lnTo>
                  <a:pt x="6523688" y="4908369"/>
                </a:lnTo>
                <a:lnTo>
                  <a:pt x="7305243" y="5361669"/>
                </a:lnTo>
                <a:close/>
                <a:moveTo>
                  <a:pt x="7338859" y="4455068"/>
                </a:moveTo>
                <a:lnTo>
                  <a:pt x="7338859" y="5361669"/>
                </a:lnTo>
                <a:lnTo>
                  <a:pt x="8120395" y="4908368"/>
                </a:lnTo>
                <a:close/>
                <a:moveTo>
                  <a:pt x="8935566" y="4455068"/>
                </a:moveTo>
                <a:lnTo>
                  <a:pt x="8154014" y="4908369"/>
                </a:lnTo>
                <a:lnTo>
                  <a:pt x="8935566" y="5361669"/>
                </a:lnTo>
                <a:close/>
                <a:moveTo>
                  <a:pt x="8970959" y="4455068"/>
                </a:moveTo>
                <a:lnTo>
                  <a:pt x="8970959" y="5361669"/>
                </a:lnTo>
                <a:lnTo>
                  <a:pt x="9752511" y="4908368"/>
                </a:lnTo>
                <a:close/>
                <a:moveTo>
                  <a:pt x="10567683" y="4455068"/>
                </a:moveTo>
                <a:lnTo>
                  <a:pt x="9786128" y="4908369"/>
                </a:lnTo>
                <a:lnTo>
                  <a:pt x="10567683" y="5361669"/>
                </a:lnTo>
                <a:close/>
                <a:moveTo>
                  <a:pt x="10603076" y="4455068"/>
                </a:moveTo>
                <a:lnTo>
                  <a:pt x="10603076" y="5361669"/>
                </a:lnTo>
                <a:lnTo>
                  <a:pt x="11384629" y="4908368"/>
                </a:lnTo>
                <a:close/>
                <a:moveTo>
                  <a:pt x="12199799" y="4455068"/>
                </a:moveTo>
                <a:lnTo>
                  <a:pt x="11418247" y="4908369"/>
                </a:lnTo>
                <a:lnTo>
                  <a:pt x="12199799" y="5361669"/>
                </a:lnTo>
                <a:close/>
                <a:moveTo>
                  <a:pt x="1596722" y="3960320"/>
                </a:moveTo>
                <a:lnTo>
                  <a:pt x="815170" y="4413620"/>
                </a:lnTo>
                <a:lnTo>
                  <a:pt x="1596722" y="4866921"/>
                </a:lnTo>
                <a:close/>
                <a:moveTo>
                  <a:pt x="3228838" y="3960320"/>
                </a:moveTo>
                <a:lnTo>
                  <a:pt x="2447286" y="4413620"/>
                </a:lnTo>
                <a:lnTo>
                  <a:pt x="3228838" y="4866921"/>
                </a:lnTo>
                <a:close/>
                <a:moveTo>
                  <a:pt x="4857957" y="3960320"/>
                </a:moveTo>
                <a:lnTo>
                  <a:pt x="4076405" y="4413620"/>
                </a:lnTo>
                <a:lnTo>
                  <a:pt x="4857957" y="4866921"/>
                </a:lnTo>
                <a:close/>
                <a:moveTo>
                  <a:pt x="6490069" y="3960320"/>
                </a:moveTo>
                <a:lnTo>
                  <a:pt x="5708521" y="4413620"/>
                </a:lnTo>
                <a:lnTo>
                  <a:pt x="6490069" y="4866921"/>
                </a:lnTo>
                <a:close/>
                <a:moveTo>
                  <a:pt x="8120394" y="3960320"/>
                </a:moveTo>
                <a:lnTo>
                  <a:pt x="7338859" y="4413620"/>
                </a:lnTo>
                <a:lnTo>
                  <a:pt x="8120394" y="4866921"/>
                </a:lnTo>
                <a:close/>
                <a:moveTo>
                  <a:pt x="9752510" y="3960320"/>
                </a:moveTo>
                <a:lnTo>
                  <a:pt x="8970960" y="4413620"/>
                </a:lnTo>
                <a:lnTo>
                  <a:pt x="9752510" y="4866921"/>
                </a:lnTo>
                <a:close/>
                <a:moveTo>
                  <a:pt x="11384629" y="3960320"/>
                </a:moveTo>
                <a:lnTo>
                  <a:pt x="10603076" y="4413620"/>
                </a:lnTo>
                <a:lnTo>
                  <a:pt x="11384629" y="4866921"/>
                </a:lnTo>
                <a:close/>
                <a:moveTo>
                  <a:pt x="0" y="3960320"/>
                </a:moveTo>
                <a:lnTo>
                  <a:pt x="0" y="4866922"/>
                </a:lnTo>
                <a:lnTo>
                  <a:pt x="781552" y="4413621"/>
                </a:lnTo>
                <a:close/>
                <a:moveTo>
                  <a:pt x="1630341" y="3960320"/>
                </a:moveTo>
                <a:lnTo>
                  <a:pt x="1630341" y="4866922"/>
                </a:lnTo>
                <a:lnTo>
                  <a:pt x="2411893" y="4413621"/>
                </a:lnTo>
                <a:close/>
                <a:moveTo>
                  <a:pt x="3261235" y="3960320"/>
                </a:moveTo>
                <a:lnTo>
                  <a:pt x="3261235" y="4866922"/>
                </a:lnTo>
                <a:lnTo>
                  <a:pt x="4042787" y="4413621"/>
                </a:lnTo>
                <a:close/>
                <a:moveTo>
                  <a:pt x="4891576" y="3960320"/>
                </a:moveTo>
                <a:lnTo>
                  <a:pt x="4891576" y="4866922"/>
                </a:lnTo>
                <a:lnTo>
                  <a:pt x="5673128" y="4413621"/>
                </a:lnTo>
                <a:close/>
                <a:moveTo>
                  <a:pt x="6523688" y="3960320"/>
                </a:moveTo>
                <a:lnTo>
                  <a:pt x="6523688" y="4866922"/>
                </a:lnTo>
                <a:lnTo>
                  <a:pt x="7305243" y="4413621"/>
                </a:lnTo>
                <a:close/>
                <a:moveTo>
                  <a:pt x="8154013" y="3960320"/>
                </a:moveTo>
                <a:lnTo>
                  <a:pt x="8154013" y="4866922"/>
                </a:lnTo>
                <a:lnTo>
                  <a:pt x="8935564" y="4413621"/>
                </a:lnTo>
                <a:close/>
                <a:moveTo>
                  <a:pt x="9786127" y="3960320"/>
                </a:moveTo>
                <a:lnTo>
                  <a:pt x="9786127" y="4866922"/>
                </a:lnTo>
                <a:lnTo>
                  <a:pt x="10567681" y="4413621"/>
                </a:lnTo>
                <a:close/>
                <a:moveTo>
                  <a:pt x="11418247" y="3960320"/>
                </a:moveTo>
                <a:lnTo>
                  <a:pt x="11418247" y="4866922"/>
                </a:lnTo>
                <a:lnTo>
                  <a:pt x="12199798" y="4413621"/>
                </a:lnTo>
                <a:close/>
                <a:moveTo>
                  <a:pt x="781554" y="3468161"/>
                </a:moveTo>
                <a:lnTo>
                  <a:pt x="1" y="3921462"/>
                </a:lnTo>
                <a:lnTo>
                  <a:pt x="781554" y="4374762"/>
                </a:lnTo>
                <a:close/>
                <a:moveTo>
                  <a:pt x="815170" y="3468161"/>
                </a:moveTo>
                <a:lnTo>
                  <a:pt x="815170" y="4374762"/>
                </a:lnTo>
                <a:lnTo>
                  <a:pt x="1596723" y="3921461"/>
                </a:lnTo>
                <a:close/>
                <a:moveTo>
                  <a:pt x="2411894" y="3468161"/>
                </a:moveTo>
                <a:lnTo>
                  <a:pt x="1630341" y="3921462"/>
                </a:lnTo>
                <a:lnTo>
                  <a:pt x="2411894" y="4374762"/>
                </a:lnTo>
                <a:close/>
                <a:moveTo>
                  <a:pt x="2447286" y="3468161"/>
                </a:moveTo>
                <a:lnTo>
                  <a:pt x="2447286" y="4374762"/>
                </a:lnTo>
                <a:lnTo>
                  <a:pt x="3228839" y="3921461"/>
                </a:lnTo>
                <a:close/>
                <a:moveTo>
                  <a:pt x="4042789" y="3468161"/>
                </a:moveTo>
                <a:lnTo>
                  <a:pt x="3261236" y="3921462"/>
                </a:lnTo>
                <a:lnTo>
                  <a:pt x="4042789" y="4374762"/>
                </a:lnTo>
                <a:close/>
                <a:moveTo>
                  <a:pt x="4076405" y="3468161"/>
                </a:moveTo>
                <a:lnTo>
                  <a:pt x="4076405" y="4374762"/>
                </a:lnTo>
                <a:lnTo>
                  <a:pt x="4857958" y="3921461"/>
                </a:lnTo>
                <a:close/>
                <a:moveTo>
                  <a:pt x="5673129" y="3468161"/>
                </a:moveTo>
                <a:lnTo>
                  <a:pt x="4891576" y="3921462"/>
                </a:lnTo>
                <a:lnTo>
                  <a:pt x="5673129" y="4374762"/>
                </a:lnTo>
                <a:close/>
                <a:moveTo>
                  <a:pt x="5708521" y="3468161"/>
                </a:moveTo>
                <a:lnTo>
                  <a:pt x="5708521" y="4374762"/>
                </a:lnTo>
                <a:lnTo>
                  <a:pt x="6490069" y="3921461"/>
                </a:lnTo>
                <a:close/>
                <a:moveTo>
                  <a:pt x="7305243" y="3468161"/>
                </a:moveTo>
                <a:lnTo>
                  <a:pt x="6523688" y="3921462"/>
                </a:lnTo>
                <a:lnTo>
                  <a:pt x="7305243" y="4374762"/>
                </a:lnTo>
                <a:close/>
                <a:moveTo>
                  <a:pt x="7338859" y="3468161"/>
                </a:moveTo>
                <a:lnTo>
                  <a:pt x="7338859" y="4374762"/>
                </a:lnTo>
                <a:lnTo>
                  <a:pt x="8120395" y="3921461"/>
                </a:lnTo>
                <a:close/>
                <a:moveTo>
                  <a:pt x="8935566" y="3468161"/>
                </a:moveTo>
                <a:lnTo>
                  <a:pt x="8154014" y="3921462"/>
                </a:lnTo>
                <a:lnTo>
                  <a:pt x="8935566" y="4374762"/>
                </a:lnTo>
                <a:close/>
                <a:moveTo>
                  <a:pt x="8970959" y="3468161"/>
                </a:moveTo>
                <a:lnTo>
                  <a:pt x="8970959" y="4374762"/>
                </a:lnTo>
                <a:lnTo>
                  <a:pt x="9752511" y="3921461"/>
                </a:lnTo>
                <a:close/>
                <a:moveTo>
                  <a:pt x="10567680" y="3468161"/>
                </a:moveTo>
                <a:lnTo>
                  <a:pt x="9786128" y="3921462"/>
                </a:lnTo>
                <a:lnTo>
                  <a:pt x="10567680" y="4374762"/>
                </a:lnTo>
                <a:close/>
                <a:moveTo>
                  <a:pt x="10603074" y="3468161"/>
                </a:moveTo>
                <a:lnTo>
                  <a:pt x="10603074" y="4374762"/>
                </a:lnTo>
                <a:lnTo>
                  <a:pt x="11384627" y="3921461"/>
                </a:lnTo>
                <a:close/>
                <a:moveTo>
                  <a:pt x="12199796" y="3468161"/>
                </a:moveTo>
                <a:lnTo>
                  <a:pt x="11418245" y="3921462"/>
                </a:lnTo>
                <a:lnTo>
                  <a:pt x="12199796" y="4374762"/>
                </a:lnTo>
                <a:close/>
                <a:moveTo>
                  <a:pt x="6523688" y="2973432"/>
                </a:moveTo>
                <a:lnTo>
                  <a:pt x="6523688" y="3880015"/>
                </a:lnTo>
                <a:lnTo>
                  <a:pt x="7305243" y="3426715"/>
                </a:lnTo>
                <a:close/>
                <a:moveTo>
                  <a:pt x="8120394" y="2973430"/>
                </a:moveTo>
                <a:lnTo>
                  <a:pt x="7338859" y="3426715"/>
                </a:lnTo>
                <a:lnTo>
                  <a:pt x="8120394" y="3880014"/>
                </a:lnTo>
                <a:close/>
                <a:moveTo>
                  <a:pt x="8154013" y="2973430"/>
                </a:moveTo>
                <a:lnTo>
                  <a:pt x="8154013" y="3880015"/>
                </a:lnTo>
                <a:lnTo>
                  <a:pt x="8935564" y="3426715"/>
                </a:lnTo>
                <a:close/>
                <a:moveTo>
                  <a:pt x="9752510" y="2973428"/>
                </a:moveTo>
                <a:lnTo>
                  <a:pt x="8970960" y="3426715"/>
                </a:lnTo>
                <a:lnTo>
                  <a:pt x="9752510" y="3880014"/>
                </a:lnTo>
                <a:close/>
                <a:moveTo>
                  <a:pt x="9786127" y="2973428"/>
                </a:moveTo>
                <a:lnTo>
                  <a:pt x="9786127" y="3880015"/>
                </a:lnTo>
                <a:lnTo>
                  <a:pt x="10567678" y="3426715"/>
                </a:lnTo>
                <a:close/>
                <a:moveTo>
                  <a:pt x="11384626" y="2973428"/>
                </a:moveTo>
                <a:lnTo>
                  <a:pt x="10603074" y="3426714"/>
                </a:lnTo>
                <a:lnTo>
                  <a:pt x="11384626" y="3880014"/>
                </a:lnTo>
                <a:close/>
                <a:moveTo>
                  <a:pt x="11418245" y="2973427"/>
                </a:moveTo>
                <a:lnTo>
                  <a:pt x="11418245" y="3880015"/>
                </a:lnTo>
                <a:lnTo>
                  <a:pt x="12199795" y="3426714"/>
                </a:lnTo>
                <a:close/>
                <a:moveTo>
                  <a:pt x="3261235" y="2973422"/>
                </a:moveTo>
                <a:lnTo>
                  <a:pt x="3261235" y="3880015"/>
                </a:lnTo>
                <a:lnTo>
                  <a:pt x="4042787" y="3426714"/>
                </a:lnTo>
                <a:close/>
                <a:moveTo>
                  <a:pt x="4857957" y="2973422"/>
                </a:moveTo>
                <a:lnTo>
                  <a:pt x="4076405" y="3426714"/>
                </a:lnTo>
                <a:lnTo>
                  <a:pt x="4857957" y="3880014"/>
                </a:lnTo>
                <a:close/>
                <a:moveTo>
                  <a:pt x="4891576" y="2973422"/>
                </a:moveTo>
                <a:lnTo>
                  <a:pt x="4891576" y="3880015"/>
                </a:lnTo>
                <a:lnTo>
                  <a:pt x="5673128" y="3426714"/>
                </a:lnTo>
                <a:close/>
                <a:moveTo>
                  <a:pt x="6490069" y="2973421"/>
                </a:moveTo>
                <a:lnTo>
                  <a:pt x="5708521" y="3426714"/>
                </a:lnTo>
                <a:lnTo>
                  <a:pt x="6490069" y="3880014"/>
                </a:lnTo>
                <a:close/>
                <a:moveTo>
                  <a:pt x="0" y="2973417"/>
                </a:moveTo>
                <a:lnTo>
                  <a:pt x="0" y="3880015"/>
                </a:lnTo>
                <a:lnTo>
                  <a:pt x="781552" y="3426714"/>
                </a:lnTo>
                <a:close/>
                <a:moveTo>
                  <a:pt x="1596722" y="2973417"/>
                </a:moveTo>
                <a:lnTo>
                  <a:pt x="815170" y="3426714"/>
                </a:lnTo>
                <a:lnTo>
                  <a:pt x="1596722" y="3880014"/>
                </a:lnTo>
                <a:close/>
                <a:moveTo>
                  <a:pt x="1630341" y="2973416"/>
                </a:moveTo>
                <a:lnTo>
                  <a:pt x="1630341" y="3880015"/>
                </a:lnTo>
                <a:lnTo>
                  <a:pt x="2411893" y="3426714"/>
                </a:lnTo>
                <a:close/>
                <a:moveTo>
                  <a:pt x="3228838" y="2973416"/>
                </a:moveTo>
                <a:lnTo>
                  <a:pt x="2447286" y="3426714"/>
                </a:lnTo>
                <a:lnTo>
                  <a:pt x="3228838" y="3880014"/>
                </a:lnTo>
                <a:close/>
                <a:moveTo>
                  <a:pt x="7305243" y="2484744"/>
                </a:moveTo>
                <a:lnTo>
                  <a:pt x="6523688" y="2938039"/>
                </a:lnTo>
                <a:lnTo>
                  <a:pt x="7305243" y="3391326"/>
                </a:lnTo>
                <a:close/>
                <a:moveTo>
                  <a:pt x="7338859" y="2484740"/>
                </a:moveTo>
                <a:lnTo>
                  <a:pt x="7338859" y="3391326"/>
                </a:lnTo>
                <a:lnTo>
                  <a:pt x="8120395" y="2938038"/>
                </a:lnTo>
                <a:close/>
                <a:moveTo>
                  <a:pt x="8935566" y="2484740"/>
                </a:moveTo>
                <a:lnTo>
                  <a:pt x="8154014" y="2938039"/>
                </a:lnTo>
                <a:lnTo>
                  <a:pt x="8935566" y="3391326"/>
                </a:lnTo>
                <a:close/>
                <a:moveTo>
                  <a:pt x="8970959" y="2484740"/>
                </a:moveTo>
                <a:lnTo>
                  <a:pt x="8970959" y="3391326"/>
                </a:lnTo>
                <a:lnTo>
                  <a:pt x="9752511" y="2938036"/>
                </a:lnTo>
                <a:close/>
                <a:moveTo>
                  <a:pt x="10567680" y="2484740"/>
                </a:moveTo>
                <a:lnTo>
                  <a:pt x="9786128" y="2938038"/>
                </a:lnTo>
                <a:lnTo>
                  <a:pt x="10567680" y="3391326"/>
                </a:lnTo>
                <a:close/>
                <a:moveTo>
                  <a:pt x="10603074" y="2484738"/>
                </a:moveTo>
                <a:lnTo>
                  <a:pt x="10603074" y="3391323"/>
                </a:lnTo>
                <a:lnTo>
                  <a:pt x="11384627" y="2938033"/>
                </a:lnTo>
                <a:close/>
                <a:moveTo>
                  <a:pt x="12199796" y="2484738"/>
                </a:moveTo>
                <a:lnTo>
                  <a:pt x="11418245" y="2938035"/>
                </a:lnTo>
                <a:lnTo>
                  <a:pt x="12199796" y="3391323"/>
                </a:lnTo>
                <a:close/>
                <a:moveTo>
                  <a:pt x="4042789" y="2484731"/>
                </a:moveTo>
                <a:lnTo>
                  <a:pt x="3261236" y="2938029"/>
                </a:lnTo>
                <a:lnTo>
                  <a:pt x="4042789" y="3391323"/>
                </a:lnTo>
                <a:close/>
                <a:moveTo>
                  <a:pt x="4076405" y="2484731"/>
                </a:moveTo>
                <a:lnTo>
                  <a:pt x="4076405" y="3391321"/>
                </a:lnTo>
                <a:lnTo>
                  <a:pt x="4857958" y="2938027"/>
                </a:lnTo>
                <a:close/>
                <a:moveTo>
                  <a:pt x="5673129" y="2484731"/>
                </a:moveTo>
                <a:lnTo>
                  <a:pt x="4891576" y="2938029"/>
                </a:lnTo>
                <a:lnTo>
                  <a:pt x="5673129" y="3391321"/>
                </a:lnTo>
                <a:close/>
                <a:moveTo>
                  <a:pt x="5708521" y="2484729"/>
                </a:moveTo>
                <a:lnTo>
                  <a:pt x="5708521" y="3391321"/>
                </a:lnTo>
                <a:lnTo>
                  <a:pt x="6490069" y="2938026"/>
                </a:lnTo>
                <a:close/>
                <a:moveTo>
                  <a:pt x="781554" y="2484725"/>
                </a:moveTo>
                <a:lnTo>
                  <a:pt x="1" y="2938024"/>
                </a:lnTo>
                <a:lnTo>
                  <a:pt x="781554" y="3391320"/>
                </a:lnTo>
                <a:close/>
                <a:moveTo>
                  <a:pt x="815170" y="2484723"/>
                </a:moveTo>
                <a:lnTo>
                  <a:pt x="815170" y="3391320"/>
                </a:lnTo>
                <a:lnTo>
                  <a:pt x="1596723" y="2938021"/>
                </a:lnTo>
                <a:close/>
                <a:moveTo>
                  <a:pt x="2411894" y="2484723"/>
                </a:moveTo>
                <a:lnTo>
                  <a:pt x="1630341" y="2938023"/>
                </a:lnTo>
                <a:lnTo>
                  <a:pt x="2411894" y="3391320"/>
                </a:lnTo>
                <a:close/>
                <a:moveTo>
                  <a:pt x="2447286" y="2484721"/>
                </a:moveTo>
                <a:lnTo>
                  <a:pt x="2447286" y="3391320"/>
                </a:lnTo>
                <a:lnTo>
                  <a:pt x="3228839" y="2938021"/>
                </a:lnTo>
                <a:close/>
                <a:moveTo>
                  <a:pt x="9752510" y="1989995"/>
                </a:moveTo>
                <a:lnTo>
                  <a:pt x="8970960" y="2443295"/>
                </a:lnTo>
                <a:lnTo>
                  <a:pt x="9752510" y="2896592"/>
                </a:lnTo>
                <a:close/>
                <a:moveTo>
                  <a:pt x="6523688" y="1989994"/>
                </a:moveTo>
                <a:lnTo>
                  <a:pt x="6523688" y="2896592"/>
                </a:lnTo>
                <a:lnTo>
                  <a:pt x="7305243" y="2443295"/>
                </a:lnTo>
                <a:close/>
                <a:moveTo>
                  <a:pt x="8120394" y="1989992"/>
                </a:moveTo>
                <a:lnTo>
                  <a:pt x="7338859" y="2443293"/>
                </a:lnTo>
                <a:lnTo>
                  <a:pt x="8120394" y="2896591"/>
                </a:lnTo>
                <a:close/>
                <a:moveTo>
                  <a:pt x="8154013" y="1989992"/>
                </a:moveTo>
                <a:lnTo>
                  <a:pt x="8154013" y="2896591"/>
                </a:lnTo>
                <a:lnTo>
                  <a:pt x="8935564" y="2443293"/>
                </a:lnTo>
                <a:close/>
                <a:moveTo>
                  <a:pt x="9786127" y="1989991"/>
                </a:moveTo>
                <a:lnTo>
                  <a:pt x="9786127" y="2896589"/>
                </a:lnTo>
                <a:lnTo>
                  <a:pt x="10567678" y="2443292"/>
                </a:lnTo>
                <a:close/>
                <a:moveTo>
                  <a:pt x="11384626" y="1989989"/>
                </a:moveTo>
                <a:lnTo>
                  <a:pt x="10603074" y="2443289"/>
                </a:lnTo>
                <a:lnTo>
                  <a:pt x="11384626" y="2896587"/>
                </a:lnTo>
                <a:close/>
                <a:moveTo>
                  <a:pt x="11418245" y="1989989"/>
                </a:moveTo>
                <a:lnTo>
                  <a:pt x="11418245" y="2896588"/>
                </a:lnTo>
                <a:lnTo>
                  <a:pt x="12199795" y="2443289"/>
                </a:lnTo>
                <a:close/>
                <a:moveTo>
                  <a:pt x="3261235" y="1989983"/>
                </a:moveTo>
                <a:lnTo>
                  <a:pt x="3261235" y="2896583"/>
                </a:lnTo>
                <a:lnTo>
                  <a:pt x="4042787" y="2443283"/>
                </a:lnTo>
                <a:close/>
                <a:moveTo>
                  <a:pt x="4857957" y="1989982"/>
                </a:moveTo>
                <a:lnTo>
                  <a:pt x="4076405" y="2443281"/>
                </a:lnTo>
                <a:lnTo>
                  <a:pt x="4857957" y="2896581"/>
                </a:lnTo>
                <a:close/>
                <a:moveTo>
                  <a:pt x="4891576" y="1989982"/>
                </a:moveTo>
                <a:lnTo>
                  <a:pt x="4891576" y="2896581"/>
                </a:lnTo>
                <a:lnTo>
                  <a:pt x="5673128" y="2443281"/>
                </a:lnTo>
                <a:close/>
                <a:moveTo>
                  <a:pt x="6490069" y="1989981"/>
                </a:moveTo>
                <a:lnTo>
                  <a:pt x="5708521" y="2443280"/>
                </a:lnTo>
                <a:lnTo>
                  <a:pt x="6490069" y="2896580"/>
                </a:lnTo>
                <a:close/>
                <a:moveTo>
                  <a:pt x="0" y="1989976"/>
                </a:moveTo>
                <a:lnTo>
                  <a:pt x="0" y="2896577"/>
                </a:lnTo>
                <a:lnTo>
                  <a:pt x="781552" y="2443276"/>
                </a:lnTo>
                <a:close/>
                <a:moveTo>
                  <a:pt x="1596722" y="1989975"/>
                </a:moveTo>
                <a:lnTo>
                  <a:pt x="815170" y="2443275"/>
                </a:lnTo>
                <a:lnTo>
                  <a:pt x="1596722" y="2896575"/>
                </a:lnTo>
                <a:close/>
                <a:moveTo>
                  <a:pt x="1630341" y="1989975"/>
                </a:moveTo>
                <a:lnTo>
                  <a:pt x="1630341" y="2896576"/>
                </a:lnTo>
                <a:lnTo>
                  <a:pt x="2411893" y="2443276"/>
                </a:lnTo>
                <a:close/>
                <a:moveTo>
                  <a:pt x="3228838" y="1989974"/>
                </a:moveTo>
                <a:lnTo>
                  <a:pt x="2447286" y="2443273"/>
                </a:lnTo>
                <a:lnTo>
                  <a:pt x="3228838" y="2896575"/>
                </a:lnTo>
                <a:close/>
                <a:moveTo>
                  <a:pt x="7305243" y="1503884"/>
                </a:moveTo>
                <a:lnTo>
                  <a:pt x="6523688" y="1957188"/>
                </a:lnTo>
                <a:lnTo>
                  <a:pt x="7305243" y="2410485"/>
                </a:lnTo>
                <a:close/>
                <a:moveTo>
                  <a:pt x="7338859" y="1503883"/>
                </a:moveTo>
                <a:lnTo>
                  <a:pt x="7338859" y="2410484"/>
                </a:lnTo>
                <a:lnTo>
                  <a:pt x="8120395" y="1957186"/>
                </a:lnTo>
                <a:close/>
                <a:moveTo>
                  <a:pt x="8935566" y="1503883"/>
                </a:moveTo>
                <a:lnTo>
                  <a:pt x="8154014" y="1957188"/>
                </a:lnTo>
                <a:lnTo>
                  <a:pt x="8935566" y="2410484"/>
                </a:lnTo>
                <a:close/>
                <a:moveTo>
                  <a:pt x="10567680" y="1503881"/>
                </a:moveTo>
                <a:lnTo>
                  <a:pt x="9786128" y="1957185"/>
                </a:lnTo>
                <a:lnTo>
                  <a:pt x="10567680" y="2410481"/>
                </a:lnTo>
                <a:close/>
                <a:moveTo>
                  <a:pt x="8970959" y="1503881"/>
                </a:moveTo>
                <a:lnTo>
                  <a:pt x="8970959" y="2410481"/>
                </a:lnTo>
                <a:lnTo>
                  <a:pt x="9752511" y="1957184"/>
                </a:lnTo>
                <a:close/>
                <a:moveTo>
                  <a:pt x="10603073" y="1503879"/>
                </a:moveTo>
                <a:lnTo>
                  <a:pt x="10603073" y="2410480"/>
                </a:lnTo>
                <a:lnTo>
                  <a:pt x="11384627" y="1957182"/>
                </a:lnTo>
                <a:close/>
                <a:moveTo>
                  <a:pt x="12199796" y="1503879"/>
                </a:moveTo>
                <a:lnTo>
                  <a:pt x="11418245" y="1957183"/>
                </a:lnTo>
                <a:lnTo>
                  <a:pt x="12199796" y="2410480"/>
                </a:lnTo>
                <a:close/>
                <a:moveTo>
                  <a:pt x="4042789" y="1503874"/>
                </a:moveTo>
                <a:lnTo>
                  <a:pt x="3261236" y="1957177"/>
                </a:lnTo>
                <a:lnTo>
                  <a:pt x="4042789" y="2410474"/>
                </a:lnTo>
                <a:close/>
                <a:moveTo>
                  <a:pt x="4076405" y="1503873"/>
                </a:moveTo>
                <a:lnTo>
                  <a:pt x="4076405" y="2410472"/>
                </a:lnTo>
                <a:lnTo>
                  <a:pt x="4857958" y="1957175"/>
                </a:lnTo>
                <a:close/>
                <a:moveTo>
                  <a:pt x="5673129" y="1503873"/>
                </a:moveTo>
                <a:lnTo>
                  <a:pt x="4891576" y="1957176"/>
                </a:lnTo>
                <a:lnTo>
                  <a:pt x="5673129" y="2410472"/>
                </a:lnTo>
                <a:close/>
                <a:moveTo>
                  <a:pt x="5708521" y="1503872"/>
                </a:moveTo>
                <a:lnTo>
                  <a:pt x="5708521" y="2410471"/>
                </a:lnTo>
                <a:lnTo>
                  <a:pt x="6490069" y="1957174"/>
                </a:lnTo>
                <a:close/>
                <a:moveTo>
                  <a:pt x="781554" y="1503868"/>
                </a:moveTo>
                <a:lnTo>
                  <a:pt x="1" y="1957170"/>
                </a:lnTo>
                <a:lnTo>
                  <a:pt x="781554" y="2410469"/>
                </a:lnTo>
                <a:close/>
                <a:moveTo>
                  <a:pt x="2411894" y="1503867"/>
                </a:moveTo>
                <a:lnTo>
                  <a:pt x="1630341" y="1957169"/>
                </a:lnTo>
                <a:lnTo>
                  <a:pt x="2411894" y="2410468"/>
                </a:lnTo>
                <a:close/>
                <a:moveTo>
                  <a:pt x="815170" y="1503867"/>
                </a:moveTo>
                <a:lnTo>
                  <a:pt x="815170" y="2410468"/>
                </a:lnTo>
                <a:lnTo>
                  <a:pt x="1596723" y="1957168"/>
                </a:lnTo>
                <a:close/>
                <a:moveTo>
                  <a:pt x="2447286" y="1503866"/>
                </a:moveTo>
                <a:lnTo>
                  <a:pt x="2447286" y="2410467"/>
                </a:lnTo>
                <a:lnTo>
                  <a:pt x="3228839" y="1957166"/>
                </a:lnTo>
                <a:close/>
                <a:moveTo>
                  <a:pt x="6523688" y="1009133"/>
                </a:moveTo>
                <a:lnTo>
                  <a:pt x="6523688" y="1915742"/>
                </a:lnTo>
                <a:lnTo>
                  <a:pt x="7305243" y="1462437"/>
                </a:lnTo>
                <a:close/>
                <a:moveTo>
                  <a:pt x="8120394" y="1009133"/>
                </a:moveTo>
                <a:lnTo>
                  <a:pt x="7338859" y="1462436"/>
                </a:lnTo>
                <a:lnTo>
                  <a:pt x="8120394" y="1915740"/>
                </a:lnTo>
                <a:close/>
                <a:moveTo>
                  <a:pt x="8154013" y="1009132"/>
                </a:moveTo>
                <a:lnTo>
                  <a:pt x="8154013" y="1915741"/>
                </a:lnTo>
                <a:lnTo>
                  <a:pt x="8935564" y="1462436"/>
                </a:lnTo>
                <a:close/>
                <a:moveTo>
                  <a:pt x="9752510" y="1009131"/>
                </a:moveTo>
                <a:lnTo>
                  <a:pt x="8970960" y="1462434"/>
                </a:lnTo>
                <a:lnTo>
                  <a:pt x="9752510" y="1915739"/>
                </a:lnTo>
                <a:close/>
                <a:moveTo>
                  <a:pt x="9786127" y="1009131"/>
                </a:moveTo>
                <a:lnTo>
                  <a:pt x="9786127" y="1915739"/>
                </a:lnTo>
                <a:lnTo>
                  <a:pt x="10567678" y="1462435"/>
                </a:lnTo>
                <a:close/>
                <a:moveTo>
                  <a:pt x="11384626" y="1009130"/>
                </a:moveTo>
                <a:lnTo>
                  <a:pt x="10603074" y="1462432"/>
                </a:lnTo>
                <a:lnTo>
                  <a:pt x="11384626" y="1915737"/>
                </a:lnTo>
                <a:close/>
                <a:moveTo>
                  <a:pt x="11418245" y="1009129"/>
                </a:moveTo>
                <a:lnTo>
                  <a:pt x="11418245" y="1915737"/>
                </a:lnTo>
                <a:lnTo>
                  <a:pt x="12199795" y="1462433"/>
                </a:lnTo>
                <a:close/>
                <a:moveTo>
                  <a:pt x="3261235" y="1009125"/>
                </a:moveTo>
                <a:lnTo>
                  <a:pt x="3261235" y="1915731"/>
                </a:lnTo>
                <a:lnTo>
                  <a:pt x="4042787" y="1462428"/>
                </a:lnTo>
                <a:close/>
                <a:moveTo>
                  <a:pt x="4857957" y="1009125"/>
                </a:moveTo>
                <a:lnTo>
                  <a:pt x="4076405" y="1462427"/>
                </a:lnTo>
                <a:lnTo>
                  <a:pt x="4857957" y="1915729"/>
                </a:lnTo>
                <a:close/>
                <a:moveTo>
                  <a:pt x="4891576" y="1009124"/>
                </a:moveTo>
                <a:lnTo>
                  <a:pt x="4891576" y="1915730"/>
                </a:lnTo>
                <a:lnTo>
                  <a:pt x="5673128" y="1462427"/>
                </a:lnTo>
                <a:close/>
                <a:moveTo>
                  <a:pt x="6490069" y="1009123"/>
                </a:moveTo>
                <a:lnTo>
                  <a:pt x="5708521" y="1462425"/>
                </a:lnTo>
                <a:lnTo>
                  <a:pt x="6490069" y="1915727"/>
                </a:lnTo>
                <a:close/>
                <a:moveTo>
                  <a:pt x="0" y="1009120"/>
                </a:moveTo>
                <a:lnTo>
                  <a:pt x="0" y="1915724"/>
                </a:lnTo>
                <a:lnTo>
                  <a:pt x="781552" y="1462422"/>
                </a:lnTo>
                <a:close/>
                <a:moveTo>
                  <a:pt x="1596722" y="1009119"/>
                </a:moveTo>
                <a:lnTo>
                  <a:pt x="815170" y="1462420"/>
                </a:lnTo>
                <a:lnTo>
                  <a:pt x="1596722" y="1915722"/>
                </a:lnTo>
                <a:close/>
                <a:moveTo>
                  <a:pt x="1630341" y="1009119"/>
                </a:moveTo>
                <a:lnTo>
                  <a:pt x="1630341" y="1915722"/>
                </a:lnTo>
                <a:lnTo>
                  <a:pt x="2411893" y="1462420"/>
                </a:lnTo>
                <a:close/>
                <a:moveTo>
                  <a:pt x="3228838" y="1009118"/>
                </a:moveTo>
                <a:lnTo>
                  <a:pt x="2447286" y="1462419"/>
                </a:lnTo>
                <a:lnTo>
                  <a:pt x="3228838" y="1915720"/>
                </a:lnTo>
                <a:close/>
                <a:moveTo>
                  <a:pt x="7305243" y="520440"/>
                </a:moveTo>
                <a:lnTo>
                  <a:pt x="6523688" y="973739"/>
                </a:lnTo>
                <a:lnTo>
                  <a:pt x="7305243" y="1427041"/>
                </a:lnTo>
                <a:close/>
                <a:moveTo>
                  <a:pt x="8935566" y="520439"/>
                </a:moveTo>
                <a:lnTo>
                  <a:pt x="8154014" y="973739"/>
                </a:lnTo>
                <a:lnTo>
                  <a:pt x="8935566" y="1427041"/>
                </a:lnTo>
                <a:close/>
                <a:moveTo>
                  <a:pt x="7338859" y="520439"/>
                </a:moveTo>
                <a:lnTo>
                  <a:pt x="7338859" y="1427041"/>
                </a:lnTo>
                <a:lnTo>
                  <a:pt x="8120395" y="973738"/>
                </a:lnTo>
                <a:close/>
                <a:moveTo>
                  <a:pt x="8970959" y="520437"/>
                </a:moveTo>
                <a:lnTo>
                  <a:pt x="8970959" y="1427040"/>
                </a:lnTo>
                <a:lnTo>
                  <a:pt x="9752511" y="973736"/>
                </a:lnTo>
                <a:close/>
                <a:moveTo>
                  <a:pt x="10567680" y="520437"/>
                </a:moveTo>
                <a:lnTo>
                  <a:pt x="9786128" y="973737"/>
                </a:lnTo>
                <a:lnTo>
                  <a:pt x="10567680" y="1427040"/>
                </a:lnTo>
                <a:close/>
                <a:moveTo>
                  <a:pt x="10603073" y="520436"/>
                </a:moveTo>
                <a:lnTo>
                  <a:pt x="10603073" y="1427037"/>
                </a:lnTo>
                <a:lnTo>
                  <a:pt x="11384626" y="973735"/>
                </a:lnTo>
                <a:close/>
                <a:moveTo>
                  <a:pt x="12199795" y="520436"/>
                </a:moveTo>
                <a:lnTo>
                  <a:pt x="11418245" y="973736"/>
                </a:lnTo>
                <a:lnTo>
                  <a:pt x="12199795" y="1427037"/>
                </a:lnTo>
                <a:close/>
                <a:moveTo>
                  <a:pt x="4042789" y="520431"/>
                </a:moveTo>
                <a:lnTo>
                  <a:pt x="3261236" y="973731"/>
                </a:lnTo>
                <a:lnTo>
                  <a:pt x="4042789" y="1427033"/>
                </a:lnTo>
                <a:close/>
                <a:moveTo>
                  <a:pt x="5673129" y="520430"/>
                </a:moveTo>
                <a:lnTo>
                  <a:pt x="4891576" y="973730"/>
                </a:lnTo>
                <a:lnTo>
                  <a:pt x="5673129" y="1427032"/>
                </a:lnTo>
                <a:close/>
                <a:moveTo>
                  <a:pt x="4076405" y="520430"/>
                </a:moveTo>
                <a:lnTo>
                  <a:pt x="4076405" y="1427032"/>
                </a:lnTo>
                <a:lnTo>
                  <a:pt x="4857958" y="973729"/>
                </a:lnTo>
                <a:close/>
                <a:moveTo>
                  <a:pt x="5708521" y="520429"/>
                </a:moveTo>
                <a:lnTo>
                  <a:pt x="5708521" y="1427030"/>
                </a:lnTo>
                <a:lnTo>
                  <a:pt x="6490069" y="973728"/>
                </a:lnTo>
                <a:close/>
                <a:moveTo>
                  <a:pt x="781554" y="520425"/>
                </a:moveTo>
                <a:lnTo>
                  <a:pt x="1" y="973726"/>
                </a:lnTo>
                <a:lnTo>
                  <a:pt x="781554" y="1427027"/>
                </a:lnTo>
                <a:close/>
                <a:moveTo>
                  <a:pt x="2411894" y="520424"/>
                </a:moveTo>
                <a:lnTo>
                  <a:pt x="1630341" y="973725"/>
                </a:lnTo>
                <a:lnTo>
                  <a:pt x="2411894" y="1427026"/>
                </a:lnTo>
                <a:close/>
                <a:moveTo>
                  <a:pt x="815170" y="520424"/>
                </a:moveTo>
                <a:lnTo>
                  <a:pt x="815170" y="1427026"/>
                </a:lnTo>
                <a:lnTo>
                  <a:pt x="1596723" y="973724"/>
                </a:lnTo>
                <a:close/>
                <a:moveTo>
                  <a:pt x="2447286" y="520423"/>
                </a:moveTo>
                <a:lnTo>
                  <a:pt x="2447286" y="1427024"/>
                </a:lnTo>
                <a:lnTo>
                  <a:pt x="3228839" y="973723"/>
                </a:lnTo>
                <a:close/>
                <a:moveTo>
                  <a:pt x="6523688" y="25693"/>
                </a:moveTo>
                <a:lnTo>
                  <a:pt x="6523688" y="932293"/>
                </a:lnTo>
                <a:lnTo>
                  <a:pt x="7305243" y="478993"/>
                </a:lnTo>
                <a:close/>
                <a:moveTo>
                  <a:pt x="8120394" y="25693"/>
                </a:moveTo>
                <a:lnTo>
                  <a:pt x="7338859" y="478992"/>
                </a:lnTo>
                <a:lnTo>
                  <a:pt x="8120394" y="932291"/>
                </a:lnTo>
                <a:close/>
                <a:moveTo>
                  <a:pt x="8154013" y="25692"/>
                </a:moveTo>
                <a:lnTo>
                  <a:pt x="8154013" y="932292"/>
                </a:lnTo>
                <a:lnTo>
                  <a:pt x="8935564" y="478992"/>
                </a:lnTo>
                <a:close/>
                <a:moveTo>
                  <a:pt x="9752510" y="25691"/>
                </a:moveTo>
                <a:lnTo>
                  <a:pt x="8970960" y="478990"/>
                </a:lnTo>
                <a:lnTo>
                  <a:pt x="9752510" y="932290"/>
                </a:lnTo>
                <a:close/>
                <a:moveTo>
                  <a:pt x="9786127" y="25691"/>
                </a:moveTo>
                <a:lnTo>
                  <a:pt x="9786127" y="932290"/>
                </a:lnTo>
                <a:lnTo>
                  <a:pt x="10567678" y="478990"/>
                </a:lnTo>
                <a:close/>
                <a:moveTo>
                  <a:pt x="11384626" y="25690"/>
                </a:moveTo>
                <a:lnTo>
                  <a:pt x="10603073" y="478989"/>
                </a:lnTo>
                <a:lnTo>
                  <a:pt x="11384626" y="932289"/>
                </a:lnTo>
                <a:close/>
                <a:moveTo>
                  <a:pt x="11418244" y="25689"/>
                </a:moveTo>
                <a:lnTo>
                  <a:pt x="11418244" y="932289"/>
                </a:lnTo>
                <a:lnTo>
                  <a:pt x="12199794" y="478989"/>
                </a:lnTo>
                <a:close/>
                <a:moveTo>
                  <a:pt x="3261235" y="25684"/>
                </a:moveTo>
                <a:lnTo>
                  <a:pt x="3261235" y="932284"/>
                </a:lnTo>
                <a:lnTo>
                  <a:pt x="4042787" y="478984"/>
                </a:lnTo>
                <a:close/>
                <a:moveTo>
                  <a:pt x="4857957" y="25684"/>
                </a:moveTo>
                <a:lnTo>
                  <a:pt x="4076405" y="478983"/>
                </a:lnTo>
                <a:lnTo>
                  <a:pt x="4857957" y="932283"/>
                </a:lnTo>
                <a:close/>
                <a:moveTo>
                  <a:pt x="4891576" y="25683"/>
                </a:moveTo>
                <a:lnTo>
                  <a:pt x="4891576" y="932283"/>
                </a:lnTo>
                <a:lnTo>
                  <a:pt x="5673128" y="478983"/>
                </a:lnTo>
                <a:close/>
                <a:moveTo>
                  <a:pt x="6490069" y="25682"/>
                </a:moveTo>
                <a:lnTo>
                  <a:pt x="5708521" y="478981"/>
                </a:lnTo>
                <a:lnTo>
                  <a:pt x="6490069" y="932282"/>
                </a:lnTo>
                <a:close/>
                <a:moveTo>
                  <a:pt x="0" y="25678"/>
                </a:moveTo>
                <a:lnTo>
                  <a:pt x="0" y="932279"/>
                </a:lnTo>
                <a:lnTo>
                  <a:pt x="781552" y="478978"/>
                </a:lnTo>
                <a:close/>
                <a:moveTo>
                  <a:pt x="1596722" y="25677"/>
                </a:moveTo>
                <a:lnTo>
                  <a:pt x="815170" y="478977"/>
                </a:lnTo>
                <a:lnTo>
                  <a:pt x="1596722" y="932278"/>
                </a:lnTo>
                <a:close/>
                <a:moveTo>
                  <a:pt x="1630341" y="25677"/>
                </a:moveTo>
                <a:lnTo>
                  <a:pt x="1630341" y="932278"/>
                </a:lnTo>
                <a:lnTo>
                  <a:pt x="2411893" y="478978"/>
                </a:lnTo>
                <a:close/>
                <a:moveTo>
                  <a:pt x="3228838" y="25676"/>
                </a:moveTo>
                <a:lnTo>
                  <a:pt x="2447286" y="478976"/>
                </a:lnTo>
                <a:lnTo>
                  <a:pt x="3228838" y="932276"/>
                </a:lnTo>
                <a:close/>
                <a:moveTo>
                  <a:pt x="8098742" y="12"/>
                </a:moveTo>
                <a:lnTo>
                  <a:pt x="6544450" y="12"/>
                </a:lnTo>
                <a:lnTo>
                  <a:pt x="7321607" y="445615"/>
                </a:lnTo>
                <a:close/>
                <a:moveTo>
                  <a:pt x="9729969" y="12"/>
                </a:moveTo>
                <a:lnTo>
                  <a:pt x="8175665" y="12"/>
                </a:lnTo>
                <a:lnTo>
                  <a:pt x="8952816" y="445615"/>
                </a:lnTo>
                <a:close/>
                <a:moveTo>
                  <a:pt x="11361201" y="12"/>
                </a:moveTo>
                <a:lnTo>
                  <a:pt x="9806891" y="12"/>
                </a:lnTo>
                <a:lnTo>
                  <a:pt x="10584048" y="445615"/>
                </a:lnTo>
                <a:close/>
                <a:moveTo>
                  <a:pt x="4835861" y="7"/>
                </a:moveTo>
                <a:lnTo>
                  <a:pt x="3281555" y="7"/>
                </a:lnTo>
                <a:lnTo>
                  <a:pt x="4058708" y="445610"/>
                </a:lnTo>
                <a:close/>
                <a:moveTo>
                  <a:pt x="6467087" y="6"/>
                </a:moveTo>
                <a:lnTo>
                  <a:pt x="4912784" y="6"/>
                </a:lnTo>
                <a:lnTo>
                  <a:pt x="5689937" y="445610"/>
                </a:lnTo>
                <a:close/>
                <a:moveTo>
                  <a:pt x="1574626" y="1"/>
                </a:moveTo>
                <a:lnTo>
                  <a:pt x="20320" y="1"/>
                </a:lnTo>
                <a:lnTo>
                  <a:pt x="797473" y="445605"/>
                </a:lnTo>
                <a:close/>
                <a:moveTo>
                  <a:pt x="3205855" y="0"/>
                </a:moveTo>
                <a:lnTo>
                  <a:pt x="1651549" y="0"/>
                </a:lnTo>
                <a:lnTo>
                  <a:pt x="2428702" y="445604"/>
                </a:lnTo>
                <a:close/>
                <a:moveTo>
                  <a:pt x="12191998" y="0"/>
                </a:moveTo>
                <a:lnTo>
                  <a:pt x="11438139" y="0"/>
                </a:lnTo>
                <a:lnTo>
                  <a:pt x="12191998" y="432248"/>
                </a:lnTo>
                <a:close/>
              </a:path>
            </a:pathLst>
          </a:custGeom>
          <a:noFill/>
          <a:ln w="635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7329119" y="33847"/>
            <a:ext cx="4862883" cy="6800245"/>
            <a:chOff x="7529493" y="1369453"/>
            <a:chExt cx="4662509" cy="6520045"/>
          </a:xfrm>
        </p:grpSpPr>
        <p:sp>
          <p:nvSpPr>
            <p:cNvPr id="18" name="Isosceles Triangle 17"/>
            <p:cNvSpPr/>
            <p:nvPr userDrawn="1"/>
          </p:nvSpPr>
          <p:spPr>
            <a:xfrm rot="16200000" flipH="1">
              <a:off x="11384041" y="5196892"/>
              <a:ext cx="867810" cy="74811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9" name="Isosceles Triangle 18"/>
            <p:cNvSpPr/>
            <p:nvPr userDrawn="1"/>
          </p:nvSpPr>
          <p:spPr>
            <a:xfrm rot="16200000" flipH="1">
              <a:off x="10600810" y="6610982"/>
              <a:ext cx="867810" cy="748112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0" name="Isosceles Triangle 19"/>
            <p:cNvSpPr/>
            <p:nvPr userDrawn="1"/>
          </p:nvSpPr>
          <p:spPr>
            <a:xfrm rot="16200000" flipH="1">
              <a:off x="9817579" y="7081537"/>
              <a:ext cx="867810" cy="74811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1" name="Isosceles Triangle 20"/>
            <p:cNvSpPr/>
            <p:nvPr userDrawn="1"/>
          </p:nvSpPr>
          <p:spPr>
            <a:xfrm rot="16200000" flipH="1">
              <a:off x="9034349" y="5668804"/>
              <a:ext cx="867810" cy="748112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2" name="Isosceles Triangle 21"/>
            <p:cNvSpPr/>
            <p:nvPr userDrawn="1"/>
          </p:nvSpPr>
          <p:spPr>
            <a:xfrm rot="16200000" flipH="1">
              <a:off x="11384040" y="2365595"/>
              <a:ext cx="867810" cy="74811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3" name="Isosceles Triangle 22"/>
            <p:cNvSpPr/>
            <p:nvPr userDrawn="1"/>
          </p:nvSpPr>
          <p:spPr>
            <a:xfrm rot="16200000" flipH="1">
              <a:off x="9817579" y="1429302"/>
              <a:ext cx="867810" cy="74811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4" name="Isosceles Triangle 23"/>
            <p:cNvSpPr/>
            <p:nvPr userDrawn="1"/>
          </p:nvSpPr>
          <p:spPr>
            <a:xfrm rot="16200000" flipH="1">
              <a:off x="7469644" y="3786694"/>
              <a:ext cx="867810" cy="748112"/>
            </a:xfrm>
            <a:prstGeom prst="triangle">
              <a:avLst/>
            </a:prstGeom>
            <a:solidFill>
              <a:schemeClr val="accent3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5" name="Isosceles Triangle 24"/>
            <p:cNvSpPr/>
            <p:nvPr userDrawn="1"/>
          </p:nvSpPr>
          <p:spPr>
            <a:xfrm rot="16200000" flipH="1">
              <a:off x="9034351" y="2841639"/>
              <a:ext cx="867810" cy="748112"/>
            </a:xfrm>
            <a:prstGeom prst="triangle">
              <a:avLst/>
            </a:prstGeom>
            <a:solidFill>
              <a:schemeClr val="accent3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6" name="Isosceles Triangle 25"/>
            <p:cNvSpPr/>
            <p:nvPr userDrawn="1"/>
          </p:nvSpPr>
          <p:spPr>
            <a:xfrm rot="16200000" flipH="1">
              <a:off x="9817581" y="4252938"/>
              <a:ext cx="867810" cy="748112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27" name="Rectangle 2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2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 hasCustomPrompt="1"/>
          </p:nvPr>
        </p:nvSpPr>
        <p:spPr>
          <a:xfrm>
            <a:off x="7181919" y="0"/>
            <a:ext cx="3524864" cy="4026310"/>
          </a:xfrm>
          <a:custGeom>
            <a:avLst/>
            <a:gdLst>
              <a:gd name="connsiteX0" fmla="*/ 0 w 3524864"/>
              <a:gd name="connsiteY0" fmla="*/ 0 h 4026310"/>
              <a:gd name="connsiteX1" fmla="*/ 3524864 w 3524864"/>
              <a:gd name="connsiteY1" fmla="*/ 0 h 4026310"/>
              <a:gd name="connsiteX2" fmla="*/ 3524864 w 3524864"/>
              <a:gd name="connsiteY2" fmla="*/ 4026310 h 4026310"/>
              <a:gd name="connsiteX3" fmla="*/ 0 w 3524864"/>
              <a:gd name="connsiteY3" fmla="*/ 4026310 h 4026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864" h="4026310">
                <a:moveTo>
                  <a:pt x="0" y="0"/>
                </a:moveTo>
                <a:lnTo>
                  <a:pt x="3524864" y="0"/>
                </a:lnTo>
                <a:lnTo>
                  <a:pt x="3524864" y="4026310"/>
                </a:lnTo>
                <a:lnTo>
                  <a:pt x="0" y="402631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675307" y="465269"/>
            <a:ext cx="2108758" cy="400110"/>
            <a:chOff x="675307" y="465269"/>
            <a:chExt cx="2108758" cy="400110"/>
          </a:xfrm>
        </p:grpSpPr>
        <p:grpSp>
          <p:nvGrpSpPr>
            <p:cNvPr id="3" name="Group 2"/>
            <p:cNvGrpSpPr/>
            <p:nvPr/>
          </p:nvGrpSpPr>
          <p:grpSpPr>
            <a:xfrm>
              <a:off x="675307" y="498305"/>
              <a:ext cx="343838" cy="287946"/>
              <a:chOff x="656543" y="153248"/>
              <a:chExt cx="2054797" cy="1720781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656543" y="153248"/>
                <a:ext cx="2054797" cy="1720775"/>
                <a:chOff x="656543" y="153248"/>
                <a:chExt cx="2054797" cy="1720775"/>
              </a:xfrm>
            </p:grpSpPr>
            <p:sp>
              <p:nvSpPr>
                <p:cNvPr id="9" name="Isosceles Triangle 8"/>
                <p:cNvSpPr/>
                <p:nvPr/>
              </p:nvSpPr>
              <p:spPr>
                <a:xfrm>
                  <a:off x="656543" y="153248"/>
                  <a:ext cx="964146" cy="831160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grpSp>
              <p:nvGrpSpPr>
                <p:cNvPr id="10" name="Group 9"/>
                <p:cNvGrpSpPr/>
                <p:nvPr/>
              </p:nvGrpSpPr>
              <p:grpSpPr>
                <a:xfrm>
                  <a:off x="656543" y="1042863"/>
                  <a:ext cx="2054797" cy="831160"/>
                  <a:chOff x="656543" y="1042863"/>
                  <a:chExt cx="2054797" cy="831160"/>
                </a:xfrm>
              </p:grpSpPr>
              <p:sp>
                <p:nvSpPr>
                  <p:cNvPr id="11" name="Isosceles Triangle 10"/>
                  <p:cNvSpPr/>
                  <p:nvPr/>
                </p:nvSpPr>
                <p:spPr>
                  <a:xfrm rot="10800000">
                    <a:off x="656543" y="1042863"/>
                    <a:ext cx="964145" cy="831160"/>
                  </a:xfrm>
                  <a:prstGeom prst="triangl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2" name="Isosceles Triangle 11"/>
                  <p:cNvSpPr/>
                  <p:nvPr/>
                </p:nvSpPr>
                <p:spPr>
                  <a:xfrm rot="10800000">
                    <a:off x="1747194" y="1042864"/>
                    <a:ext cx="964146" cy="831159"/>
                  </a:xfrm>
                  <a:prstGeom prst="triangl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6" name="Group 5"/>
              <p:cNvGrpSpPr/>
              <p:nvPr/>
            </p:nvGrpSpPr>
            <p:grpSpPr>
              <a:xfrm rot="16200000">
                <a:off x="823553" y="531567"/>
                <a:ext cx="1720779" cy="964145"/>
                <a:chOff x="6458550" y="1508208"/>
                <a:chExt cx="1985075" cy="1112229"/>
              </a:xfrm>
            </p:grpSpPr>
            <p:sp>
              <p:nvSpPr>
                <p:cNvPr id="7" name="Isosceles Triangle 6"/>
                <p:cNvSpPr/>
                <p:nvPr/>
              </p:nvSpPr>
              <p:spPr>
                <a:xfrm rot="16200000" flipH="1">
                  <a:off x="7408101" y="1584913"/>
                  <a:ext cx="1112227" cy="958820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8" name="Isosceles Triangle 7"/>
                <p:cNvSpPr/>
                <p:nvPr/>
              </p:nvSpPr>
              <p:spPr>
                <a:xfrm rot="5400000" flipH="1">
                  <a:off x="6381845" y="1584913"/>
                  <a:ext cx="1112229" cy="958819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sp>
          <p:nvSpPr>
            <p:cNvPr id="4" name="TextBox 3"/>
            <p:cNvSpPr txBox="1"/>
            <p:nvPr/>
          </p:nvSpPr>
          <p:spPr>
            <a:xfrm>
              <a:off x="1084618" y="465269"/>
              <a:ext cx="16994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G</a:t>
              </a:r>
              <a:r>
                <a:rPr lang="en-US" sz="2000" b="1" dirty="0">
                  <a:solidFill>
                    <a:schemeClr val="accent1"/>
                  </a:solidFill>
                  <a:latin typeface="Century Gothic" panose="020B0502020202020204" pitchFamily="34" charset="0"/>
                </a:rPr>
                <a:t>e</a:t>
              </a:r>
              <a:r>
                <a:rPr lang="en-US" sz="20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o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logic</a:t>
              </a:r>
              <a:endParaRPr lang="id-ID" sz="2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64140" y="2641734"/>
            <a:ext cx="2690953" cy="2319790"/>
          </a:xfrm>
          <a:custGeom>
            <a:avLst/>
            <a:gdLst>
              <a:gd name="connsiteX0" fmla="*/ 1345476 w 2690953"/>
              <a:gd name="connsiteY0" fmla="*/ 0 h 2319790"/>
              <a:gd name="connsiteX1" fmla="*/ 2690953 w 2690953"/>
              <a:gd name="connsiteY1" fmla="*/ 2319790 h 2319790"/>
              <a:gd name="connsiteX2" fmla="*/ 0 w 2690953"/>
              <a:gd name="connsiteY2" fmla="*/ 2319790 h 231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0953" h="2319790">
                <a:moveTo>
                  <a:pt x="1345476" y="0"/>
                </a:moveTo>
                <a:lnTo>
                  <a:pt x="2690953" y="2319790"/>
                </a:lnTo>
                <a:lnTo>
                  <a:pt x="0" y="231979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2309617" y="1896478"/>
            <a:ext cx="3555451" cy="3065047"/>
          </a:xfrm>
          <a:custGeom>
            <a:avLst/>
            <a:gdLst>
              <a:gd name="connsiteX0" fmla="*/ 1777725 w 3555451"/>
              <a:gd name="connsiteY0" fmla="*/ 0 h 3065047"/>
              <a:gd name="connsiteX1" fmla="*/ 3555451 w 3555451"/>
              <a:gd name="connsiteY1" fmla="*/ 3065047 h 3065047"/>
              <a:gd name="connsiteX2" fmla="*/ 0 w 3555451"/>
              <a:gd name="connsiteY2" fmla="*/ 3065047 h 306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5451" h="3065047">
                <a:moveTo>
                  <a:pt x="1777725" y="0"/>
                </a:moveTo>
                <a:lnTo>
                  <a:pt x="3555451" y="3065047"/>
                </a:lnTo>
                <a:lnTo>
                  <a:pt x="0" y="3065047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5020243" y="1220500"/>
            <a:ext cx="2151514" cy="2151514"/>
          </a:xfrm>
          <a:custGeom>
            <a:avLst/>
            <a:gdLst>
              <a:gd name="connsiteX0" fmla="*/ 0 w 2151514"/>
              <a:gd name="connsiteY0" fmla="*/ 0 h 2151514"/>
              <a:gd name="connsiteX1" fmla="*/ 2151514 w 2151514"/>
              <a:gd name="connsiteY1" fmla="*/ 0 h 2151514"/>
              <a:gd name="connsiteX2" fmla="*/ 2151514 w 2151514"/>
              <a:gd name="connsiteY2" fmla="*/ 2151514 h 2151514"/>
              <a:gd name="connsiteX3" fmla="*/ 0 w 2151514"/>
              <a:gd name="connsiteY3" fmla="*/ 2151514 h 215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1514" h="2151514">
                <a:moveTo>
                  <a:pt x="0" y="0"/>
                </a:moveTo>
                <a:lnTo>
                  <a:pt x="2151514" y="0"/>
                </a:lnTo>
                <a:lnTo>
                  <a:pt x="2151514" y="2151514"/>
                </a:lnTo>
                <a:lnTo>
                  <a:pt x="0" y="215151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2136177" y="2069515"/>
            <a:ext cx="1470766" cy="1267904"/>
          </a:xfrm>
          <a:custGeom>
            <a:avLst/>
            <a:gdLst>
              <a:gd name="connsiteX0" fmla="*/ 735383 w 1470766"/>
              <a:gd name="connsiteY0" fmla="*/ 0 h 1267904"/>
              <a:gd name="connsiteX1" fmla="*/ 1470766 w 1470766"/>
              <a:gd name="connsiteY1" fmla="*/ 1267904 h 1267904"/>
              <a:gd name="connsiteX2" fmla="*/ 0 w 1470766"/>
              <a:gd name="connsiteY2" fmla="*/ 1267904 h 126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766" h="1267904">
                <a:moveTo>
                  <a:pt x="735383" y="0"/>
                </a:moveTo>
                <a:lnTo>
                  <a:pt x="1470766" y="1267904"/>
                </a:lnTo>
                <a:lnTo>
                  <a:pt x="0" y="126790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 hasCustomPrompt="1"/>
          </p:nvPr>
        </p:nvSpPr>
        <p:spPr>
          <a:xfrm>
            <a:off x="5360618" y="2069515"/>
            <a:ext cx="1470766" cy="1267904"/>
          </a:xfrm>
          <a:custGeom>
            <a:avLst/>
            <a:gdLst>
              <a:gd name="connsiteX0" fmla="*/ 735383 w 1470766"/>
              <a:gd name="connsiteY0" fmla="*/ 0 h 1267904"/>
              <a:gd name="connsiteX1" fmla="*/ 1470766 w 1470766"/>
              <a:gd name="connsiteY1" fmla="*/ 1267904 h 1267904"/>
              <a:gd name="connsiteX2" fmla="*/ 0 w 1470766"/>
              <a:gd name="connsiteY2" fmla="*/ 1267904 h 126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766" h="1267904">
                <a:moveTo>
                  <a:pt x="735383" y="0"/>
                </a:moveTo>
                <a:lnTo>
                  <a:pt x="1470766" y="1267904"/>
                </a:lnTo>
                <a:lnTo>
                  <a:pt x="0" y="126790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 hasCustomPrompt="1"/>
          </p:nvPr>
        </p:nvSpPr>
        <p:spPr>
          <a:xfrm>
            <a:off x="8585059" y="2069515"/>
            <a:ext cx="1470766" cy="1267904"/>
          </a:xfrm>
          <a:custGeom>
            <a:avLst/>
            <a:gdLst>
              <a:gd name="connsiteX0" fmla="*/ 735383 w 1470766"/>
              <a:gd name="connsiteY0" fmla="*/ 0 h 1267904"/>
              <a:gd name="connsiteX1" fmla="*/ 1470766 w 1470766"/>
              <a:gd name="connsiteY1" fmla="*/ 1267904 h 1267904"/>
              <a:gd name="connsiteX2" fmla="*/ 0 w 1470766"/>
              <a:gd name="connsiteY2" fmla="*/ 1267904 h 126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766" h="1267904">
                <a:moveTo>
                  <a:pt x="735383" y="0"/>
                </a:moveTo>
                <a:lnTo>
                  <a:pt x="1470766" y="1267904"/>
                </a:lnTo>
                <a:lnTo>
                  <a:pt x="0" y="126790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5" hasCustomPrompt="1"/>
          </p:nvPr>
        </p:nvSpPr>
        <p:spPr>
          <a:xfrm>
            <a:off x="6968990" y="4026767"/>
            <a:ext cx="1470766" cy="1267904"/>
          </a:xfrm>
          <a:custGeom>
            <a:avLst/>
            <a:gdLst>
              <a:gd name="connsiteX0" fmla="*/ 735383 w 1470766"/>
              <a:gd name="connsiteY0" fmla="*/ 0 h 1267904"/>
              <a:gd name="connsiteX1" fmla="*/ 1470766 w 1470766"/>
              <a:gd name="connsiteY1" fmla="*/ 1267904 h 1267904"/>
              <a:gd name="connsiteX2" fmla="*/ 0 w 1470766"/>
              <a:gd name="connsiteY2" fmla="*/ 1267904 h 126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766" h="1267904">
                <a:moveTo>
                  <a:pt x="735383" y="0"/>
                </a:moveTo>
                <a:lnTo>
                  <a:pt x="1470766" y="1267904"/>
                </a:lnTo>
                <a:lnTo>
                  <a:pt x="0" y="126790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6" hasCustomPrompt="1"/>
          </p:nvPr>
        </p:nvSpPr>
        <p:spPr>
          <a:xfrm>
            <a:off x="3752245" y="4026767"/>
            <a:ext cx="1470766" cy="1267904"/>
          </a:xfrm>
          <a:custGeom>
            <a:avLst/>
            <a:gdLst>
              <a:gd name="connsiteX0" fmla="*/ 735383 w 1470766"/>
              <a:gd name="connsiteY0" fmla="*/ 0 h 1267904"/>
              <a:gd name="connsiteX1" fmla="*/ 1470766 w 1470766"/>
              <a:gd name="connsiteY1" fmla="*/ 1267904 h 1267904"/>
              <a:gd name="connsiteX2" fmla="*/ 0 w 1470766"/>
              <a:gd name="connsiteY2" fmla="*/ 1267904 h 126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766" h="1267904">
                <a:moveTo>
                  <a:pt x="735383" y="0"/>
                </a:moveTo>
                <a:lnTo>
                  <a:pt x="1470766" y="1267904"/>
                </a:lnTo>
                <a:lnTo>
                  <a:pt x="0" y="126790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3079746" y="1995908"/>
            <a:ext cx="3389810" cy="3389810"/>
          </a:xfrm>
          <a:custGeom>
            <a:avLst/>
            <a:gdLst>
              <a:gd name="connsiteX0" fmla="*/ 0 w 3389810"/>
              <a:gd name="connsiteY0" fmla="*/ 0 h 3389810"/>
              <a:gd name="connsiteX1" fmla="*/ 3389810 w 3389810"/>
              <a:gd name="connsiteY1" fmla="*/ 901090 h 3389810"/>
              <a:gd name="connsiteX2" fmla="*/ 901090 w 3389810"/>
              <a:gd name="connsiteY2" fmla="*/ 3389810 h 338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89810" h="3389810">
                <a:moveTo>
                  <a:pt x="0" y="0"/>
                </a:moveTo>
                <a:lnTo>
                  <a:pt x="3389810" y="901090"/>
                </a:lnTo>
                <a:lnTo>
                  <a:pt x="901090" y="338981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5722444" y="2424262"/>
            <a:ext cx="3389810" cy="3389810"/>
          </a:xfrm>
          <a:custGeom>
            <a:avLst/>
            <a:gdLst>
              <a:gd name="connsiteX0" fmla="*/ 2488721 w 3389810"/>
              <a:gd name="connsiteY0" fmla="*/ 0 h 3389810"/>
              <a:gd name="connsiteX1" fmla="*/ 3389810 w 3389810"/>
              <a:gd name="connsiteY1" fmla="*/ 3389810 h 3389810"/>
              <a:gd name="connsiteX2" fmla="*/ 0 w 3389810"/>
              <a:gd name="connsiteY2" fmla="*/ 2488721 h 338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89810" h="3389810">
                <a:moveTo>
                  <a:pt x="2488721" y="0"/>
                </a:moveTo>
                <a:lnTo>
                  <a:pt x="3389810" y="3389810"/>
                </a:lnTo>
                <a:lnTo>
                  <a:pt x="0" y="248872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064775"/>
            <a:ext cx="4064000" cy="2396613"/>
          </a:xfrm>
          <a:custGeom>
            <a:avLst/>
            <a:gdLst>
              <a:gd name="connsiteX0" fmla="*/ 0 w 4064000"/>
              <a:gd name="connsiteY0" fmla="*/ 0 h 2396613"/>
              <a:gd name="connsiteX1" fmla="*/ 4064000 w 4064000"/>
              <a:gd name="connsiteY1" fmla="*/ 0 h 2396613"/>
              <a:gd name="connsiteX2" fmla="*/ 4064000 w 4064000"/>
              <a:gd name="connsiteY2" fmla="*/ 2396613 h 2396613"/>
              <a:gd name="connsiteX3" fmla="*/ 0 w 4064000"/>
              <a:gd name="connsiteY3" fmla="*/ 2396613 h 2396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2396613">
                <a:moveTo>
                  <a:pt x="0" y="0"/>
                </a:moveTo>
                <a:lnTo>
                  <a:pt x="4064000" y="0"/>
                </a:lnTo>
                <a:lnTo>
                  <a:pt x="4064000" y="2396613"/>
                </a:lnTo>
                <a:lnTo>
                  <a:pt x="0" y="239661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 hasCustomPrompt="1"/>
          </p:nvPr>
        </p:nvSpPr>
        <p:spPr>
          <a:xfrm>
            <a:off x="8128000" y="2064775"/>
            <a:ext cx="4064000" cy="2396613"/>
          </a:xfrm>
          <a:custGeom>
            <a:avLst/>
            <a:gdLst>
              <a:gd name="connsiteX0" fmla="*/ 0 w 4064000"/>
              <a:gd name="connsiteY0" fmla="*/ 0 h 2396613"/>
              <a:gd name="connsiteX1" fmla="*/ 4064000 w 4064000"/>
              <a:gd name="connsiteY1" fmla="*/ 0 h 2396613"/>
              <a:gd name="connsiteX2" fmla="*/ 4064000 w 4064000"/>
              <a:gd name="connsiteY2" fmla="*/ 2396613 h 2396613"/>
              <a:gd name="connsiteX3" fmla="*/ 0 w 4064000"/>
              <a:gd name="connsiteY3" fmla="*/ 2396613 h 2396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2396613">
                <a:moveTo>
                  <a:pt x="0" y="0"/>
                </a:moveTo>
                <a:lnTo>
                  <a:pt x="4064000" y="0"/>
                </a:lnTo>
                <a:lnTo>
                  <a:pt x="4064000" y="2396613"/>
                </a:lnTo>
                <a:lnTo>
                  <a:pt x="0" y="239661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4" hasCustomPrompt="1"/>
          </p:nvPr>
        </p:nvSpPr>
        <p:spPr>
          <a:xfrm>
            <a:off x="4064000" y="4461388"/>
            <a:ext cx="4064000" cy="2396613"/>
          </a:xfrm>
          <a:custGeom>
            <a:avLst/>
            <a:gdLst>
              <a:gd name="connsiteX0" fmla="*/ 0 w 4064000"/>
              <a:gd name="connsiteY0" fmla="*/ 0 h 2396613"/>
              <a:gd name="connsiteX1" fmla="*/ 4064000 w 4064000"/>
              <a:gd name="connsiteY1" fmla="*/ 0 h 2396613"/>
              <a:gd name="connsiteX2" fmla="*/ 4064000 w 4064000"/>
              <a:gd name="connsiteY2" fmla="*/ 2396613 h 2396613"/>
              <a:gd name="connsiteX3" fmla="*/ 0 w 4064000"/>
              <a:gd name="connsiteY3" fmla="*/ 2396613 h 2396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2396613">
                <a:moveTo>
                  <a:pt x="0" y="0"/>
                </a:moveTo>
                <a:lnTo>
                  <a:pt x="4064000" y="0"/>
                </a:lnTo>
                <a:lnTo>
                  <a:pt x="4064000" y="2396613"/>
                </a:lnTo>
                <a:lnTo>
                  <a:pt x="0" y="239661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675307" y="465269"/>
            <a:ext cx="2108758" cy="400110"/>
            <a:chOff x="675307" y="465269"/>
            <a:chExt cx="2108758" cy="400110"/>
          </a:xfrm>
        </p:grpSpPr>
        <p:grpSp>
          <p:nvGrpSpPr>
            <p:cNvPr id="6" name="Group 5"/>
            <p:cNvGrpSpPr/>
            <p:nvPr/>
          </p:nvGrpSpPr>
          <p:grpSpPr>
            <a:xfrm>
              <a:off x="675307" y="498305"/>
              <a:ext cx="343838" cy="287946"/>
              <a:chOff x="656543" y="153248"/>
              <a:chExt cx="2054797" cy="1720781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656543" y="153248"/>
                <a:ext cx="2054797" cy="1720775"/>
                <a:chOff x="656543" y="153248"/>
                <a:chExt cx="2054797" cy="1720775"/>
              </a:xfrm>
            </p:grpSpPr>
            <p:sp>
              <p:nvSpPr>
                <p:cNvPr id="12" name="Isosceles Triangle 11"/>
                <p:cNvSpPr/>
                <p:nvPr/>
              </p:nvSpPr>
              <p:spPr>
                <a:xfrm>
                  <a:off x="656543" y="153248"/>
                  <a:ext cx="964146" cy="831160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grpSp>
              <p:nvGrpSpPr>
                <p:cNvPr id="13" name="Group 12"/>
                <p:cNvGrpSpPr/>
                <p:nvPr/>
              </p:nvGrpSpPr>
              <p:grpSpPr>
                <a:xfrm>
                  <a:off x="656543" y="1042863"/>
                  <a:ext cx="2054797" cy="831160"/>
                  <a:chOff x="656543" y="1042863"/>
                  <a:chExt cx="2054797" cy="831160"/>
                </a:xfrm>
              </p:grpSpPr>
              <p:sp>
                <p:nvSpPr>
                  <p:cNvPr id="14" name="Isosceles Triangle 13"/>
                  <p:cNvSpPr/>
                  <p:nvPr/>
                </p:nvSpPr>
                <p:spPr>
                  <a:xfrm rot="10800000">
                    <a:off x="656543" y="1042863"/>
                    <a:ext cx="964145" cy="831160"/>
                  </a:xfrm>
                  <a:prstGeom prst="triangl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15" name="Isosceles Triangle 14"/>
                  <p:cNvSpPr/>
                  <p:nvPr/>
                </p:nvSpPr>
                <p:spPr>
                  <a:xfrm rot="10800000">
                    <a:off x="1747194" y="1042864"/>
                    <a:ext cx="964146" cy="831159"/>
                  </a:xfrm>
                  <a:prstGeom prst="triangl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9" name="Group 8"/>
              <p:cNvGrpSpPr/>
              <p:nvPr/>
            </p:nvGrpSpPr>
            <p:grpSpPr>
              <a:xfrm rot="16200000">
                <a:off x="823553" y="531567"/>
                <a:ext cx="1720779" cy="964145"/>
                <a:chOff x="6458550" y="1508208"/>
                <a:chExt cx="1985075" cy="1112229"/>
              </a:xfrm>
            </p:grpSpPr>
            <p:sp>
              <p:nvSpPr>
                <p:cNvPr id="10" name="Isosceles Triangle 9"/>
                <p:cNvSpPr/>
                <p:nvPr/>
              </p:nvSpPr>
              <p:spPr>
                <a:xfrm rot="16200000" flipH="1">
                  <a:off x="7408101" y="1584913"/>
                  <a:ext cx="1112227" cy="958820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11" name="Isosceles Triangle 10"/>
                <p:cNvSpPr/>
                <p:nvPr/>
              </p:nvSpPr>
              <p:spPr>
                <a:xfrm rot="5400000" flipH="1">
                  <a:off x="6381845" y="1584913"/>
                  <a:ext cx="1112229" cy="958819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sp>
          <p:nvSpPr>
            <p:cNvPr id="7" name="TextBox 6"/>
            <p:cNvSpPr txBox="1"/>
            <p:nvPr/>
          </p:nvSpPr>
          <p:spPr>
            <a:xfrm>
              <a:off x="1084618" y="465269"/>
              <a:ext cx="16994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G</a:t>
              </a:r>
              <a:r>
                <a:rPr lang="en-US" sz="2000" b="1" dirty="0">
                  <a:solidFill>
                    <a:schemeClr val="accent1"/>
                  </a:solidFill>
                  <a:latin typeface="Century Gothic" panose="020B0502020202020204" pitchFamily="34" charset="0"/>
                </a:rPr>
                <a:t>e</a:t>
              </a:r>
              <a:r>
                <a:rPr lang="en-US" sz="20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o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logic</a:t>
              </a:r>
              <a:endParaRPr lang="id-ID" sz="2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0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5783364" y="3510201"/>
            <a:ext cx="3053103" cy="2653153"/>
          </a:xfrm>
          <a:custGeom>
            <a:avLst/>
            <a:gdLst>
              <a:gd name="connsiteX0" fmla="*/ 0 w 3053103"/>
              <a:gd name="connsiteY0" fmla="*/ 0 h 2653153"/>
              <a:gd name="connsiteX1" fmla="*/ 3053103 w 3053103"/>
              <a:gd name="connsiteY1" fmla="*/ 6059 h 2653153"/>
              <a:gd name="connsiteX2" fmla="*/ 1531799 w 3053103"/>
              <a:gd name="connsiteY2" fmla="*/ 2653153 h 2653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3103" h="2653153">
                <a:moveTo>
                  <a:pt x="0" y="0"/>
                </a:moveTo>
                <a:lnTo>
                  <a:pt x="3053103" y="6059"/>
                </a:lnTo>
                <a:lnTo>
                  <a:pt x="1531799" y="265315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63500">
            <a:solidFill>
              <a:schemeClr val="bg1"/>
            </a:solidFill>
          </a:ln>
          <a:effectLst>
            <a:outerShdw blurRad="1270000" dist="381000" dir="5400000" sx="90000" sy="90000" algn="t" rotWithShape="0">
              <a:prstClr val="black">
                <a:alpha val="22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7692866" y="2831775"/>
            <a:ext cx="3053103" cy="2653153"/>
          </a:xfrm>
          <a:custGeom>
            <a:avLst/>
            <a:gdLst>
              <a:gd name="connsiteX0" fmla="*/ 0 w 3053103"/>
              <a:gd name="connsiteY0" fmla="*/ 0 h 2653153"/>
              <a:gd name="connsiteX1" fmla="*/ 3053103 w 3053103"/>
              <a:gd name="connsiteY1" fmla="*/ 6059 h 2653153"/>
              <a:gd name="connsiteX2" fmla="*/ 1531799 w 3053103"/>
              <a:gd name="connsiteY2" fmla="*/ 2653153 h 2653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3103" h="2653153">
                <a:moveTo>
                  <a:pt x="0" y="0"/>
                </a:moveTo>
                <a:lnTo>
                  <a:pt x="3053103" y="6059"/>
                </a:lnTo>
                <a:lnTo>
                  <a:pt x="1531799" y="265315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63500">
            <a:solidFill>
              <a:schemeClr val="bg1"/>
            </a:solidFill>
          </a:ln>
          <a:effectLst>
            <a:outerShdw blurRad="1270000" dist="381000" dir="5400000" sx="90000" sy="90000" algn="t" rotWithShape="0">
              <a:prstClr val="black">
                <a:alpha val="22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6188531" y="1651902"/>
            <a:ext cx="3053103" cy="2653154"/>
          </a:xfrm>
          <a:custGeom>
            <a:avLst/>
            <a:gdLst>
              <a:gd name="connsiteX0" fmla="*/ 0 w 3053103"/>
              <a:gd name="connsiteY0" fmla="*/ 0 h 2653154"/>
              <a:gd name="connsiteX1" fmla="*/ 3053103 w 3053103"/>
              <a:gd name="connsiteY1" fmla="*/ 6060 h 2653154"/>
              <a:gd name="connsiteX2" fmla="*/ 1531799 w 3053103"/>
              <a:gd name="connsiteY2" fmla="*/ 2653154 h 265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3103" h="2653154">
                <a:moveTo>
                  <a:pt x="0" y="0"/>
                </a:moveTo>
                <a:lnTo>
                  <a:pt x="3053103" y="6060"/>
                </a:lnTo>
                <a:lnTo>
                  <a:pt x="1531799" y="265315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63500">
            <a:solidFill>
              <a:schemeClr val="bg1"/>
            </a:solidFill>
          </a:ln>
          <a:effectLst>
            <a:outerShdw blurRad="1270000" dist="381000" dir="5400000" sx="90000" sy="90000" algn="t" rotWithShape="0">
              <a:prstClr val="black">
                <a:alpha val="22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7823067" y="862759"/>
            <a:ext cx="3492745" cy="3035204"/>
          </a:xfrm>
          <a:custGeom>
            <a:avLst/>
            <a:gdLst>
              <a:gd name="connsiteX0" fmla="*/ 0 w 3492745"/>
              <a:gd name="connsiteY0" fmla="*/ 0 h 3035204"/>
              <a:gd name="connsiteX1" fmla="*/ 3492745 w 3492745"/>
              <a:gd name="connsiteY1" fmla="*/ 6932 h 3035204"/>
              <a:gd name="connsiteX2" fmla="*/ 1752376 w 3492745"/>
              <a:gd name="connsiteY2" fmla="*/ 3035204 h 303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92745" h="3035204">
                <a:moveTo>
                  <a:pt x="0" y="0"/>
                </a:moveTo>
                <a:lnTo>
                  <a:pt x="3492745" y="6932"/>
                </a:lnTo>
                <a:lnTo>
                  <a:pt x="1752376" y="303520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ln w="63500">
            <a:solidFill>
              <a:schemeClr val="bg1"/>
            </a:solidFill>
          </a:ln>
          <a:effectLst>
            <a:outerShdw blurRad="1270000" dist="381000" dir="5400000" sx="90000" sy="90000" algn="t" rotWithShape="0">
              <a:prstClr val="black">
                <a:alpha val="22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1" nodeType="withEffect">
                                  <p:stCondLst>
                                    <p:cond delay="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3" grpId="0" animBg="1"/>
      <p:bldP spid="13" grpId="1" animBg="1"/>
      <p:bldP spid="11" grpId="0" animBg="1"/>
      <p:bldP spid="11" grpId="1" animBg="1"/>
      <p:bldP spid="12" grpId="0" animBg="1"/>
      <p:bldP spid="12" grpId="1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2659859" y="0"/>
            <a:ext cx="9532141" cy="6858000"/>
          </a:xfrm>
          <a:custGeom>
            <a:avLst/>
            <a:gdLst>
              <a:gd name="connsiteX0" fmla="*/ 3985732 w 9532141"/>
              <a:gd name="connsiteY0" fmla="*/ 0 h 6858000"/>
              <a:gd name="connsiteX1" fmla="*/ 9532141 w 9532141"/>
              <a:gd name="connsiteY1" fmla="*/ 0 h 6858000"/>
              <a:gd name="connsiteX2" fmla="*/ 5546409 w 9532141"/>
              <a:gd name="connsiteY2" fmla="*/ 6858000 h 6858000"/>
              <a:gd name="connsiteX3" fmla="*/ 0 w 953214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32141" h="6858000">
                <a:moveTo>
                  <a:pt x="3985732" y="0"/>
                </a:moveTo>
                <a:lnTo>
                  <a:pt x="9532141" y="0"/>
                </a:lnTo>
                <a:lnTo>
                  <a:pt x="554640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3052916"/>
            <a:ext cx="2438400" cy="3805084"/>
          </a:xfrm>
          <a:custGeom>
            <a:avLst/>
            <a:gdLst>
              <a:gd name="connsiteX0" fmla="*/ 0 w 2438400"/>
              <a:gd name="connsiteY0" fmla="*/ 0 h 3805084"/>
              <a:gd name="connsiteX1" fmla="*/ 2438400 w 2438400"/>
              <a:gd name="connsiteY1" fmla="*/ 0 h 3805084"/>
              <a:gd name="connsiteX2" fmla="*/ 2438400 w 2438400"/>
              <a:gd name="connsiteY2" fmla="*/ 3805084 h 3805084"/>
              <a:gd name="connsiteX3" fmla="*/ 0 w 2438400"/>
              <a:gd name="connsiteY3" fmla="*/ 3805084 h 3805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3805084">
                <a:moveTo>
                  <a:pt x="0" y="0"/>
                </a:moveTo>
                <a:lnTo>
                  <a:pt x="2438400" y="0"/>
                </a:lnTo>
                <a:lnTo>
                  <a:pt x="2438400" y="3805084"/>
                </a:lnTo>
                <a:lnTo>
                  <a:pt x="0" y="380508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8" hasCustomPrompt="1"/>
          </p:nvPr>
        </p:nvSpPr>
        <p:spPr>
          <a:xfrm>
            <a:off x="2438400" y="4527755"/>
            <a:ext cx="2438400" cy="2330245"/>
          </a:xfrm>
          <a:custGeom>
            <a:avLst/>
            <a:gdLst>
              <a:gd name="connsiteX0" fmla="*/ 0 w 2438400"/>
              <a:gd name="connsiteY0" fmla="*/ 0 h 2330245"/>
              <a:gd name="connsiteX1" fmla="*/ 2438400 w 2438400"/>
              <a:gd name="connsiteY1" fmla="*/ 0 h 2330245"/>
              <a:gd name="connsiteX2" fmla="*/ 2438400 w 2438400"/>
              <a:gd name="connsiteY2" fmla="*/ 2330245 h 2330245"/>
              <a:gd name="connsiteX3" fmla="*/ 0 w 2438400"/>
              <a:gd name="connsiteY3" fmla="*/ 2330245 h 2330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2330245">
                <a:moveTo>
                  <a:pt x="0" y="0"/>
                </a:moveTo>
                <a:lnTo>
                  <a:pt x="2438400" y="0"/>
                </a:lnTo>
                <a:lnTo>
                  <a:pt x="2438400" y="2330245"/>
                </a:lnTo>
                <a:lnTo>
                  <a:pt x="0" y="233024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9" hasCustomPrompt="1"/>
          </p:nvPr>
        </p:nvSpPr>
        <p:spPr>
          <a:xfrm>
            <a:off x="4876800" y="2188343"/>
            <a:ext cx="2438400" cy="4669657"/>
          </a:xfrm>
          <a:custGeom>
            <a:avLst/>
            <a:gdLst>
              <a:gd name="connsiteX0" fmla="*/ 0 w 2438400"/>
              <a:gd name="connsiteY0" fmla="*/ 0 h 4669657"/>
              <a:gd name="connsiteX1" fmla="*/ 2438400 w 2438400"/>
              <a:gd name="connsiteY1" fmla="*/ 0 h 4669657"/>
              <a:gd name="connsiteX2" fmla="*/ 2438400 w 2438400"/>
              <a:gd name="connsiteY2" fmla="*/ 4669657 h 4669657"/>
              <a:gd name="connsiteX3" fmla="*/ 0 w 2438400"/>
              <a:gd name="connsiteY3" fmla="*/ 4669657 h 466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4669657">
                <a:moveTo>
                  <a:pt x="0" y="0"/>
                </a:moveTo>
                <a:lnTo>
                  <a:pt x="2438400" y="0"/>
                </a:lnTo>
                <a:lnTo>
                  <a:pt x="2438400" y="4669657"/>
                </a:lnTo>
                <a:lnTo>
                  <a:pt x="0" y="4669657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7315200" y="3429001"/>
            <a:ext cx="2438400" cy="3429000"/>
          </a:xfrm>
          <a:custGeom>
            <a:avLst/>
            <a:gdLst>
              <a:gd name="connsiteX0" fmla="*/ 0 w 2438400"/>
              <a:gd name="connsiteY0" fmla="*/ 0 h 3429000"/>
              <a:gd name="connsiteX1" fmla="*/ 2438400 w 2438400"/>
              <a:gd name="connsiteY1" fmla="*/ 0 h 3429000"/>
              <a:gd name="connsiteX2" fmla="*/ 2438400 w 2438400"/>
              <a:gd name="connsiteY2" fmla="*/ 3429000 h 3429000"/>
              <a:gd name="connsiteX3" fmla="*/ 0 w 24384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3429000">
                <a:moveTo>
                  <a:pt x="0" y="0"/>
                </a:moveTo>
                <a:lnTo>
                  <a:pt x="2438400" y="0"/>
                </a:lnTo>
                <a:lnTo>
                  <a:pt x="24384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21" hasCustomPrompt="1"/>
          </p:nvPr>
        </p:nvSpPr>
        <p:spPr>
          <a:xfrm>
            <a:off x="9753600" y="2669458"/>
            <a:ext cx="2438400" cy="4188542"/>
          </a:xfrm>
          <a:custGeom>
            <a:avLst/>
            <a:gdLst>
              <a:gd name="connsiteX0" fmla="*/ 0 w 2438400"/>
              <a:gd name="connsiteY0" fmla="*/ 0 h 4188542"/>
              <a:gd name="connsiteX1" fmla="*/ 2438400 w 2438400"/>
              <a:gd name="connsiteY1" fmla="*/ 0 h 4188542"/>
              <a:gd name="connsiteX2" fmla="*/ 2438400 w 2438400"/>
              <a:gd name="connsiteY2" fmla="*/ 4188542 h 4188542"/>
              <a:gd name="connsiteX3" fmla="*/ 0 w 2438400"/>
              <a:gd name="connsiteY3" fmla="*/ 4188542 h 418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4188542">
                <a:moveTo>
                  <a:pt x="0" y="0"/>
                </a:moveTo>
                <a:lnTo>
                  <a:pt x="2438400" y="0"/>
                </a:lnTo>
                <a:lnTo>
                  <a:pt x="2438400" y="4188542"/>
                </a:lnTo>
                <a:lnTo>
                  <a:pt x="0" y="4188542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2438400" cy="3052916"/>
          </a:xfrm>
          <a:custGeom>
            <a:avLst/>
            <a:gdLst>
              <a:gd name="connsiteX0" fmla="*/ 0 w 2438400"/>
              <a:gd name="connsiteY0" fmla="*/ 0 h 3052916"/>
              <a:gd name="connsiteX1" fmla="*/ 2438400 w 2438400"/>
              <a:gd name="connsiteY1" fmla="*/ 0 h 3052916"/>
              <a:gd name="connsiteX2" fmla="*/ 2438400 w 2438400"/>
              <a:gd name="connsiteY2" fmla="*/ 3052916 h 3052916"/>
              <a:gd name="connsiteX3" fmla="*/ 0 w 2438400"/>
              <a:gd name="connsiteY3" fmla="*/ 3052916 h 3052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3052916">
                <a:moveTo>
                  <a:pt x="0" y="0"/>
                </a:moveTo>
                <a:lnTo>
                  <a:pt x="2438400" y="0"/>
                </a:lnTo>
                <a:lnTo>
                  <a:pt x="2438400" y="3052916"/>
                </a:lnTo>
                <a:lnTo>
                  <a:pt x="0" y="305291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2438400" y="-1"/>
            <a:ext cx="2438400" cy="4527756"/>
          </a:xfrm>
          <a:custGeom>
            <a:avLst/>
            <a:gdLst>
              <a:gd name="connsiteX0" fmla="*/ 0 w 2438400"/>
              <a:gd name="connsiteY0" fmla="*/ 0 h 4527756"/>
              <a:gd name="connsiteX1" fmla="*/ 2438400 w 2438400"/>
              <a:gd name="connsiteY1" fmla="*/ 0 h 4527756"/>
              <a:gd name="connsiteX2" fmla="*/ 2438400 w 2438400"/>
              <a:gd name="connsiteY2" fmla="*/ 4527756 h 4527756"/>
              <a:gd name="connsiteX3" fmla="*/ 0 w 2438400"/>
              <a:gd name="connsiteY3" fmla="*/ 4527756 h 4527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4527756">
                <a:moveTo>
                  <a:pt x="0" y="0"/>
                </a:moveTo>
                <a:lnTo>
                  <a:pt x="2438400" y="0"/>
                </a:lnTo>
                <a:lnTo>
                  <a:pt x="2438400" y="4527756"/>
                </a:lnTo>
                <a:lnTo>
                  <a:pt x="0" y="452775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4876800" y="1"/>
            <a:ext cx="2438400" cy="2188343"/>
          </a:xfrm>
          <a:custGeom>
            <a:avLst/>
            <a:gdLst>
              <a:gd name="connsiteX0" fmla="*/ 0 w 2438400"/>
              <a:gd name="connsiteY0" fmla="*/ 0 h 2188343"/>
              <a:gd name="connsiteX1" fmla="*/ 2438400 w 2438400"/>
              <a:gd name="connsiteY1" fmla="*/ 0 h 2188343"/>
              <a:gd name="connsiteX2" fmla="*/ 2438400 w 2438400"/>
              <a:gd name="connsiteY2" fmla="*/ 2188343 h 2188343"/>
              <a:gd name="connsiteX3" fmla="*/ 0 w 2438400"/>
              <a:gd name="connsiteY3" fmla="*/ 2188343 h 218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2188343">
                <a:moveTo>
                  <a:pt x="0" y="0"/>
                </a:moveTo>
                <a:lnTo>
                  <a:pt x="2438400" y="0"/>
                </a:lnTo>
                <a:lnTo>
                  <a:pt x="2438400" y="2188343"/>
                </a:lnTo>
                <a:lnTo>
                  <a:pt x="0" y="218834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5" hasCustomPrompt="1"/>
          </p:nvPr>
        </p:nvSpPr>
        <p:spPr>
          <a:xfrm>
            <a:off x="7315200" y="1"/>
            <a:ext cx="2438400" cy="3429000"/>
          </a:xfrm>
          <a:custGeom>
            <a:avLst/>
            <a:gdLst>
              <a:gd name="connsiteX0" fmla="*/ 0 w 2438400"/>
              <a:gd name="connsiteY0" fmla="*/ 0 h 3429000"/>
              <a:gd name="connsiteX1" fmla="*/ 2438400 w 2438400"/>
              <a:gd name="connsiteY1" fmla="*/ 0 h 3429000"/>
              <a:gd name="connsiteX2" fmla="*/ 2438400 w 2438400"/>
              <a:gd name="connsiteY2" fmla="*/ 3429000 h 3429000"/>
              <a:gd name="connsiteX3" fmla="*/ 0 w 24384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3429000">
                <a:moveTo>
                  <a:pt x="0" y="0"/>
                </a:moveTo>
                <a:lnTo>
                  <a:pt x="2438400" y="0"/>
                </a:lnTo>
                <a:lnTo>
                  <a:pt x="24384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6" hasCustomPrompt="1"/>
          </p:nvPr>
        </p:nvSpPr>
        <p:spPr>
          <a:xfrm>
            <a:off x="9753600" y="0"/>
            <a:ext cx="2438400" cy="2669458"/>
          </a:xfrm>
          <a:custGeom>
            <a:avLst/>
            <a:gdLst>
              <a:gd name="connsiteX0" fmla="*/ 0 w 2438400"/>
              <a:gd name="connsiteY0" fmla="*/ 0 h 2669458"/>
              <a:gd name="connsiteX1" fmla="*/ 2438400 w 2438400"/>
              <a:gd name="connsiteY1" fmla="*/ 0 h 2669458"/>
              <a:gd name="connsiteX2" fmla="*/ 2438400 w 2438400"/>
              <a:gd name="connsiteY2" fmla="*/ 2669458 h 2669458"/>
              <a:gd name="connsiteX3" fmla="*/ 0 w 2438400"/>
              <a:gd name="connsiteY3" fmla="*/ 2669458 h 266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2669458">
                <a:moveTo>
                  <a:pt x="0" y="0"/>
                </a:moveTo>
                <a:lnTo>
                  <a:pt x="2438400" y="0"/>
                </a:lnTo>
                <a:lnTo>
                  <a:pt x="2438400" y="2669458"/>
                </a:lnTo>
                <a:lnTo>
                  <a:pt x="0" y="2669458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6" presetClass="emph" presetSubtype="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grpId="1" nodeType="withEffect">
                                  <p:stCondLst>
                                    <p:cond delay="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6" presetClass="emph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16" hasCustomPrompt="1"/>
          </p:nvPr>
        </p:nvSpPr>
        <p:spPr>
          <a:xfrm>
            <a:off x="6143660" y="3562349"/>
            <a:ext cx="1952567" cy="2264976"/>
          </a:xfrm>
          <a:custGeom>
            <a:avLst/>
            <a:gdLst>
              <a:gd name="connsiteX0" fmla="*/ 0 w 1952567"/>
              <a:gd name="connsiteY0" fmla="*/ 0 h 2264976"/>
              <a:gd name="connsiteX1" fmla="*/ 1952567 w 1952567"/>
              <a:gd name="connsiteY1" fmla="*/ 1132488 h 2264976"/>
              <a:gd name="connsiteX2" fmla="*/ 0 w 1952567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0" y="0"/>
                </a:moveTo>
                <a:lnTo>
                  <a:pt x="1952567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17" hasCustomPrompt="1"/>
          </p:nvPr>
        </p:nvSpPr>
        <p:spPr>
          <a:xfrm>
            <a:off x="4095774" y="2296515"/>
            <a:ext cx="1952567" cy="2264976"/>
          </a:xfrm>
          <a:custGeom>
            <a:avLst/>
            <a:gdLst>
              <a:gd name="connsiteX0" fmla="*/ 0 w 1952567"/>
              <a:gd name="connsiteY0" fmla="*/ 0 h 2264976"/>
              <a:gd name="connsiteX1" fmla="*/ 1952567 w 1952567"/>
              <a:gd name="connsiteY1" fmla="*/ 1132488 h 2264976"/>
              <a:gd name="connsiteX2" fmla="*/ 0 w 1952567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0" y="0"/>
                </a:moveTo>
                <a:lnTo>
                  <a:pt x="1952567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18" hasCustomPrompt="1"/>
          </p:nvPr>
        </p:nvSpPr>
        <p:spPr>
          <a:xfrm>
            <a:off x="4095774" y="4828183"/>
            <a:ext cx="1952567" cy="2264976"/>
          </a:xfrm>
          <a:custGeom>
            <a:avLst/>
            <a:gdLst>
              <a:gd name="connsiteX0" fmla="*/ 0 w 1952567"/>
              <a:gd name="connsiteY0" fmla="*/ 0 h 2264976"/>
              <a:gd name="connsiteX1" fmla="*/ 1952567 w 1952567"/>
              <a:gd name="connsiteY1" fmla="*/ 1132488 h 2264976"/>
              <a:gd name="connsiteX2" fmla="*/ 0 w 1952567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0" y="0"/>
                </a:moveTo>
                <a:lnTo>
                  <a:pt x="1952567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2" name="Picture Placeholder 41"/>
          <p:cNvSpPr>
            <a:spLocks noGrp="1"/>
          </p:cNvSpPr>
          <p:nvPr>
            <p:ph type="pic" sz="quarter" idx="19" hasCustomPrompt="1"/>
          </p:nvPr>
        </p:nvSpPr>
        <p:spPr>
          <a:xfrm>
            <a:off x="8191547" y="4828183"/>
            <a:ext cx="1952567" cy="2264976"/>
          </a:xfrm>
          <a:custGeom>
            <a:avLst/>
            <a:gdLst>
              <a:gd name="connsiteX0" fmla="*/ 0 w 1952567"/>
              <a:gd name="connsiteY0" fmla="*/ 0 h 2264976"/>
              <a:gd name="connsiteX1" fmla="*/ 1952567 w 1952567"/>
              <a:gd name="connsiteY1" fmla="*/ 1132488 h 2264976"/>
              <a:gd name="connsiteX2" fmla="*/ 0 w 1952567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0" y="0"/>
                </a:moveTo>
                <a:lnTo>
                  <a:pt x="1952567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3" name="Picture Placeholder 42"/>
          <p:cNvSpPr>
            <a:spLocks noGrp="1"/>
          </p:cNvSpPr>
          <p:nvPr>
            <p:ph type="pic" sz="quarter" idx="20" hasCustomPrompt="1"/>
          </p:nvPr>
        </p:nvSpPr>
        <p:spPr>
          <a:xfrm>
            <a:off x="8191547" y="2296514"/>
            <a:ext cx="1952567" cy="2264976"/>
          </a:xfrm>
          <a:custGeom>
            <a:avLst/>
            <a:gdLst>
              <a:gd name="connsiteX0" fmla="*/ 0 w 1952567"/>
              <a:gd name="connsiteY0" fmla="*/ 0 h 2264976"/>
              <a:gd name="connsiteX1" fmla="*/ 1952567 w 1952567"/>
              <a:gd name="connsiteY1" fmla="*/ 1132488 h 2264976"/>
              <a:gd name="connsiteX2" fmla="*/ 0 w 1952567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0" y="0"/>
                </a:moveTo>
                <a:lnTo>
                  <a:pt x="1952567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4" name="Picture Placeholder 43"/>
          <p:cNvSpPr>
            <a:spLocks noGrp="1"/>
          </p:cNvSpPr>
          <p:nvPr>
            <p:ph type="pic" sz="quarter" idx="21" hasCustomPrompt="1"/>
          </p:nvPr>
        </p:nvSpPr>
        <p:spPr>
          <a:xfrm>
            <a:off x="2047887" y="2296515"/>
            <a:ext cx="1952567" cy="2264976"/>
          </a:xfrm>
          <a:custGeom>
            <a:avLst/>
            <a:gdLst>
              <a:gd name="connsiteX0" fmla="*/ 1952567 w 1952567"/>
              <a:gd name="connsiteY0" fmla="*/ 0 h 2264976"/>
              <a:gd name="connsiteX1" fmla="*/ 1952567 w 1952567"/>
              <a:gd name="connsiteY1" fmla="*/ 2264976 h 2264976"/>
              <a:gd name="connsiteX2" fmla="*/ 0 w 1952567"/>
              <a:gd name="connsiteY2" fmla="*/ 1132488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1952567" y="0"/>
                </a:moveTo>
                <a:lnTo>
                  <a:pt x="1952567" y="2264976"/>
                </a:lnTo>
                <a:lnTo>
                  <a:pt x="0" y="1132488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5" name="Picture Placeholder 44"/>
          <p:cNvSpPr>
            <a:spLocks noGrp="1"/>
          </p:cNvSpPr>
          <p:nvPr>
            <p:ph type="pic" sz="quarter" idx="22" hasCustomPrompt="1"/>
          </p:nvPr>
        </p:nvSpPr>
        <p:spPr>
          <a:xfrm>
            <a:off x="2047887" y="4828183"/>
            <a:ext cx="1952567" cy="2264976"/>
          </a:xfrm>
          <a:custGeom>
            <a:avLst/>
            <a:gdLst>
              <a:gd name="connsiteX0" fmla="*/ 1952567 w 1952567"/>
              <a:gd name="connsiteY0" fmla="*/ 0 h 2264976"/>
              <a:gd name="connsiteX1" fmla="*/ 1952567 w 1952567"/>
              <a:gd name="connsiteY1" fmla="*/ 2264976 h 2264976"/>
              <a:gd name="connsiteX2" fmla="*/ 0 w 1952567"/>
              <a:gd name="connsiteY2" fmla="*/ 1132488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1952567" y="0"/>
                </a:moveTo>
                <a:lnTo>
                  <a:pt x="1952567" y="2264976"/>
                </a:lnTo>
                <a:lnTo>
                  <a:pt x="0" y="1132488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3" hasCustomPrompt="1"/>
          </p:nvPr>
        </p:nvSpPr>
        <p:spPr>
          <a:xfrm>
            <a:off x="4095774" y="3562349"/>
            <a:ext cx="1952567" cy="2264976"/>
          </a:xfrm>
          <a:custGeom>
            <a:avLst/>
            <a:gdLst>
              <a:gd name="connsiteX0" fmla="*/ 1952567 w 1952567"/>
              <a:gd name="connsiteY0" fmla="*/ 0 h 2264976"/>
              <a:gd name="connsiteX1" fmla="*/ 1952567 w 1952567"/>
              <a:gd name="connsiteY1" fmla="*/ 2264976 h 2264976"/>
              <a:gd name="connsiteX2" fmla="*/ 0 w 1952567"/>
              <a:gd name="connsiteY2" fmla="*/ 1132488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1952567" y="0"/>
                </a:moveTo>
                <a:lnTo>
                  <a:pt x="1952567" y="2264976"/>
                </a:lnTo>
                <a:lnTo>
                  <a:pt x="0" y="1132488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7" name="Picture Placeholder 46"/>
          <p:cNvSpPr>
            <a:spLocks noGrp="1"/>
          </p:cNvSpPr>
          <p:nvPr>
            <p:ph type="pic" sz="quarter" idx="24" hasCustomPrompt="1"/>
          </p:nvPr>
        </p:nvSpPr>
        <p:spPr>
          <a:xfrm>
            <a:off x="10239434" y="2296515"/>
            <a:ext cx="1952567" cy="2264976"/>
          </a:xfrm>
          <a:custGeom>
            <a:avLst/>
            <a:gdLst>
              <a:gd name="connsiteX0" fmla="*/ 1952567 w 1952567"/>
              <a:gd name="connsiteY0" fmla="*/ 0 h 2264976"/>
              <a:gd name="connsiteX1" fmla="*/ 1952567 w 1952567"/>
              <a:gd name="connsiteY1" fmla="*/ 2264976 h 2264976"/>
              <a:gd name="connsiteX2" fmla="*/ 0 w 1952567"/>
              <a:gd name="connsiteY2" fmla="*/ 1132488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1952567" y="0"/>
                </a:moveTo>
                <a:lnTo>
                  <a:pt x="1952567" y="2264976"/>
                </a:lnTo>
                <a:lnTo>
                  <a:pt x="0" y="1132488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48" name="Picture Placeholder 47"/>
          <p:cNvSpPr>
            <a:spLocks noGrp="1"/>
          </p:cNvSpPr>
          <p:nvPr>
            <p:ph type="pic" sz="quarter" idx="25" hasCustomPrompt="1"/>
          </p:nvPr>
        </p:nvSpPr>
        <p:spPr>
          <a:xfrm>
            <a:off x="10239434" y="3562349"/>
            <a:ext cx="1952567" cy="2264976"/>
          </a:xfrm>
          <a:custGeom>
            <a:avLst/>
            <a:gdLst>
              <a:gd name="connsiteX0" fmla="*/ 0 w 1952567"/>
              <a:gd name="connsiteY0" fmla="*/ 0 h 2264976"/>
              <a:gd name="connsiteX1" fmla="*/ 1952567 w 1952567"/>
              <a:gd name="connsiteY1" fmla="*/ 1132488 h 2264976"/>
              <a:gd name="connsiteX2" fmla="*/ 0 w 1952567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0" y="0"/>
                </a:moveTo>
                <a:lnTo>
                  <a:pt x="1952567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51" name="Picture Placeholder 50"/>
          <p:cNvSpPr>
            <a:spLocks noGrp="1"/>
          </p:cNvSpPr>
          <p:nvPr>
            <p:ph type="pic" sz="quarter" idx="26" hasCustomPrompt="1"/>
          </p:nvPr>
        </p:nvSpPr>
        <p:spPr>
          <a:xfrm>
            <a:off x="8191548" y="1030680"/>
            <a:ext cx="1952567" cy="2264976"/>
          </a:xfrm>
          <a:custGeom>
            <a:avLst/>
            <a:gdLst>
              <a:gd name="connsiteX0" fmla="*/ 1952567 w 1952567"/>
              <a:gd name="connsiteY0" fmla="*/ 0 h 2264976"/>
              <a:gd name="connsiteX1" fmla="*/ 1952567 w 1952567"/>
              <a:gd name="connsiteY1" fmla="*/ 2264976 h 2264976"/>
              <a:gd name="connsiteX2" fmla="*/ 0 w 1952567"/>
              <a:gd name="connsiteY2" fmla="*/ 1132488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1952567" y="0"/>
                </a:moveTo>
                <a:lnTo>
                  <a:pt x="1952567" y="2264976"/>
                </a:lnTo>
                <a:lnTo>
                  <a:pt x="0" y="1132488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52" name="Picture Placeholder 51"/>
          <p:cNvSpPr>
            <a:spLocks noGrp="1"/>
          </p:cNvSpPr>
          <p:nvPr>
            <p:ph type="pic" sz="quarter" idx="27" hasCustomPrompt="1"/>
          </p:nvPr>
        </p:nvSpPr>
        <p:spPr>
          <a:xfrm>
            <a:off x="10239434" y="1030680"/>
            <a:ext cx="1952566" cy="2264976"/>
          </a:xfrm>
          <a:custGeom>
            <a:avLst/>
            <a:gdLst>
              <a:gd name="connsiteX0" fmla="*/ 0 w 1952566"/>
              <a:gd name="connsiteY0" fmla="*/ 0 h 2264976"/>
              <a:gd name="connsiteX1" fmla="*/ 1952566 w 1952566"/>
              <a:gd name="connsiteY1" fmla="*/ 1132488 h 2264976"/>
              <a:gd name="connsiteX2" fmla="*/ 0 w 1952566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6" h="2264976">
                <a:moveTo>
                  <a:pt x="0" y="0"/>
                </a:moveTo>
                <a:lnTo>
                  <a:pt x="1952566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1030680"/>
            <a:ext cx="1952567" cy="2264976"/>
          </a:xfrm>
          <a:custGeom>
            <a:avLst/>
            <a:gdLst>
              <a:gd name="connsiteX0" fmla="*/ 1952567 w 1952567"/>
              <a:gd name="connsiteY0" fmla="*/ 0 h 2264976"/>
              <a:gd name="connsiteX1" fmla="*/ 1952567 w 1952567"/>
              <a:gd name="connsiteY1" fmla="*/ 2264976 h 2264976"/>
              <a:gd name="connsiteX2" fmla="*/ 0 w 1952567"/>
              <a:gd name="connsiteY2" fmla="*/ 1132488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1952567" y="0"/>
                </a:moveTo>
                <a:lnTo>
                  <a:pt x="1952567" y="2264976"/>
                </a:lnTo>
                <a:lnTo>
                  <a:pt x="0" y="1132488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96515"/>
            <a:ext cx="1952567" cy="2264976"/>
          </a:xfrm>
          <a:custGeom>
            <a:avLst/>
            <a:gdLst>
              <a:gd name="connsiteX0" fmla="*/ 0 w 1952567"/>
              <a:gd name="connsiteY0" fmla="*/ 0 h 2264976"/>
              <a:gd name="connsiteX1" fmla="*/ 1952567 w 1952567"/>
              <a:gd name="connsiteY1" fmla="*/ 1132488 h 2264976"/>
              <a:gd name="connsiteX2" fmla="*/ 0 w 1952567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0" y="0"/>
                </a:moveTo>
                <a:lnTo>
                  <a:pt x="1952567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 hasCustomPrompt="1"/>
          </p:nvPr>
        </p:nvSpPr>
        <p:spPr>
          <a:xfrm>
            <a:off x="1" y="3562349"/>
            <a:ext cx="1952567" cy="2264976"/>
          </a:xfrm>
          <a:custGeom>
            <a:avLst/>
            <a:gdLst>
              <a:gd name="connsiteX0" fmla="*/ 1952567 w 1952567"/>
              <a:gd name="connsiteY0" fmla="*/ 0 h 2264976"/>
              <a:gd name="connsiteX1" fmla="*/ 1952567 w 1952567"/>
              <a:gd name="connsiteY1" fmla="*/ 2264976 h 2264976"/>
              <a:gd name="connsiteX2" fmla="*/ 0 w 1952567"/>
              <a:gd name="connsiteY2" fmla="*/ 1132488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1952567" y="0"/>
                </a:moveTo>
                <a:lnTo>
                  <a:pt x="1952567" y="2264976"/>
                </a:lnTo>
                <a:lnTo>
                  <a:pt x="0" y="1132488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 hasCustomPrompt="1"/>
          </p:nvPr>
        </p:nvSpPr>
        <p:spPr>
          <a:xfrm>
            <a:off x="1" y="4828183"/>
            <a:ext cx="1952567" cy="2264976"/>
          </a:xfrm>
          <a:custGeom>
            <a:avLst/>
            <a:gdLst>
              <a:gd name="connsiteX0" fmla="*/ 0 w 1952567"/>
              <a:gd name="connsiteY0" fmla="*/ 0 h 2264976"/>
              <a:gd name="connsiteX1" fmla="*/ 1952567 w 1952567"/>
              <a:gd name="connsiteY1" fmla="*/ 1132488 h 2264976"/>
              <a:gd name="connsiteX2" fmla="*/ 0 w 1952567"/>
              <a:gd name="connsiteY2" fmla="*/ 2264976 h 226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567" h="2264976">
                <a:moveTo>
                  <a:pt x="0" y="0"/>
                </a:moveTo>
                <a:lnTo>
                  <a:pt x="1952567" y="1132488"/>
                </a:lnTo>
                <a:lnTo>
                  <a:pt x="0" y="226497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6" presetClass="emph" presetSubtype="0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grpId="1" nodeType="withEffect">
                                  <p:stCondLst>
                                    <p:cond delay="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grpId="1" nodeType="withEffect">
                                  <p:stCondLst>
                                    <p:cond delay="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grpId="1" nodeType="withEffect">
                                  <p:stCondLst>
                                    <p:cond delay="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51" grpId="0" animBg="1"/>
      <p:bldP spid="51" grpId="1" animBg="1"/>
      <p:bldP spid="52" grpId="0" animBg="1"/>
      <p:bldP spid="52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4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7329119" y="33847"/>
            <a:ext cx="4862883" cy="6800245"/>
            <a:chOff x="7529493" y="1369453"/>
            <a:chExt cx="4662509" cy="6520045"/>
          </a:xfrm>
        </p:grpSpPr>
        <p:sp>
          <p:nvSpPr>
            <p:cNvPr id="3" name="Isosceles Triangle 2"/>
            <p:cNvSpPr/>
            <p:nvPr userDrawn="1"/>
          </p:nvSpPr>
          <p:spPr>
            <a:xfrm rot="16200000" flipH="1">
              <a:off x="11384041" y="5196892"/>
              <a:ext cx="867810" cy="748112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" name="Isosceles Triangle 3"/>
            <p:cNvSpPr/>
            <p:nvPr userDrawn="1"/>
          </p:nvSpPr>
          <p:spPr>
            <a:xfrm rot="16200000" flipH="1">
              <a:off x="10600810" y="6610982"/>
              <a:ext cx="867810" cy="748112"/>
            </a:xfrm>
            <a:prstGeom prst="triangle">
              <a:avLst/>
            </a:prstGeom>
            <a:solidFill>
              <a:schemeClr val="bg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5" name="Isosceles Triangle 4"/>
            <p:cNvSpPr/>
            <p:nvPr userDrawn="1"/>
          </p:nvSpPr>
          <p:spPr>
            <a:xfrm rot="16200000" flipH="1">
              <a:off x="9817579" y="7081537"/>
              <a:ext cx="867810" cy="748112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" name="Isosceles Triangle 5"/>
            <p:cNvSpPr/>
            <p:nvPr userDrawn="1"/>
          </p:nvSpPr>
          <p:spPr>
            <a:xfrm rot="16200000" flipH="1">
              <a:off x="9034349" y="5668804"/>
              <a:ext cx="867810" cy="748112"/>
            </a:xfrm>
            <a:prstGeom prst="triangle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Isosceles Triangle 6"/>
            <p:cNvSpPr/>
            <p:nvPr userDrawn="1"/>
          </p:nvSpPr>
          <p:spPr>
            <a:xfrm rot="16200000" flipH="1">
              <a:off x="11384040" y="2365595"/>
              <a:ext cx="867810" cy="748112"/>
            </a:xfrm>
            <a:prstGeom prst="triangl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8" name="Isosceles Triangle 7"/>
            <p:cNvSpPr/>
            <p:nvPr userDrawn="1"/>
          </p:nvSpPr>
          <p:spPr>
            <a:xfrm rot="16200000" flipH="1">
              <a:off x="9817579" y="1429302"/>
              <a:ext cx="867810" cy="748112"/>
            </a:xfrm>
            <a:prstGeom prst="triangle">
              <a:avLst/>
            </a:prstGeom>
            <a:solidFill>
              <a:schemeClr val="bg1"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" name="Isosceles Triangle 8"/>
            <p:cNvSpPr/>
            <p:nvPr userDrawn="1"/>
          </p:nvSpPr>
          <p:spPr>
            <a:xfrm rot="16200000" flipH="1">
              <a:off x="7469644" y="3786694"/>
              <a:ext cx="867810" cy="748112"/>
            </a:xfrm>
            <a:prstGeom prst="triangle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16200000" flipH="1">
              <a:off x="9034351" y="2841639"/>
              <a:ext cx="867810" cy="748112"/>
            </a:xfrm>
            <a:prstGeom prst="triangl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11" name="Isosceles Triangle 10"/>
            <p:cNvSpPr/>
            <p:nvPr userDrawn="1"/>
          </p:nvSpPr>
          <p:spPr>
            <a:xfrm rot="16200000" flipH="1">
              <a:off x="9817581" y="4252938"/>
              <a:ext cx="867810" cy="748112"/>
            </a:xfrm>
            <a:prstGeom prst="triangle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12" name="Freeform: Shape 11"/>
          <p:cNvSpPr/>
          <p:nvPr userDrawn="1"/>
        </p:nvSpPr>
        <p:spPr>
          <a:xfrm flipH="1">
            <a:off x="-7799" y="2775"/>
            <a:ext cx="12199799" cy="6855225"/>
          </a:xfrm>
          <a:custGeom>
            <a:avLst/>
            <a:gdLst>
              <a:gd name="connsiteX0" fmla="*/ 12191972 w 12199799"/>
              <a:gd name="connsiteY0" fmla="*/ 6422977 h 6855225"/>
              <a:gd name="connsiteX1" fmla="*/ 11438115 w 12199799"/>
              <a:gd name="connsiteY1" fmla="*/ 6855225 h 6855225"/>
              <a:gd name="connsiteX2" fmla="*/ 12191972 w 12199799"/>
              <a:gd name="connsiteY2" fmla="*/ 6855225 h 6855225"/>
              <a:gd name="connsiteX3" fmla="*/ 797473 w 12199799"/>
              <a:gd name="connsiteY3" fmla="*/ 6406846 h 6855225"/>
              <a:gd name="connsiteX4" fmla="*/ 20320 w 12199799"/>
              <a:gd name="connsiteY4" fmla="*/ 6852450 h 6855225"/>
              <a:gd name="connsiteX5" fmla="*/ 1574626 w 12199799"/>
              <a:gd name="connsiteY5" fmla="*/ 6852450 h 6855225"/>
              <a:gd name="connsiteX6" fmla="*/ 2428702 w 12199799"/>
              <a:gd name="connsiteY6" fmla="*/ 6406846 h 6855225"/>
              <a:gd name="connsiteX7" fmla="*/ 1651549 w 12199799"/>
              <a:gd name="connsiteY7" fmla="*/ 6852450 h 6855225"/>
              <a:gd name="connsiteX8" fmla="*/ 3205855 w 12199799"/>
              <a:gd name="connsiteY8" fmla="*/ 6852450 h 6855225"/>
              <a:gd name="connsiteX9" fmla="*/ 4058708 w 12199799"/>
              <a:gd name="connsiteY9" fmla="*/ 6406846 h 6855225"/>
              <a:gd name="connsiteX10" fmla="*/ 3281555 w 12199799"/>
              <a:gd name="connsiteY10" fmla="*/ 6852450 h 6855225"/>
              <a:gd name="connsiteX11" fmla="*/ 4835861 w 12199799"/>
              <a:gd name="connsiteY11" fmla="*/ 6852450 h 6855225"/>
              <a:gd name="connsiteX12" fmla="*/ 5689937 w 12199799"/>
              <a:gd name="connsiteY12" fmla="*/ 6406846 h 6855225"/>
              <a:gd name="connsiteX13" fmla="*/ 4912784 w 12199799"/>
              <a:gd name="connsiteY13" fmla="*/ 6852450 h 6855225"/>
              <a:gd name="connsiteX14" fmla="*/ 6467087 w 12199799"/>
              <a:gd name="connsiteY14" fmla="*/ 6852450 h 6855225"/>
              <a:gd name="connsiteX15" fmla="*/ 7321607 w 12199799"/>
              <a:gd name="connsiteY15" fmla="*/ 6406846 h 6855225"/>
              <a:gd name="connsiteX16" fmla="*/ 6544450 w 12199799"/>
              <a:gd name="connsiteY16" fmla="*/ 6852450 h 6855225"/>
              <a:gd name="connsiteX17" fmla="*/ 8098751 w 12199799"/>
              <a:gd name="connsiteY17" fmla="*/ 6852450 h 6855225"/>
              <a:gd name="connsiteX18" fmla="*/ 8952824 w 12199799"/>
              <a:gd name="connsiteY18" fmla="*/ 6406846 h 6855225"/>
              <a:gd name="connsiteX19" fmla="*/ 8175673 w 12199799"/>
              <a:gd name="connsiteY19" fmla="*/ 6852450 h 6855225"/>
              <a:gd name="connsiteX20" fmla="*/ 9729977 w 12199799"/>
              <a:gd name="connsiteY20" fmla="*/ 6852450 h 6855225"/>
              <a:gd name="connsiteX21" fmla="*/ 10584056 w 12199799"/>
              <a:gd name="connsiteY21" fmla="*/ 6406846 h 6855225"/>
              <a:gd name="connsiteX22" fmla="*/ 9806900 w 12199799"/>
              <a:gd name="connsiteY22" fmla="*/ 6852450 h 6855225"/>
              <a:gd name="connsiteX23" fmla="*/ 11361208 w 12199799"/>
              <a:gd name="connsiteY23" fmla="*/ 6852450 h 6855225"/>
              <a:gd name="connsiteX24" fmla="*/ 1596722 w 12199799"/>
              <a:gd name="connsiteY24" fmla="*/ 5924618 h 6855225"/>
              <a:gd name="connsiteX25" fmla="*/ 815170 w 12199799"/>
              <a:gd name="connsiteY25" fmla="*/ 6377918 h 6855225"/>
              <a:gd name="connsiteX26" fmla="*/ 1596722 w 12199799"/>
              <a:gd name="connsiteY26" fmla="*/ 6831220 h 6855225"/>
              <a:gd name="connsiteX27" fmla="*/ 3228838 w 12199799"/>
              <a:gd name="connsiteY27" fmla="*/ 5924618 h 6855225"/>
              <a:gd name="connsiteX28" fmla="*/ 2447286 w 12199799"/>
              <a:gd name="connsiteY28" fmla="*/ 6377918 h 6855225"/>
              <a:gd name="connsiteX29" fmla="*/ 3228838 w 12199799"/>
              <a:gd name="connsiteY29" fmla="*/ 6831220 h 6855225"/>
              <a:gd name="connsiteX30" fmla="*/ 4857957 w 12199799"/>
              <a:gd name="connsiteY30" fmla="*/ 5924618 h 6855225"/>
              <a:gd name="connsiteX31" fmla="*/ 4076405 w 12199799"/>
              <a:gd name="connsiteY31" fmla="*/ 6377918 h 6855225"/>
              <a:gd name="connsiteX32" fmla="*/ 4857957 w 12199799"/>
              <a:gd name="connsiteY32" fmla="*/ 6831220 h 6855225"/>
              <a:gd name="connsiteX33" fmla="*/ 6490069 w 12199799"/>
              <a:gd name="connsiteY33" fmla="*/ 5924618 h 6855225"/>
              <a:gd name="connsiteX34" fmla="*/ 5708521 w 12199799"/>
              <a:gd name="connsiteY34" fmla="*/ 6377918 h 6855225"/>
              <a:gd name="connsiteX35" fmla="*/ 6490069 w 12199799"/>
              <a:gd name="connsiteY35" fmla="*/ 6831220 h 6855225"/>
              <a:gd name="connsiteX36" fmla="*/ 8120394 w 12199799"/>
              <a:gd name="connsiteY36" fmla="*/ 5924618 h 6855225"/>
              <a:gd name="connsiteX37" fmla="*/ 7338859 w 12199799"/>
              <a:gd name="connsiteY37" fmla="*/ 6377918 h 6855225"/>
              <a:gd name="connsiteX38" fmla="*/ 8120394 w 12199799"/>
              <a:gd name="connsiteY38" fmla="*/ 6831220 h 6855225"/>
              <a:gd name="connsiteX39" fmla="*/ 9752510 w 12199799"/>
              <a:gd name="connsiteY39" fmla="*/ 5924618 h 6855225"/>
              <a:gd name="connsiteX40" fmla="*/ 8970960 w 12199799"/>
              <a:gd name="connsiteY40" fmla="*/ 6377918 h 6855225"/>
              <a:gd name="connsiteX41" fmla="*/ 9752510 w 12199799"/>
              <a:gd name="connsiteY41" fmla="*/ 6831220 h 6855225"/>
              <a:gd name="connsiteX42" fmla="*/ 11384629 w 12199799"/>
              <a:gd name="connsiteY42" fmla="*/ 5924618 h 6855225"/>
              <a:gd name="connsiteX43" fmla="*/ 10603077 w 12199799"/>
              <a:gd name="connsiteY43" fmla="*/ 6377918 h 6855225"/>
              <a:gd name="connsiteX44" fmla="*/ 11384629 w 12199799"/>
              <a:gd name="connsiteY44" fmla="*/ 6831220 h 6855225"/>
              <a:gd name="connsiteX45" fmla="*/ 0 w 12199799"/>
              <a:gd name="connsiteY45" fmla="*/ 5924618 h 6855225"/>
              <a:gd name="connsiteX46" fmla="*/ 0 w 12199799"/>
              <a:gd name="connsiteY46" fmla="*/ 6831220 h 6855225"/>
              <a:gd name="connsiteX47" fmla="*/ 781552 w 12199799"/>
              <a:gd name="connsiteY47" fmla="*/ 6377919 h 6855225"/>
              <a:gd name="connsiteX48" fmla="*/ 1630341 w 12199799"/>
              <a:gd name="connsiteY48" fmla="*/ 5924618 h 6855225"/>
              <a:gd name="connsiteX49" fmla="*/ 1630341 w 12199799"/>
              <a:gd name="connsiteY49" fmla="*/ 6831220 h 6855225"/>
              <a:gd name="connsiteX50" fmla="*/ 2411893 w 12199799"/>
              <a:gd name="connsiteY50" fmla="*/ 6377919 h 6855225"/>
              <a:gd name="connsiteX51" fmla="*/ 3261235 w 12199799"/>
              <a:gd name="connsiteY51" fmla="*/ 5924618 h 6855225"/>
              <a:gd name="connsiteX52" fmla="*/ 3261235 w 12199799"/>
              <a:gd name="connsiteY52" fmla="*/ 6831220 h 6855225"/>
              <a:gd name="connsiteX53" fmla="*/ 4042787 w 12199799"/>
              <a:gd name="connsiteY53" fmla="*/ 6377919 h 6855225"/>
              <a:gd name="connsiteX54" fmla="*/ 4891576 w 12199799"/>
              <a:gd name="connsiteY54" fmla="*/ 5924618 h 6855225"/>
              <a:gd name="connsiteX55" fmla="*/ 4891576 w 12199799"/>
              <a:gd name="connsiteY55" fmla="*/ 6831220 h 6855225"/>
              <a:gd name="connsiteX56" fmla="*/ 5673128 w 12199799"/>
              <a:gd name="connsiteY56" fmla="*/ 6377919 h 6855225"/>
              <a:gd name="connsiteX57" fmla="*/ 6523688 w 12199799"/>
              <a:gd name="connsiteY57" fmla="*/ 5924618 h 6855225"/>
              <a:gd name="connsiteX58" fmla="*/ 6523688 w 12199799"/>
              <a:gd name="connsiteY58" fmla="*/ 6831220 h 6855225"/>
              <a:gd name="connsiteX59" fmla="*/ 7305243 w 12199799"/>
              <a:gd name="connsiteY59" fmla="*/ 6377919 h 6855225"/>
              <a:gd name="connsiteX60" fmla="*/ 8154013 w 12199799"/>
              <a:gd name="connsiteY60" fmla="*/ 5924618 h 6855225"/>
              <a:gd name="connsiteX61" fmla="*/ 8154013 w 12199799"/>
              <a:gd name="connsiteY61" fmla="*/ 6831220 h 6855225"/>
              <a:gd name="connsiteX62" fmla="*/ 8935564 w 12199799"/>
              <a:gd name="connsiteY62" fmla="*/ 6377919 h 6855225"/>
              <a:gd name="connsiteX63" fmla="*/ 9786128 w 12199799"/>
              <a:gd name="connsiteY63" fmla="*/ 5924618 h 6855225"/>
              <a:gd name="connsiteX64" fmla="*/ 9786128 w 12199799"/>
              <a:gd name="connsiteY64" fmla="*/ 6831220 h 6855225"/>
              <a:gd name="connsiteX65" fmla="*/ 10567682 w 12199799"/>
              <a:gd name="connsiteY65" fmla="*/ 6377919 h 6855225"/>
              <a:gd name="connsiteX66" fmla="*/ 11418248 w 12199799"/>
              <a:gd name="connsiteY66" fmla="*/ 5924618 h 6855225"/>
              <a:gd name="connsiteX67" fmla="*/ 11418248 w 12199799"/>
              <a:gd name="connsiteY67" fmla="*/ 6831220 h 6855225"/>
              <a:gd name="connsiteX68" fmla="*/ 12199798 w 12199799"/>
              <a:gd name="connsiteY68" fmla="*/ 6377919 h 6855225"/>
              <a:gd name="connsiteX69" fmla="*/ 781554 w 12199799"/>
              <a:gd name="connsiteY69" fmla="*/ 5438511 h 6855225"/>
              <a:gd name="connsiteX70" fmla="*/ 1 w 12199799"/>
              <a:gd name="connsiteY70" fmla="*/ 5891812 h 6855225"/>
              <a:gd name="connsiteX71" fmla="*/ 781554 w 12199799"/>
              <a:gd name="connsiteY71" fmla="*/ 6345112 h 6855225"/>
              <a:gd name="connsiteX72" fmla="*/ 815170 w 12199799"/>
              <a:gd name="connsiteY72" fmla="*/ 5438511 h 6855225"/>
              <a:gd name="connsiteX73" fmla="*/ 815170 w 12199799"/>
              <a:gd name="connsiteY73" fmla="*/ 6345112 h 6855225"/>
              <a:gd name="connsiteX74" fmla="*/ 1596723 w 12199799"/>
              <a:gd name="connsiteY74" fmla="*/ 5891811 h 6855225"/>
              <a:gd name="connsiteX75" fmla="*/ 2411894 w 12199799"/>
              <a:gd name="connsiteY75" fmla="*/ 5438511 h 6855225"/>
              <a:gd name="connsiteX76" fmla="*/ 1630341 w 12199799"/>
              <a:gd name="connsiteY76" fmla="*/ 5891812 h 6855225"/>
              <a:gd name="connsiteX77" fmla="*/ 2411894 w 12199799"/>
              <a:gd name="connsiteY77" fmla="*/ 6345112 h 6855225"/>
              <a:gd name="connsiteX78" fmla="*/ 2447286 w 12199799"/>
              <a:gd name="connsiteY78" fmla="*/ 5438511 h 6855225"/>
              <a:gd name="connsiteX79" fmla="*/ 2447286 w 12199799"/>
              <a:gd name="connsiteY79" fmla="*/ 6345112 h 6855225"/>
              <a:gd name="connsiteX80" fmla="*/ 3228839 w 12199799"/>
              <a:gd name="connsiteY80" fmla="*/ 5891811 h 6855225"/>
              <a:gd name="connsiteX81" fmla="*/ 4042789 w 12199799"/>
              <a:gd name="connsiteY81" fmla="*/ 5438511 h 6855225"/>
              <a:gd name="connsiteX82" fmla="*/ 3261236 w 12199799"/>
              <a:gd name="connsiteY82" fmla="*/ 5891812 h 6855225"/>
              <a:gd name="connsiteX83" fmla="*/ 4042789 w 12199799"/>
              <a:gd name="connsiteY83" fmla="*/ 6345112 h 6855225"/>
              <a:gd name="connsiteX84" fmla="*/ 4076405 w 12199799"/>
              <a:gd name="connsiteY84" fmla="*/ 5438511 h 6855225"/>
              <a:gd name="connsiteX85" fmla="*/ 4076405 w 12199799"/>
              <a:gd name="connsiteY85" fmla="*/ 6345112 h 6855225"/>
              <a:gd name="connsiteX86" fmla="*/ 4857958 w 12199799"/>
              <a:gd name="connsiteY86" fmla="*/ 5891811 h 6855225"/>
              <a:gd name="connsiteX87" fmla="*/ 5673129 w 12199799"/>
              <a:gd name="connsiteY87" fmla="*/ 5438511 h 6855225"/>
              <a:gd name="connsiteX88" fmla="*/ 4891576 w 12199799"/>
              <a:gd name="connsiteY88" fmla="*/ 5891812 h 6855225"/>
              <a:gd name="connsiteX89" fmla="*/ 5673129 w 12199799"/>
              <a:gd name="connsiteY89" fmla="*/ 6345112 h 6855225"/>
              <a:gd name="connsiteX90" fmla="*/ 5708521 w 12199799"/>
              <a:gd name="connsiteY90" fmla="*/ 5438511 h 6855225"/>
              <a:gd name="connsiteX91" fmla="*/ 5708521 w 12199799"/>
              <a:gd name="connsiteY91" fmla="*/ 6345112 h 6855225"/>
              <a:gd name="connsiteX92" fmla="*/ 6490069 w 12199799"/>
              <a:gd name="connsiteY92" fmla="*/ 5891811 h 6855225"/>
              <a:gd name="connsiteX93" fmla="*/ 7305243 w 12199799"/>
              <a:gd name="connsiteY93" fmla="*/ 5438511 h 6855225"/>
              <a:gd name="connsiteX94" fmla="*/ 6523688 w 12199799"/>
              <a:gd name="connsiteY94" fmla="*/ 5891812 h 6855225"/>
              <a:gd name="connsiteX95" fmla="*/ 7305243 w 12199799"/>
              <a:gd name="connsiteY95" fmla="*/ 6345112 h 6855225"/>
              <a:gd name="connsiteX96" fmla="*/ 7338859 w 12199799"/>
              <a:gd name="connsiteY96" fmla="*/ 5438511 h 6855225"/>
              <a:gd name="connsiteX97" fmla="*/ 7338859 w 12199799"/>
              <a:gd name="connsiteY97" fmla="*/ 6345112 h 6855225"/>
              <a:gd name="connsiteX98" fmla="*/ 8120395 w 12199799"/>
              <a:gd name="connsiteY98" fmla="*/ 5891811 h 6855225"/>
              <a:gd name="connsiteX99" fmla="*/ 8935566 w 12199799"/>
              <a:gd name="connsiteY99" fmla="*/ 5438511 h 6855225"/>
              <a:gd name="connsiteX100" fmla="*/ 8154014 w 12199799"/>
              <a:gd name="connsiteY100" fmla="*/ 5891812 h 6855225"/>
              <a:gd name="connsiteX101" fmla="*/ 8935566 w 12199799"/>
              <a:gd name="connsiteY101" fmla="*/ 6345112 h 6855225"/>
              <a:gd name="connsiteX102" fmla="*/ 8970959 w 12199799"/>
              <a:gd name="connsiteY102" fmla="*/ 5438511 h 6855225"/>
              <a:gd name="connsiteX103" fmla="*/ 8970959 w 12199799"/>
              <a:gd name="connsiteY103" fmla="*/ 6345112 h 6855225"/>
              <a:gd name="connsiteX104" fmla="*/ 9752511 w 12199799"/>
              <a:gd name="connsiteY104" fmla="*/ 5891811 h 6855225"/>
              <a:gd name="connsiteX105" fmla="*/ 10567683 w 12199799"/>
              <a:gd name="connsiteY105" fmla="*/ 5438511 h 6855225"/>
              <a:gd name="connsiteX106" fmla="*/ 9786128 w 12199799"/>
              <a:gd name="connsiteY106" fmla="*/ 5891812 h 6855225"/>
              <a:gd name="connsiteX107" fmla="*/ 10567683 w 12199799"/>
              <a:gd name="connsiteY107" fmla="*/ 6345112 h 6855225"/>
              <a:gd name="connsiteX108" fmla="*/ 10603076 w 12199799"/>
              <a:gd name="connsiteY108" fmla="*/ 5438511 h 6855225"/>
              <a:gd name="connsiteX109" fmla="*/ 10603076 w 12199799"/>
              <a:gd name="connsiteY109" fmla="*/ 6345112 h 6855225"/>
              <a:gd name="connsiteX110" fmla="*/ 11384630 w 12199799"/>
              <a:gd name="connsiteY110" fmla="*/ 5891811 h 6855225"/>
              <a:gd name="connsiteX111" fmla="*/ 12199799 w 12199799"/>
              <a:gd name="connsiteY111" fmla="*/ 5438511 h 6855225"/>
              <a:gd name="connsiteX112" fmla="*/ 11418248 w 12199799"/>
              <a:gd name="connsiteY112" fmla="*/ 5891812 h 6855225"/>
              <a:gd name="connsiteX113" fmla="*/ 12199799 w 12199799"/>
              <a:gd name="connsiteY113" fmla="*/ 6345112 h 6855225"/>
              <a:gd name="connsiteX114" fmla="*/ 1596722 w 12199799"/>
              <a:gd name="connsiteY114" fmla="*/ 4943763 h 6855225"/>
              <a:gd name="connsiteX115" fmla="*/ 815170 w 12199799"/>
              <a:gd name="connsiteY115" fmla="*/ 5397063 h 6855225"/>
              <a:gd name="connsiteX116" fmla="*/ 1596722 w 12199799"/>
              <a:gd name="connsiteY116" fmla="*/ 5850364 h 6855225"/>
              <a:gd name="connsiteX117" fmla="*/ 3228838 w 12199799"/>
              <a:gd name="connsiteY117" fmla="*/ 4943763 h 6855225"/>
              <a:gd name="connsiteX118" fmla="*/ 2447286 w 12199799"/>
              <a:gd name="connsiteY118" fmla="*/ 5397063 h 6855225"/>
              <a:gd name="connsiteX119" fmla="*/ 3228838 w 12199799"/>
              <a:gd name="connsiteY119" fmla="*/ 5850364 h 6855225"/>
              <a:gd name="connsiteX120" fmla="*/ 4857957 w 12199799"/>
              <a:gd name="connsiteY120" fmla="*/ 4943763 h 6855225"/>
              <a:gd name="connsiteX121" fmla="*/ 4076405 w 12199799"/>
              <a:gd name="connsiteY121" fmla="*/ 5397063 h 6855225"/>
              <a:gd name="connsiteX122" fmla="*/ 4857957 w 12199799"/>
              <a:gd name="connsiteY122" fmla="*/ 5850364 h 6855225"/>
              <a:gd name="connsiteX123" fmla="*/ 6490069 w 12199799"/>
              <a:gd name="connsiteY123" fmla="*/ 4943763 h 6855225"/>
              <a:gd name="connsiteX124" fmla="*/ 5708521 w 12199799"/>
              <a:gd name="connsiteY124" fmla="*/ 5397063 h 6855225"/>
              <a:gd name="connsiteX125" fmla="*/ 6490069 w 12199799"/>
              <a:gd name="connsiteY125" fmla="*/ 5850364 h 6855225"/>
              <a:gd name="connsiteX126" fmla="*/ 8120394 w 12199799"/>
              <a:gd name="connsiteY126" fmla="*/ 4943763 h 6855225"/>
              <a:gd name="connsiteX127" fmla="*/ 7338859 w 12199799"/>
              <a:gd name="connsiteY127" fmla="*/ 5397063 h 6855225"/>
              <a:gd name="connsiteX128" fmla="*/ 8120394 w 12199799"/>
              <a:gd name="connsiteY128" fmla="*/ 5850364 h 6855225"/>
              <a:gd name="connsiteX129" fmla="*/ 9752510 w 12199799"/>
              <a:gd name="connsiteY129" fmla="*/ 4943763 h 6855225"/>
              <a:gd name="connsiteX130" fmla="*/ 8970960 w 12199799"/>
              <a:gd name="connsiteY130" fmla="*/ 5397063 h 6855225"/>
              <a:gd name="connsiteX131" fmla="*/ 9752510 w 12199799"/>
              <a:gd name="connsiteY131" fmla="*/ 5850364 h 6855225"/>
              <a:gd name="connsiteX132" fmla="*/ 11384629 w 12199799"/>
              <a:gd name="connsiteY132" fmla="*/ 4943763 h 6855225"/>
              <a:gd name="connsiteX133" fmla="*/ 10603076 w 12199799"/>
              <a:gd name="connsiteY133" fmla="*/ 5397063 h 6855225"/>
              <a:gd name="connsiteX134" fmla="*/ 11384629 w 12199799"/>
              <a:gd name="connsiteY134" fmla="*/ 5850364 h 6855225"/>
              <a:gd name="connsiteX135" fmla="*/ 0 w 12199799"/>
              <a:gd name="connsiteY135" fmla="*/ 4943763 h 6855225"/>
              <a:gd name="connsiteX136" fmla="*/ 0 w 12199799"/>
              <a:gd name="connsiteY136" fmla="*/ 5850365 h 6855225"/>
              <a:gd name="connsiteX137" fmla="*/ 781552 w 12199799"/>
              <a:gd name="connsiteY137" fmla="*/ 5397064 h 6855225"/>
              <a:gd name="connsiteX138" fmla="*/ 1630341 w 12199799"/>
              <a:gd name="connsiteY138" fmla="*/ 4943763 h 6855225"/>
              <a:gd name="connsiteX139" fmla="*/ 1630341 w 12199799"/>
              <a:gd name="connsiteY139" fmla="*/ 5850365 h 6855225"/>
              <a:gd name="connsiteX140" fmla="*/ 2411893 w 12199799"/>
              <a:gd name="connsiteY140" fmla="*/ 5397064 h 6855225"/>
              <a:gd name="connsiteX141" fmla="*/ 3261235 w 12199799"/>
              <a:gd name="connsiteY141" fmla="*/ 4943763 h 6855225"/>
              <a:gd name="connsiteX142" fmla="*/ 3261235 w 12199799"/>
              <a:gd name="connsiteY142" fmla="*/ 5850365 h 6855225"/>
              <a:gd name="connsiteX143" fmla="*/ 4042787 w 12199799"/>
              <a:gd name="connsiteY143" fmla="*/ 5397064 h 6855225"/>
              <a:gd name="connsiteX144" fmla="*/ 4891576 w 12199799"/>
              <a:gd name="connsiteY144" fmla="*/ 4943763 h 6855225"/>
              <a:gd name="connsiteX145" fmla="*/ 4891576 w 12199799"/>
              <a:gd name="connsiteY145" fmla="*/ 5850365 h 6855225"/>
              <a:gd name="connsiteX146" fmla="*/ 5673128 w 12199799"/>
              <a:gd name="connsiteY146" fmla="*/ 5397064 h 6855225"/>
              <a:gd name="connsiteX147" fmla="*/ 6523688 w 12199799"/>
              <a:gd name="connsiteY147" fmla="*/ 4943763 h 6855225"/>
              <a:gd name="connsiteX148" fmla="*/ 6523688 w 12199799"/>
              <a:gd name="connsiteY148" fmla="*/ 5850365 h 6855225"/>
              <a:gd name="connsiteX149" fmla="*/ 7305243 w 12199799"/>
              <a:gd name="connsiteY149" fmla="*/ 5397064 h 6855225"/>
              <a:gd name="connsiteX150" fmla="*/ 8154013 w 12199799"/>
              <a:gd name="connsiteY150" fmla="*/ 4943763 h 6855225"/>
              <a:gd name="connsiteX151" fmla="*/ 8154013 w 12199799"/>
              <a:gd name="connsiteY151" fmla="*/ 5850365 h 6855225"/>
              <a:gd name="connsiteX152" fmla="*/ 8935564 w 12199799"/>
              <a:gd name="connsiteY152" fmla="*/ 5397064 h 6855225"/>
              <a:gd name="connsiteX153" fmla="*/ 9786128 w 12199799"/>
              <a:gd name="connsiteY153" fmla="*/ 4943763 h 6855225"/>
              <a:gd name="connsiteX154" fmla="*/ 9786128 w 12199799"/>
              <a:gd name="connsiteY154" fmla="*/ 5850365 h 6855225"/>
              <a:gd name="connsiteX155" fmla="*/ 10567681 w 12199799"/>
              <a:gd name="connsiteY155" fmla="*/ 5397064 h 6855225"/>
              <a:gd name="connsiteX156" fmla="*/ 11418247 w 12199799"/>
              <a:gd name="connsiteY156" fmla="*/ 4943763 h 6855225"/>
              <a:gd name="connsiteX157" fmla="*/ 11418247 w 12199799"/>
              <a:gd name="connsiteY157" fmla="*/ 5850365 h 6855225"/>
              <a:gd name="connsiteX158" fmla="*/ 12199798 w 12199799"/>
              <a:gd name="connsiteY158" fmla="*/ 5397064 h 6855225"/>
              <a:gd name="connsiteX159" fmla="*/ 781554 w 12199799"/>
              <a:gd name="connsiteY159" fmla="*/ 4455068 h 6855225"/>
              <a:gd name="connsiteX160" fmla="*/ 1 w 12199799"/>
              <a:gd name="connsiteY160" fmla="*/ 4908369 h 6855225"/>
              <a:gd name="connsiteX161" fmla="*/ 781554 w 12199799"/>
              <a:gd name="connsiteY161" fmla="*/ 5361669 h 6855225"/>
              <a:gd name="connsiteX162" fmla="*/ 815170 w 12199799"/>
              <a:gd name="connsiteY162" fmla="*/ 4455068 h 6855225"/>
              <a:gd name="connsiteX163" fmla="*/ 815170 w 12199799"/>
              <a:gd name="connsiteY163" fmla="*/ 5361669 h 6855225"/>
              <a:gd name="connsiteX164" fmla="*/ 1596723 w 12199799"/>
              <a:gd name="connsiteY164" fmla="*/ 4908368 h 6855225"/>
              <a:gd name="connsiteX165" fmla="*/ 2411894 w 12199799"/>
              <a:gd name="connsiteY165" fmla="*/ 4455068 h 6855225"/>
              <a:gd name="connsiteX166" fmla="*/ 1630341 w 12199799"/>
              <a:gd name="connsiteY166" fmla="*/ 4908369 h 6855225"/>
              <a:gd name="connsiteX167" fmla="*/ 2411894 w 12199799"/>
              <a:gd name="connsiteY167" fmla="*/ 5361669 h 6855225"/>
              <a:gd name="connsiteX168" fmla="*/ 2447286 w 12199799"/>
              <a:gd name="connsiteY168" fmla="*/ 4455068 h 6855225"/>
              <a:gd name="connsiteX169" fmla="*/ 2447286 w 12199799"/>
              <a:gd name="connsiteY169" fmla="*/ 5361669 h 6855225"/>
              <a:gd name="connsiteX170" fmla="*/ 3228839 w 12199799"/>
              <a:gd name="connsiteY170" fmla="*/ 4908368 h 6855225"/>
              <a:gd name="connsiteX171" fmla="*/ 4042789 w 12199799"/>
              <a:gd name="connsiteY171" fmla="*/ 4455068 h 6855225"/>
              <a:gd name="connsiteX172" fmla="*/ 3261236 w 12199799"/>
              <a:gd name="connsiteY172" fmla="*/ 4908369 h 6855225"/>
              <a:gd name="connsiteX173" fmla="*/ 4042789 w 12199799"/>
              <a:gd name="connsiteY173" fmla="*/ 5361669 h 6855225"/>
              <a:gd name="connsiteX174" fmla="*/ 4076405 w 12199799"/>
              <a:gd name="connsiteY174" fmla="*/ 4455068 h 6855225"/>
              <a:gd name="connsiteX175" fmla="*/ 4076405 w 12199799"/>
              <a:gd name="connsiteY175" fmla="*/ 5361669 h 6855225"/>
              <a:gd name="connsiteX176" fmla="*/ 4857958 w 12199799"/>
              <a:gd name="connsiteY176" fmla="*/ 4908368 h 6855225"/>
              <a:gd name="connsiteX177" fmla="*/ 5673129 w 12199799"/>
              <a:gd name="connsiteY177" fmla="*/ 4455068 h 6855225"/>
              <a:gd name="connsiteX178" fmla="*/ 4891576 w 12199799"/>
              <a:gd name="connsiteY178" fmla="*/ 4908369 h 6855225"/>
              <a:gd name="connsiteX179" fmla="*/ 5673129 w 12199799"/>
              <a:gd name="connsiteY179" fmla="*/ 5361669 h 6855225"/>
              <a:gd name="connsiteX180" fmla="*/ 5708521 w 12199799"/>
              <a:gd name="connsiteY180" fmla="*/ 4455068 h 6855225"/>
              <a:gd name="connsiteX181" fmla="*/ 5708521 w 12199799"/>
              <a:gd name="connsiteY181" fmla="*/ 5361669 h 6855225"/>
              <a:gd name="connsiteX182" fmla="*/ 6490069 w 12199799"/>
              <a:gd name="connsiteY182" fmla="*/ 4908368 h 6855225"/>
              <a:gd name="connsiteX183" fmla="*/ 7305243 w 12199799"/>
              <a:gd name="connsiteY183" fmla="*/ 4455068 h 6855225"/>
              <a:gd name="connsiteX184" fmla="*/ 6523688 w 12199799"/>
              <a:gd name="connsiteY184" fmla="*/ 4908369 h 6855225"/>
              <a:gd name="connsiteX185" fmla="*/ 7305243 w 12199799"/>
              <a:gd name="connsiteY185" fmla="*/ 5361669 h 6855225"/>
              <a:gd name="connsiteX186" fmla="*/ 7338859 w 12199799"/>
              <a:gd name="connsiteY186" fmla="*/ 4455068 h 6855225"/>
              <a:gd name="connsiteX187" fmla="*/ 7338859 w 12199799"/>
              <a:gd name="connsiteY187" fmla="*/ 5361669 h 6855225"/>
              <a:gd name="connsiteX188" fmla="*/ 8120395 w 12199799"/>
              <a:gd name="connsiteY188" fmla="*/ 4908368 h 6855225"/>
              <a:gd name="connsiteX189" fmla="*/ 8935566 w 12199799"/>
              <a:gd name="connsiteY189" fmla="*/ 4455068 h 6855225"/>
              <a:gd name="connsiteX190" fmla="*/ 8154014 w 12199799"/>
              <a:gd name="connsiteY190" fmla="*/ 4908369 h 6855225"/>
              <a:gd name="connsiteX191" fmla="*/ 8935566 w 12199799"/>
              <a:gd name="connsiteY191" fmla="*/ 5361669 h 6855225"/>
              <a:gd name="connsiteX192" fmla="*/ 8970959 w 12199799"/>
              <a:gd name="connsiteY192" fmla="*/ 4455068 h 6855225"/>
              <a:gd name="connsiteX193" fmla="*/ 8970959 w 12199799"/>
              <a:gd name="connsiteY193" fmla="*/ 5361669 h 6855225"/>
              <a:gd name="connsiteX194" fmla="*/ 9752511 w 12199799"/>
              <a:gd name="connsiteY194" fmla="*/ 4908368 h 6855225"/>
              <a:gd name="connsiteX195" fmla="*/ 10567683 w 12199799"/>
              <a:gd name="connsiteY195" fmla="*/ 4455068 h 6855225"/>
              <a:gd name="connsiteX196" fmla="*/ 9786128 w 12199799"/>
              <a:gd name="connsiteY196" fmla="*/ 4908369 h 6855225"/>
              <a:gd name="connsiteX197" fmla="*/ 10567683 w 12199799"/>
              <a:gd name="connsiteY197" fmla="*/ 5361669 h 6855225"/>
              <a:gd name="connsiteX198" fmla="*/ 10603076 w 12199799"/>
              <a:gd name="connsiteY198" fmla="*/ 4455068 h 6855225"/>
              <a:gd name="connsiteX199" fmla="*/ 10603076 w 12199799"/>
              <a:gd name="connsiteY199" fmla="*/ 5361669 h 6855225"/>
              <a:gd name="connsiteX200" fmla="*/ 11384629 w 12199799"/>
              <a:gd name="connsiteY200" fmla="*/ 4908368 h 6855225"/>
              <a:gd name="connsiteX201" fmla="*/ 12199799 w 12199799"/>
              <a:gd name="connsiteY201" fmla="*/ 4455068 h 6855225"/>
              <a:gd name="connsiteX202" fmla="*/ 11418247 w 12199799"/>
              <a:gd name="connsiteY202" fmla="*/ 4908369 h 6855225"/>
              <a:gd name="connsiteX203" fmla="*/ 12199799 w 12199799"/>
              <a:gd name="connsiteY203" fmla="*/ 5361669 h 6855225"/>
              <a:gd name="connsiteX204" fmla="*/ 1596722 w 12199799"/>
              <a:gd name="connsiteY204" fmla="*/ 3960320 h 6855225"/>
              <a:gd name="connsiteX205" fmla="*/ 815170 w 12199799"/>
              <a:gd name="connsiteY205" fmla="*/ 4413620 h 6855225"/>
              <a:gd name="connsiteX206" fmla="*/ 1596722 w 12199799"/>
              <a:gd name="connsiteY206" fmla="*/ 4866921 h 6855225"/>
              <a:gd name="connsiteX207" fmla="*/ 3228838 w 12199799"/>
              <a:gd name="connsiteY207" fmla="*/ 3960320 h 6855225"/>
              <a:gd name="connsiteX208" fmla="*/ 2447286 w 12199799"/>
              <a:gd name="connsiteY208" fmla="*/ 4413620 h 6855225"/>
              <a:gd name="connsiteX209" fmla="*/ 3228838 w 12199799"/>
              <a:gd name="connsiteY209" fmla="*/ 4866921 h 6855225"/>
              <a:gd name="connsiteX210" fmla="*/ 4857957 w 12199799"/>
              <a:gd name="connsiteY210" fmla="*/ 3960320 h 6855225"/>
              <a:gd name="connsiteX211" fmla="*/ 4076405 w 12199799"/>
              <a:gd name="connsiteY211" fmla="*/ 4413620 h 6855225"/>
              <a:gd name="connsiteX212" fmla="*/ 4857957 w 12199799"/>
              <a:gd name="connsiteY212" fmla="*/ 4866921 h 6855225"/>
              <a:gd name="connsiteX213" fmla="*/ 6490069 w 12199799"/>
              <a:gd name="connsiteY213" fmla="*/ 3960320 h 6855225"/>
              <a:gd name="connsiteX214" fmla="*/ 5708521 w 12199799"/>
              <a:gd name="connsiteY214" fmla="*/ 4413620 h 6855225"/>
              <a:gd name="connsiteX215" fmla="*/ 6490069 w 12199799"/>
              <a:gd name="connsiteY215" fmla="*/ 4866921 h 6855225"/>
              <a:gd name="connsiteX216" fmla="*/ 8120394 w 12199799"/>
              <a:gd name="connsiteY216" fmla="*/ 3960320 h 6855225"/>
              <a:gd name="connsiteX217" fmla="*/ 7338859 w 12199799"/>
              <a:gd name="connsiteY217" fmla="*/ 4413620 h 6855225"/>
              <a:gd name="connsiteX218" fmla="*/ 8120394 w 12199799"/>
              <a:gd name="connsiteY218" fmla="*/ 4866921 h 6855225"/>
              <a:gd name="connsiteX219" fmla="*/ 9752510 w 12199799"/>
              <a:gd name="connsiteY219" fmla="*/ 3960320 h 6855225"/>
              <a:gd name="connsiteX220" fmla="*/ 8970960 w 12199799"/>
              <a:gd name="connsiteY220" fmla="*/ 4413620 h 6855225"/>
              <a:gd name="connsiteX221" fmla="*/ 9752510 w 12199799"/>
              <a:gd name="connsiteY221" fmla="*/ 4866921 h 6855225"/>
              <a:gd name="connsiteX222" fmla="*/ 11384629 w 12199799"/>
              <a:gd name="connsiteY222" fmla="*/ 3960320 h 6855225"/>
              <a:gd name="connsiteX223" fmla="*/ 10603076 w 12199799"/>
              <a:gd name="connsiteY223" fmla="*/ 4413620 h 6855225"/>
              <a:gd name="connsiteX224" fmla="*/ 11384629 w 12199799"/>
              <a:gd name="connsiteY224" fmla="*/ 4866921 h 6855225"/>
              <a:gd name="connsiteX225" fmla="*/ 0 w 12199799"/>
              <a:gd name="connsiteY225" fmla="*/ 3960320 h 6855225"/>
              <a:gd name="connsiteX226" fmla="*/ 0 w 12199799"/>
              <a:gd name="connsiteY226" fmla="*/ 4866922 h 6855225"/>
              <a:gd name="connsiteX227" fmla="*/ 781552 w 12199799"/>
              <a:gd name="connsiteY227" fmla="*/ 4413621 h 6855225"/>
              <a:gd name="connsiteX228" fmla="*/ 1630341 w 12199799"/>
              <a:gd name="connsiteY228" fmla="*/ 3960320 h 6855225"/>
              <a:gd name="connsiteX229" fmla="*/ 1630341 w 12199799"/>
              <a:gd name="connsiteY229" fmla="*/ 4866922 h 6855225"/>
              <a:gd name="connsiteX230" fmla="*/ 2411893 w 12199799"/>
              <a:gd name="connsiteY230" fmla="*/ 4413621 h 6855225"/>
              <a:gd name="connsiteX231" fmla="*/ 3261235 w 12199799"/>
              <a:gd name="connsiteY231" fmla="*/ 3960320 h 6855225"/>
              <a:gd name="connsiteX232" fmla="*/ 3261235 w 12199799"/>
              <a:gd name="connsiteY232" fmla="*/ 4866922 h 6855225"/>
              <a:gd name="connsiteX233" fmla="*/ 4042787 w 12199799"/>
              <a:gd name="connsiteY233" fmla="*/ 4413621 h 6855225"/>
              <a:gd name="connsiteX234" fmla="*/ 4891576 w 12199799"/>
              <a:gd name="connsiteY234" fmla="*/ 3960320 h 6855225"/>
              <a:gd name="connsiteX235" fmla="*/ 4891576 w 12199799"/>
              <a:gd name="connsiteY235" fmla="*/ 4866922 h 6855225"/>
              <a:gd name="connsiteX236" fmla="*/ 5673128 w 12199799"/>
              <a:gd name="connsiteY236" fmla="*/ 4413621 h 6855225"/>
              <a:gd name="connsiteX237" fmla="*/ 6523688 w 12199799"/>
              <a:gd name="connsiteY237" fmla="*/ 3960320 h 6855225"/>
              <a:gd name="connsiteX238" fmla="*/ 6523688 w 12199799"/>
              <a:gd name="connsiteY238" fmla="*/ 4866922 h 6855225"/>
              <a:gd name="connsiteX239" fmla="*/ 7305243 w 12199799"/>
              <a:gd name="connsiteY239" fmla="*/ 4413621 h 6855225"/>
              <a:gd name="connsiteX240" fmla="*/ 8154013 w 12199799"/>
              <a:gd name="connsiteY240" fmla="*/ 3960320 h 6855225"/>
              <a:gd name="connsiteX241" fmla="*/ 8154013 w 12199799"/>
              <a:gd name="connsiteY241" fmla="*/ 4866922 h 6855225"/>
              <a:gd name="connsiteX242" fmla="*/ 8935564 w 12199799"/>
              <a:gd name="connsiteY242" fmla="*/ 4413621 h 6855225"/>
              <a:gd name="connsiteX243" fmla="*/ 9786127 w 12199799"/>
              <a:gd name="connsiteY243" fmla="*/ 3960320 h 6855225"/>
              <a:gd name="connsiteX244" fmla="*/ 9786127 w 12199799"/>
              <a:gd name="connsiteY244" fmla="*/ 4866922 h 6855225"/>
              <a:gd name="connsiteX245" fmla="*/ 10567681 w 12199799"/>
              <a:gd name="connsiteY245" fmla="*/ 4413621 h 6855225"/>
              <a:gd name="connsiteX246" fmla="*/ 11418247 w 12199799"/>
              <a:gd name="connsiteY246" fmla="*/ 3960320 h 6855225"/>
              <a:gd name="connsiteX247" fmla="*/ 11418247 w 12199799"/>
              <a:gd name="connsiteY247" fmla="*/ 4866922 h 6855225"/>
              <a:gd name="connsiteX248" fmla="*/ 12199798 w 12199799"/>
              <a:gd name="connsiteY248" fmla="*/ 4413621 h 6855225"/>
              <a:gd name="connsiteX249" fmla="*/ 781554 w 12199799"/>
              <a:gd name="connsiteY249" fmla="*/ 3468161 h 6855225"/>
              <a:gd name="connsiteX250" fmla="*/ 1 w 12199799"/>
              <a:gd name="connsiteY250" fmla="*/ 3921462 h 6855225"/>
              <a:gd name="connsiteX251" fmla="*/ 781554 w 12199799"/>
              <a:gd name="connsiteY251" fmla="*/ 4374762 h 6855225"/>
              <a:gd name="connsiteX252" fmla="*/ 815170 w 12199799"/>
              <a:gd name="connsiteY252" fmla="*/ 3468161 h 6855225"/>
              <a:gd name="connsiteX253" fmla="*/ 815170 w 12199799"/>
              <a:gd name="connsiteY253" fmla="*/ 4374762 h 6855225"/>
              <a:gd name="connsiteX254" fmla="*/ 1596723 w 12199799"/>
              <a:gd name="connsiteY254" fmla="*/ 3921461 h 6855225"/>
              <a:gd name="connsiteX255" fmla="*/ 2411894 w 12199799"/>
              <a:gd name="connsiteY255" fmla="*/ 3468161 h 6855225"/>
              <a:gd name="connsiteX256" fmla="*/ 1630341 w 12199799"/>
              <a:gd name="connsiteY256" fmla="*/ 3921462 h 6855225"/>
              <a:gd name="connsiteX257" fmla="*/ 2411894 w 12199799"/>
              <a:gd name="connsiteY257" fmla="*/ 4374762 h 6855225"/>
              <a:gd name="connsiteX258" fmla="*/ 2447286 w 12199799"/>
              <a:gd name="connsiteY258" fmla="*/ 3468161 h 6855225"/>
              <a:gd name="connsiteX259" fmla="*/ 2447286 w 12199799"/>
              <a:gd name="connsiteY259" fmla="*/ 4374762 h 6855225"/>
              <a:gd name="connsiteX260" fmla="*/ 3228839 w 12199799"/>
              <a:gd name="connsiteY260" fmla="*/ 3921461 h 6855225"/>
              <a:gd name="connsiteX261" fmla="*/ 4042789 w 12199799"/>
              <a:gd name="connsiteY261" fmla="*/ 3468161 h 6855225"/>
              <a:gd name="connsiteX262" fmla="*/ 3261236 w 12199799"/>
              <a:gd name="connsiteY262" fmla="*/ 3921462 h 6855225"/>
              <a:gd name="connsiteX263" fmla="*/ 4042789 w 12199799"/>
              <a:gd name="connsiteY263" fmla="*/ 4374762 h 6855225"/>
              <a:gd name="connsiteX264" fmla="*/ 4076405 w 12199799"/>
              <a:gd name="connsiteY264" fmla="*/ 3468161 h 6855225"/>
              <a:gd name="connsiteX265" fmla="*/ 4076405 w 12199799"/>
              <a:gd name="connsiteY265" fmla="*/ 4374762 h 6855225"/>
              <a:gd name="connsiteX266" fmla="*/ 4857958 w 12199799"/>
              <a:gd name="connsiteY266" fmla="*/ 3921461 h 6855225"/>
              <a:gd name="connsiteX267" fmla="*/ 5673129 w 12199799"/>
              <a:gd name="connsiteY267" fmla="*/ 3468161 h 6855225"/>
              <a:gd name="connsiteX268" fmla="*/ 4891576 w 12199799"/>
              <a:gd name="connsiteY268" fmla="*/ 3921462 h 6855225"/>
              <a:gd name="connsiteX269" fmla="*/ 5673129 w 12199799"/>
              <a:gd name="connsiteY269" fmla="*/ 4374762 h 6855225"/>
              <a:gd name="connsiteX270" fmla="*/ 5708521 w 12199799"/>
              <a:gd name="connsiteY270" fmla="*/ 3468161 h 6855225"/>
              <a:gd name="connsiteX271" fmla="*/ 5708521 w 12199799"/>
              <a:gd name="connsiteY271" fmla="*/ 4374762 h 6855225"/>
              <a:gd name="connsiteX272" fmla="*/ 6490069 w 12199799"/>
              <a:gd name="connsiteY272" fmla="*/ 3921461 h 6855225"/>
              <a:gd name="connsiteX273" fmla="*/ 7305243 w 12199799"/>
              <a:gd name="connsiteY273" fmla="*/ 3468161 h 6855225"/>
              <a:gd name="connsiteX274" fmla="*/ 6523688 w 12199799"/>
              <a:gd name="connsiteY274" fmla="*/ 3921462 h 6855225"/>
              <a:gd name="connsiteX275" fmla="*/ 7305243 w 12199799"/>
              <a:gd name="connsiteY275" fmla="*/ 4374762 h 6855225"/>
              <a:gd name="connsiteX276" fmla="*/ 7338859 w 12199799"/>
              <a:gd name="connsiteY276" fmla="*/ 3468161 h 6855225"/>
              <a:gd name="connsiteX277" fmla="*/ 7338859 w 12199799"/>
              <a:gd name="connsiteY277" fmla="*/ 4374762 h 6855225"/>
              <a:gd name="connsiteX278" fmla="*/ 8120395 w 12199799"/>
              <a:gd name="connsiteY278" fmla="*/ 3921461 h 6855225"/>
              <a:gd name="connsiteX279" fmla="*/ 8935566 w 12199799"/>
              <a:gd name="connsiteY279" fmla="*/ 3468161 h 6855225"/>
              <a:gd name="connsiteX280" fmla="*/ 8154014 w 12199799"/>
              <a:gd name="connsiteY280" fmla="*/ 3921462 h 6855225"/>
              <a:gd name="connsiteX281" fmla="*/ 8935566 w 12199799"/>
              <a:gd name="connsiteY281" fmla="*/ 4374762 h 6855225"/>
              <a:gd name="connsiteX282" fmla="*/ 8970959 w 12199799"/>
              <a:gd name="connsiteY282" fmla="*/ 3468161 h 6855225"/>
              <a:gd name="connsiteX283" fmla="*/ 8970959 w 12199799"/>
              <a:gd name="connsiteY283" fmla="*/ 4374762 h 6855225"/>
              <a:gd name="connsiteX284" fmla="*/ 9752511 w 12199799"/>
              <a:gd name="connsiteY284" fmla="*/ 3921461 h 6855225"/>
              <a:gd name="connsiteX285" fmla="*/ 10567680 w 12199799"/>
              <a:gd name="connsiteY285" fmla="*/ 3468161 h 6855225"/>
              <a:gd name="connsiteX286" fmla="*/ 9786128 w 12199799"/>
              <a:gd name="connsiteY286" fmla="*/ 3921462 h 6855225"/>
              <a:gd name="connsiteX287" fmla="*/ 10567680 w 12199799"/>
              <a:gd name="connsiteY287" fmla="*/ 4374762 h 6855225"/>
              <a:gd name="connsiteX288" fmla="*/ 10603074 w 12199799"/>
              <a:gd name="connsiteY288" fmla="*/ 3468161 h 6855225"/>
              <a:gd name="connsiteX289" fmla="*/ 10603074 w 12199799"/>
              <a:gd name="connsiteY289" fmla="*/ 4374762 h 6855225"/>
              <a:gd name="connsiteX290" fmla="*/ 11384627 w 12199799"/>
              <a:gd name="connsiteY290" fmla="*/ 3921461 h 6855225"/>
              <a:gd name="connsiteX291" fmla="*/ 12199796 w 12199799"/>
              <a:gd name="connsiteY291" fmla="*/ 3468161 h 6855225"/>
              <a:gd name="connsiteX292" fmla="*/ 11418245 w 12199799"/>
              <a:gd name="connsiteY292" fmla="*/ 3921462 h 6855225"/>
              <a:gd name="connsiteX293" fmla="*/ 12199796 w 12199799"/>
              <a:gd name="connsiteY293" fmla="*/ 4374762 h 6855225"/>
              <a:gd name="connsiteX294" fmla="*/ 6523688 w 12199799"/>
              <a:gd name="connsiteY294" fmla="*/ 2973432 h 6855225"/>
              <a:gd name="connsiteX295" fmla="*/ 6523688 w 12199799"/>
              <a:gd name="connsiteY295" fmla="*/ 3880015 h 6855225"/>
              <a:gd name="connsiteX296" fmla="*/ 7305243 w 12199799"/>
              <a:gd name="connsiteY296" fmla="*/ 3426715 h 6855225"/>
              <a:gd name="connsiteX297" fmla="*/ 8120394 w 12199799"/>
              <a:gd name="connsiteY297" fmla="*/ 2973430 h 6855225"/>
              <a:gd name="connsiteX298" fmla="*/ 7338859 w 12199799"/>
              <a:gd name="connsiteY298" fmla="*/ 3426715 h 6855225"/>
              <a:gd name="connsiteX299" fmla="*/ 8120394 w 12199799"/>
              <a:gd name="connsiteY299" fmla="*/ 3880014 h 6855225"/>
              <a:gd name="connsiteX300" fmla="*/ 8154013 w 12199799"/>
              <a:gd name="connsiteY300" fmla="*/ 2973430 h 6855225"/>
              <a:gd name="connsiteX301" fmla="*/ 8154013 w 12199799"/>
              <a:gd name="connsiteY301" fmla="*/ 3880015 h 6855225"/>
              <a:gd name="connsiteX302" fmla="*/ 8935564 w 12199799"/>
              <a:gd name="connsiteY302" fmla="*/ 3426715 h 6855225"/>
              <a:gd name="connsiteX303" fmla="*/ 9752510 w 12199799"/>
              <a:gd name="connsiteY303" fmla="*/ 2973428 h 6855225"/>
              <a:gd name="connsiteX304" fmla="*/ 8970960 w 12199799"/>
              <a:gd name="connsiteY304" fmla="*/ 3426715 h 6855225"/>
              <a:gd name="connsiteX305" fmla="*/ 9752510 w 12199799"/>
              <a:gd name="connsiteY305" fmla="*/ 3880014 h 6855225"/>
              <a:gd name="connsiteX306" fmla="*/ 9786127 w 12199799"/>
              <a:gd name="connsiteY306" fmla="*/ 2973428 h 6855225"/>
              <a:gd name="connsiteX307" fmla="*/ 9786127 w 12199799"/>
              <a:gd name="connsiteY307" fmla="*/ 3880015 h 6855225"/>
              <a:gd name="connsiteX308" fmla="*/ 10567678 w 12199799"/>
              <a:gd name="connsiteY308" fmla="*/ 3426715 h 6855225"/>
              <a:gd name="connsiteX309" fmla="*/ 11384626 w 12199799"/>
              <a:gd name="connsiteY309" fmla="*/ 2973428 h 6855225"/>
              <a:gd name="connsiteX310" fmla="*/ 10603074 w 12199799"/>
              <a:gd name="connsiteY310" fmla="*/ 3426714 h 6855225"/>
              <a:gd name="connsiteX311" fmla="*/ 11384626 w 12199799"/>
              <a:gd name="connsiteY311" fmla="*/ 3880014 h 6855225"/>
              <a:gd name="connsiteX312" fmla="*/ 11418245 w 12199799"/>
              <a:gd name="connsiteY312" fmla="*/ 2973427 h 6855225"/>
              <a:gd name="connsiteX313" fmla="*/ 11418245 w 12199799"/>
              <a:gd name="connsiteY313" fmla="*/ 3880015 h 6855225"/>
              <a:gd name="connsiteX314" fmla="*/ 12199795 w 12199799"/>
              <a:gd name="connsiteY314" fmla="*/ 3426714 h 6855225"/>
              <a:gd name="connsiteX315" fmla="*/ 3261235 w 12199799"/>
              <a:gd name="connsiteY315" fmla="*/ 2973422 h 6855225"/>
              <a:gd name="connsiteX316" fmla="*/ 3261235 w 12199799"/>
              <a:gd name="connsiteY316" fmla="*/ 3880015 h 6855225"/>
              <a:gd name="connsiteX317" fmla="*/ 4042787 w 12199799"/>
              <a:gd name="connsiteY317" fmla="*/ 3426714 h 6855225"/>
              <a:gd name="connsiteX318" fmla="*/ 4857957 w 12199799"/>
              <a:gd name="connsiteY318" fmla="*/ 2973422 h 6855225"/>
              <a:gd name="connsiteX319" fmla="*/ 4076405 w 12199799"/>
              <a:gd name="connsiteY319" fmla="*/ 3426714 h 6855225"/>
              <a:gd name="connsiteX320" fmla="*/ 4857957 w 12199799"/>
              <a:gd name="connsiteY320" fmla="*/ 3880014 h 6855225"/>
              <a:gd name="connsiteX321" fmla="*/ 4891576 w 12199799"/>
              <a:gd name="connsiteY321" fmla="*/ 2973422 h 6855225"/>
              <a:gd name="connsiteX322" fmla="*/ 4891576 w 12199799"/>
              <a:gd name="connsiteY322" fmla="*/ 3880015 h 6855225"/>
              <a:gd name="connsiteX323" fmla="*/ 5673128 w 12199799"/>
              <a:gd name="connsiteY323" fmla="*/ 3426714 h 6855225"/>
              <a:gd name="connsiteX324" fmla="*/ 6490069 w 12199799"/>
              <a:gd name="connsiteY324" fmla="*/ 2973421 h 6855225"/>
              <a:gd name="connsiteX325" fmla="*/ 5708521 w 12199799"/>
              <a:gd name="connsiteY325" fmla="*/ 3426714 h 6855225"/>
              <a:gd name="connsiteX326" fmla="*/ 6490069 w 12199799"/>
              <a:gd name="connsiteY326" fmla="*/ 3880014 h 6855225"/>
              <a:gd name="connsiteX327" fmla="*/ 0 w 12199799"/>
              <a:gd name="connsiteY327" fmla="*/ 2973417 h 6855225"/>
              <a:gd name="connsiteX328" fmla="*/ 0 w 12199799"/>
              <a:gd name="connsiteY328" fmla="*/ 3880015 h 6855225"/>
              <a:gd name="connsiteX329" fmla="*/ 781552 w 12199799"/>
              <a:gd name="connsiteY329" fmla="*/ 3426714 h 6855225"/>
              <a:gd name="connsiteX330" fmla="*/ 1596722 w 12199799"/>
              <a:gd name="connsiteY330" fmla="*/ 2973417 h 6855225"/>
              <a:gd name="connsiteX331" fmla="*/ 815170 w 12199799"/>
              <a:gd name="connsiteY331" fmla="*/ 3426714 h 6855225"/>
              <a:gd name="connsiteX332" fmla="*/ 1596722 w 12199799"/>
              <a:gd name="connsiteY332" fmla="*/ 3880014 h 6855225"/>
              <a:gd name="connsiteX333" fmla="*/ 1630341 w 12199799"/>
              <a:gd name="connsiteY333" fmla="*/ 2973416 h 6855225"/>
              <a:gd name="connsiteX334" fmla="*/ 1630341 w 12199799"/>
              <a:gd name="connsiteY334" fmla="*/ 3880015 h 6855225"/>
              <a:gd name="connsiteX335" fmla="*/ 2411893 w 12199799"/>
              <a:gd name="connsiteY335" fmla="*/ 3426714 h 6855225"/>
              <a:gd name="connsiteX336" fmla="*/ 3228838 w 12199799"/>
              <a:gd name="connsiteY336" fmla="*/ 2973416 h 6855225"/>
              <a:gd name="connsiteX337" fmla="*/ 2447286 w 12199799"/>
              <a:gd name="connsiteY337" fmla="*/ 3426714 h 6855225"/>
              <a:gd name="connsiteX338" fmla="*/ 3228838 w 12199799"/>
              <a:gd name="connsiteY338" fmla="*/ 3880014 h 6855225"/>
              <a:gd name="connsiteX339" fmla="*/ 7305243 w 12199799"/>
              <a:gd name="connsiteY339" fmla="*/ 2484744 h 6855225"/>
              <a:gd name="connsiteX340" fmla="*/ 6523688 w 12199799"/>
              <a:gd name="connsiteY340" fmla="*/ 2938039 h 6855225"/>
              <a:gd name="connsiteX341" fmla="*/ 7305243 w 12199799"/>
              <a:gd name="connsiteY341" fmla="*/ 3391326 h 6855225"/>
              <a:gd name="connsiteX342" fmla="*/ 7338859 w 12199799"/>
              <a:gd name="connsiteY342" fmla="*/ 2484740 h 6855225"/>
              <a:gd name="connsiteX343" fmla="*/ 7338859 w 12199799"/>
              <a:gd name="connsiteY343" fmla="*/ 3391326 h 6855225"/>
              <a:gd name="connsiteX344" fmla="*/ 8120395 w 12199799"/>
              <a:gd name="connsiteY344" fmla="*/ 2938038 h 6855225"/>
              <a:gd name="connsiteX345" fmla="*/ 8935566 w 12199799"/>
              <a:gd name="connsiteY345" fmla="*/ 2484740 h 6855225"/>
              <a:gd name="connsiteX346" fmla="*/ 8154014 w 12199799"/>
              <a:gd name="connsiteY346" fmla="*/ 2938039 h 6855225"/>
              <a:gd name="connsiteX347" fmla="*/ 8935566 w 12199799"/>
              <a:gd name="connsiteY347" fmla="*/ 3391326 h 6855225"/>
              <a:gd name="connsiteX348" fmla="*/ 8970959 w 12199799"/>
              <a:gd name="connsiteY348" fmla="*/ 2484740 h 6855225"/>
              <a:gd name="connsiteX349" fmla="*/ 8970959 w 12199799"/>
              <a:gd name="connsiteY349" fmla="*/ 3391326 h 6855225"/>
              <a:gd name="connsiteX350" fmla="*/ 9752511 w 12199799"/>
              <a:gd name="connsiteY350" fmla="*/ 2938036 h 6855225"/>
              <a:gd name="connsiteX351" fmla="*/ 10567680 w 12199799"/>
              <a:gd name="connsiteY351" fmla="*/ 2484740 h 6855225"/>
              <a:gd name="connsiteX352" fmla="*/ 9786128 w 12199799"/>
              <a:gd name="connsiteY352" fmla="*/ 2938038 h 6855225"/>
              <a:gd name="connsiteX353" fmla="*/ 10567680 w 12199799"/>
              <a:gd name="connsiteY353" fmla="*/ 3391326 h 6855225"/>
              <a:gd name="connsiteX354" fmla="*/ 10603074 w 12199799"/>
              <a:gd name="connsiteY354" fmla="*/ 2484738 h 6855225"/>
              <a:gd name="connsiteX355" fmla="*/ 10603074 w 12199799"/>
              <a:gd name="connsiteY355" fmla="*/ 3391323 h 6855225"/>
              <a:gd name="connsiteX356" fmla="*/ 11384627 w 12199799"/>
              <a:gd name="connsiteY356" fmla="*/ 2938033 h 6855225"/>
              <a:gd name="connsiteX357" fmla="*/ 12199796 w 12199799"/>
              <a:gd name="connsiteY357" fmla="*/ 2484738 h 6855225"/>
              <a:gd name="connsiteX358" fmla="*/ 11418245 w 12199799"/>
              <a:gd name="connsiteY358" fmla="*/ 2938035 h 6855225"/>
              <a:gd name="connsiteX359" fmla="*/ 12199796 w 12199799"/>
              <a:gd name="connsiteY359" fmla="*/ 3391323 h 6855225"/>
              <a:gd name="connsiteX360" fmla="*/ 4042789 w 12199799"/>
              <a:gd name="connsiteY360" fmla="*/ 2484731 h 6855225"/>
              <a:gd name="connsiteX361" fmla="*/ 3261236 w 12199799"/>
              <a:gd name="connsiteY361" fmla="*/ 2938029 h 6855225"/>
              <a:gd name="connsiteX362" fmla="*/ 4042789 w 12199799"/>
              <a:gd name="connsiteY362" fmla="*/ 3391323 h 6855225"/>
              <a:gd name="connsiteX363" fmla="*/ 4076405 w 12199799"/>
              <a:gd name="connsiteY363" fmla="*/ 2484731 h 6855225"/>
              <a:gd name="connsiteX364" fmla="*/ 4076405 w 12199799"/>
              <a:gd name="connsiteY364" fmla="*/ 3391321 h 6855225"/>
              <a:gd name="connsiteX365" fmla="*/ 4857958 w 12199799"/>
              <a:gd name="connsiteY365" fmla="*/ 2938027 h 6855225"/>
              <a:gd name="connsiteX366" fmla="*/ 5673129 w 12199799"/>
              <a:gd name="connsiteY366" fmla="*/ 2484731 h 6855225"/>
              <a:gd name="connsiteX367" fmla="*/ 4891576 w 12199799"/>
              <a:gd name="connsiteY367" fmla="*/ 2938029 h 6855225"/>
              <a:gd name="connsiteX368" fmla="*/ 5673129 w 12199799"/>
              <a:gd name="connsiteY368" fmla="*/ 3391321 h 6855225"/>
              <a:gd name="connsiteX369" fmla="*/ 5708521 w 12199799"/>
              <a:gd name="connsiteY369" fmla="*/ 2484729 h 6855225"/>
              <a:gd name="connsiteX370" fmla="*/ 5708521 w 12199799"/>
              <a:gd name="connsiteY370" fmla="*/ 3391321 h 6855225"/>
              <a:gd name="connsiteX371" fmla="*/ 6490069 w 12199799"/>
              <a:gd name="connsiteY371" fmla="*/ 2938026 h 6855225"/>
              <a:gd name="connsiteX372" fmla="*/ 781554 w 12199799"/>
              <a:gd name="connsiteY372" fmla="*/ 2484725 h 6855225"/>
              <a:gd name="connsiteX373" fmla="*/ 1 w 12199799"/>
              <a:gd name="connsiteY373" fmla="*/ 2938024 h 6855225"/>
              <a:gd name="connsiteX374" fmla="*/ 781554 w 12199799"/>
              <a:gd name="connsiteY374" fmla="*/ 3391320 h 6855225"/>
              <a:gd name="connsiteX375" fmla="*/ 815170 w 12199799"/>
              <a:gd name="connsiteY375" fmla="*/ 2484723 h 6855225"/>
              <a:gd name="connsiteX376" fmla="*/ 815170 w 12199799"/>
              <a:gd name="connsiteY376" fmla="*/ 3391320 h 6855225"/>
              <a:gd name="connsiteX377" fmla="*/ 1596723 w 12199799"/>
              <a:gd name="connsiteY377" fmla="*/ 2938021 h 6855225"/>
              <a:gd name="connsiteX378" fmla="*/ 2411894 w 12199799"/>
              <a:gd name="connsiteY378" fmla="*/ 2484723 h 6855225"/>
              <a:gd name="connsiteX379" fmla="*/ 1630341 w 12199799"/>
              <a:gd name="connsiteY379" fmla="*/ 2938023 h 6855225"/>
              <a:gd name="connsiteX380" fmla="*/ 2411894 w 12199799"/>
              <a:gd name="connsiteY380" fmla="*/ 3391320 h 6855225"/>
              <a:gd name="connsiteX381" fmla="*/ 2447286 w 12199799"/>
              <a:gd name="connsiteY381" fmla="*/ 2484721 h 6855225"/>
              <a:gd name="connsiteX382" fmla="*/ 2447286 w 12199799"/>
              <a:gd name="connsiteY382" fmla="*/ 3391320 h 6855225"/>
              <a:gd name="connsiteX383" fmla="*/ 3228839 w 12199799"/>
              <a:gd name="connsiteY383" fmla="*/ 2938021 h 6855225"/>
              <a:gd name="connsiteX384" fmla="*/ 9752510 w 12199799"/>
              <a:gd name="connsiteY384" fmla="*/ 1989995 h 6855225"/>
              <a:gd name="connsiteX385" fmla="*/ 8970960 w 12199799"/>
              <a:gd name="connsiteY385" fmla="*/ 2443295 h 6855225"/>
              <a:gd name="connsiteX386" fmla="*/ 9752510 w 12199799"/>
              <a:gd name="connsiteY386" fmla="*/ 2896592 h 6855225"/>
              <a:gd name="connsiteX387" fmla="*/ 6523688 w 12199799"/>
              <a:gd name="connsiteY387" fmla="*/ 1989994 h 6855225"/>
              <a:gd name="connsiteX388" fmla="*/ 6523688 w 12199799"/>
              <a:gd name="connsiteY388" fmla="*/ 2896592 h 6855225"/>
              <a:gd name="connsiteX389" fmla="*/ 7305243 w 12199799"/>
              <a:gd name="connsiteY389" fmla="*/ 2443295 h 6855225"/>
              <a:gd name="connsiteX390" fmla="*/ 8120394 w 12199799"/>
              <a:gd name="connsiteY390" fmla="*/ 1989992 h 6855225"/>
              <a:gd name="connsiteX391" fmla="*/ 7338859 w 12199799"/>
              <a:gd name="connsiteY391" fmla="*/ 2443293 h 6855225"/>
              <a:gd name="connsiteX392" fmla="*/ 8120394 w 12199799"/>
              <a:gd name="connsiteY392" fmla="*/ 2896591 h 6855225"/>
              <a:gd name="connsiteX393" fmla="*/ 8154013 w 12199799"/>
              <a:gd name="connsiteY393" fmla="*/ 1989992 h 6855225"/>
              <a:gd name="connsiteX394" fmla="*/ 8154013 w 12199799"/>
              <a:gd name="connsiteY394" fmla="*/ 2896591 h 6855225"/>
              <a:gd name="connsiteX395" fmla="*/ 8935564 w 12199799"/>
              <a:gd name="connsiteY395" fmla="*/ 2443293 h 6855225"/>
              <a:gd name="connsiteX396" fmla="*/ 9786127 w 12199799"/>
              <a:gd name="connsiteY396" fmla="*/ 1989991 h 6855225"/>
              <a:gd name="connsiteX397" fmla="*/ 9786127 w 12199799"/>
              <a:gd name="connsiteY397" fmla="*/ 2896589 h 6855225"/>
              <a:gd name="connsiteX398" fmla="*/ 10567678 w 12199799"/>
              <a:gd name="connsiteY398" fmla="*/ 2443292 h 6855225"/>
              <a:gd name="connsiteX399" fmla="*/ 11384626 w 12199799"/>
              <a:gd name="connsiteY399" fmla="*/ 1989989 h 6855225"/>
              <a:gd name="connsiteX400" fmla="*/ 10603074 w 12199799"/>
              <a:gd name="connsiteY400" fmla="*/ 2443289 h 6855225"/>
              <a:gd name="connsiteX401" fmla="*/ 11384626 w 12199799"/>
              <a:gd name="connsiteY401" fmla="*/ 2896587 h 6855225"/>
              <a:gd name="connsiteX402" fmla="*/ 11418245 w 12199799"/>
              <a:gd name="connsiteY402" fmla="*/ 1989989 h 6855225"/>
              <a:gd name="connsiteX403" fmla="*/ 11418245 w 12199799"/>
              <a:gd name="connsiteY403" fmla="*/ 2896588 h 6855225"/>
              <a:gd name="connsiteX404" fmla="*/ 12199795 w 12199799"/>
              <a:gd name="connsiteY404" fmla="*/ 2443289 h 6855225"/>
              <a:gd name="connsiteX405" fmla="*/ 3261235 w 12199799"/>
              <a:gd name="connsiteY405" fmla="*/ 1989983 h 6855225"/>
              <a:gd name="connsiteX406" fmla="*/ 3261235 w 12199799"/>
              <a:gd name="connsiteY406" fmla="*/ 2896583 h 6855225"/>
              <a:gd name="connsiteX407" fmla="*/ 4042787 w 12199799"/>
              <a:gd name="connsiteY407" fmla="*/ 2443283 h 6855225"/>
              <a:gd name="connsiteX408" fmla="*/ 4857957 w 12199799"/>
              <a:gd name="connsiteY408" fmla="*/ 1989982 h 6855225"/>
              <a:gd name="connsiteX409" fmla="*/ 4076405 w 12199799"/>
              <a:gd name="connsiteY409" fmla="*/ 2443281 h 6855225"/>
              <a:gd name="connsiteX410" fmla="*/ 4857957 w 12199799"/>
              <a:gd name="connsiteY410" fmla="*/ 2896581 h 6855225"/>
              <a:gd name="connsiteX411" fmla="*/ 4891576 w 12199799"/>
              <a:gd name="connsiteY411" fmla="*/ 1989982 h 6855225"/>
              <a:gd name="connsiteX412" fmla="*/ 4891576 w 12199799"/>
              <a:gd name="connsiteY412" fmla="*/ 2896581 h 6855225"/>
              <a:gd name="connsiteX413" fmla="*/ 5673128 w 12199799"/>
              <a:gd name="connsiteY413" fmla="*/ 2443281 h 6855225"/>
              <a:gd name="connsiteX414" fmla="*/ 6490069 w 12199799"/>
              <a:gd name="connsiteY414" fmla="*/ 1989981 h 6855225"/>
              <a:gd name="connsiteX415" fmla="*/ 5708521 w 12199799"/>
              <a:gd name="connsiteY415" fmla="*/ 2443280 h 6855225"/>
              <a:gd name="connsiteX416" fmla="*/ 6490069 w 12199799"/>
              <a:gd name="connsiteY416" fmla="*/ 2896580 h 6855225"/>
              <a:gd name="connsiteX417" fmla="*/ 0 w 12199799"/>
              <a:gd name="connsiteY417" fmla="*/ 1989976 h 6855225"/>
              <a:gd name="connsiteX418" fmla="*/ 0 w 12199799"/>
              <a:gd name="connsiteY418" fmla="*/ 2896577 h 6855225"/>
              <a:gd name="connsiteX419" fmla="*/ 781552 w 12199799"/>
              <a:gd name="connsiteY419" fmla="*/ 2443276 h 6855225"/>
              <a:gd name="connsiteX420" fmla="*/ 1596722 w 12199799"/>
              <a:gd name="connsiteY420" fmla="*/ 1989975 h 6855225"/>
              <a:gd name="connsiteX421" fmla="*/ 815170 w 12199799"/>
              <a:gd name="connsiteY421" fmla="*/ 2443275 h 6855225"/>
              <a:gd name="connsiteX422" fmla="*/ 1596722 w 12199799"/>
              <a:gd name="connsiteY422" fmla="*/ 2896575 h 6855225"/>
              <a:gd name="connsiteX423" fmla="*/ 1630341 w 12199799"/>
              <a:gd name="connsiteY423" fmla="*/ 1989975 h 6855225"/>
              <a:gd name="connsiteX424" fmla="*/ 1630341 w 12199799"/>
              <a:gd name="connsiteY424" fmla="*/ 2896576 h 6855225"/>
              <a:gd name="connsiteX425" fmla="*/ 2411893 w 12199799"/>
              <a:gd name="connsiteY425" fmla="*/ 2443276 h 6855225"/>
              <a:gd name="connsiteX426" fmla="*/ 3228838 w 12199799"/>
              <a:gd name="connsiteY426" fmla="*/ 1989974 h 6855225"/>
              <a:gd name="connsiteX427" fmla="*/ 2447286 w 12199799"/>
              <a:gd name="connsiteY427" fmla="*/ 2443273 h 6855225"/>
              <a:gd name="connsiteX428" fmla="*/ 3228838 w 12199799"/>
              <a:gd name="connsiteY428" fmla="*/ 2896575 h 6855225"/>
              <a:gd name="connsiteX429" fmla="*/ 7305243 w 12199799"/>
              <a:gd name="connsiteY429" fmla="*/ 1503884 h 6855225"/>
              <a:gd name="connsiteX430" fmla="*/ 6523688 w 12199799"/>
              <a:gd name="connsiteY430" fmla="*/ 1957188 h 6855225"/>
              <a:gd name="connsiteX431" fmla="*/ 7305243 w 12199799"/>
              <a:gd name="connsiteY431" fmla="*/ 2410485 h 6855225"/>
              <a:gd name="connsiteX432" fmla="*/ 7338859 w 12199799"/>
              <a:gd name="connsiteY432" fmla="*/ 1503883 h 6855225"/>
              <a:gd name="connsiteX433" fmla="*/ 7338859 w 12199799"/>
              <a:gd name="connsiteY433" fmla="*/ 2410484 h 6855225"/>
              <a:gd name="connsiteX434" fmla="*/ 8120395 w 12199799"/>
              <a:gd name="connsiteY434" fmla="*/ 1957186 h 6855225"/>
              <a:gd name="connsiteX435" fmla="*/ 8935566 w 12199799"/>
              <a:gd name="connsiteY435" fmla="*/ 1503883 h 6855225"/>
              <a:gd name="connsiteX436" fmla="*/ 8154014 w 12199799"/>
              <a:gd name="connsiteY436" fmla="*/ 1957188 h 6855225"/>
              <a:gd name="connsiteX437" fmla="*/ 8935566 w 12199799"/>
              <a:gd name="connsiteY437" fmla="*/ 2410484 h 6855225"/>
              <a:gd name="connsiteX438" fmla="*/ 10567680 w 12199799"/>
              <a:gd name="connsiteY438" fmla="*/ 1503881 h 6855225"/>
              <a:gd name="connsiteX439" fmla="*/ 9786128 w 12199799"/>
              <a:gd name="connsiteY439" fmla="*/ 1957185 h 6855225"/>
              <a:gd name="connsiteX440" fmla="*/ 10567680 w 12199799"/>
              <a:gd name="connsiteY440" fmla="*/ 2410481 h 6855225"/>
              <a:gd name="connsiteX441" fmla="*/ 8970959 w 12199799"/>
              <a:gd name="connsiteY441" fmla="*/ 1503881 h 6855225"/>
              <a:gd name="connsiteX442" fmla="*/ 8970959 w 12199799"/>
              <a:gd name="connsiteY442" fmla="*/ 2410481 h 6855225"/>
              <a:gd name="connsiteX443" fmla="*/ 9752511 w 12199799"/>
              <a:gd name="connsiteY443" fmla="*/ 1957184 h 6855225"/>
              <a:gd name="connsiteX444" fmla="*/ 10603073 w 12199799"/>
              <a:gd name="connsiteY444" fmla="*/ 1503879 h 6855225"/>
              <a:gd name="connsiteX445" fmla="*/ 10603073 w 12199799"/>
              <a:gd name="connsiteY445" fmla="*/ 2410480 h 6855225"/>
              <a:gd name="connsiteX446" fmla="*/ 11384627 w 12199799"/>
              <a:gd name="connsiteY446" fmla="*/ 1957182 h 6855225"/>
              <a:gd name="connsiteX447" fmla="*/ 12199796 w 12199799"/>
              <a:gd name="connsiteY447" fmla="*/ 1503879 h 6855225"/>
              <a:gd name="connsiteX448" fmla="*/ 11418245 w 12199799"/>
              <a:gd name="connsiteY448" fmla="*/ 1957183 h 6855225"/>
              <a:gd name="connsiteX449" fmla="*/ 12199796 w 12199799"/>
              <a:gd name="connsiteY449" fmla="*/ 2410480 h 6855225"/>
              <a:gd name="connsiteX450" fmla="*/ 4042789 w 12199799"/>
              <a:gd name="connsiteY450" fmla="*/ 1503874 h 6855225"/>
              <a:gd name="connsiteX451" fmla="*/ 3261236 w 12199799"/>
              <a:gd name="connsiteY451" fmla="*/ 1957177 h 6855225"/>
              <a:gd name="connsiteX452" fmla="*/ 4042789 w 12199799"/>
              <a:gd name="connsiteY452" fmla="*/ 2410474 h 6855225"/>
              <a:gd name="connsiteX453" fmla="*/ 4076405 w 12199799"/>
              <a:gd name="connsiteY453" fmla="*/ 1503873 h 6855225"/>
              <a:gd name="connsiteX454" fmla="*/ 4076405 w 12199799"/>
              <a:gd name="connsiteY454" fmla="*/ 2410472 h 6855225"/>
              <a:gd name="connsiteX455" fmla="*/ 4857958 w 12199799"/>
              <a:gd name="connsiteY455" fmla="*/ 1957175 h 6855225"/>
              <a:gd name="connsiteX456" fmla="*/ 5673129 w 12199799"/>
              <a:gd name="connsiteY456" fmla="*/ 1503873 h 6855225"/>
              <a:gd name="connsiteX457" fmla="*/ 4891576 w 12199799"/>
              <a:gd name="connsiteY457" fmla="*/ 1957176 h 6855225"/>
              <a:gd name="connsiteX458" fmla="*/ 5673129 w 12199799"/>
              <a:gd name="connsiteY458" fmla="*/ 2410472 h 6855225"/>
              <a:gd name="connsiteX459" fmla="*/ 5708521 w 12199799"/>
              <a:gd name="connsiteY459" fmla="*/ 1503872 h 6855225"/>
              <a:gd name="connsiteX460" fmla="*/ 5708521 w 12199799"/>
              <a:gd name="connsiteY460" fmla="*/ 2410471 h 6855225"/>
              <a:gd name="connsiteX461" fmla="*/ 6490069 w 12199799"/>
              <a:gd name="connsiteY461" fmla="*/ 1957174 h 6855225"/>
              <a:gd name="connsiteX462" fmla="*/ 781554 w 12199799"/>
              <a:gd name="connsiteY462" fmla="*/ 1503868 h 6855225"/>
              <a:gd name="connsiteX463" fmla="*/ 1 w 12199799"/>
              <a:gd name="connsiteY463" fmla="*/ 1957170 h 6855225"/>
              <a:gd name="connsiteX464" fmla="*/ 781554 w 12199799"/>
              <a:gd name="connsiteY464" fmla="*/ 2410469 h 6855225"/>
              <a:gd name="connsiteX465" fmla="*/ 2411894 w 12199799"/>
              <a:gd name="connsiteY465" fmla="*/ 1503867 h 6855225"/>
              <a:gd name="connsiteX466" fmla="*/ 1630341 w 12199799"/>
              <a:gd name="connsiteY466" fmla="*/ 1957169 h 6855225"/>
              <a:gd name="connsiteX467" fmla="*/ 2411894 w 12199799"/>
              <a:gd name="connsiteY467" fmla="*/ 2410468 h 6855225"/>
              <a:gd name="connsiteX468" fmla="*/ 815170 w 12199799"/>
              <a:gd name="connsiteY468" fmla="*/ 1503867 h 6855225"/>
              <a:gd name="connsiteX469" fmla="*/ 815170 w 12199799"/>
              <a:gd name="connsiteY469" fmla="*/ 2410468 h 6855225"/>
              <a:gd name="connsiteX470" fmla="*/ 1596723 w 12199799"/>
              <a:gd name="connsiteY470" fmla="*/ 1957168 h 6855225"/>
              <a:gd name="connsiteX471" fmla="*/ 2447286 w 12199799"/>
              <a:gd name="connsiteY471" fmla="*/ 1503866 h 6855225"/>
              <a:gd name="connsiteX472" fmla="*/ 2447286 w 12199799"/>
              <a:gd name="connsiteY472" fmla="*/ 2410467 h 6855225"/>
              <a:gd name="connsiteX473" fmla="*/ 3228839 w 12199799"/>
              <a:gd name="connsiteY473" fmla="*/ 1957166 h 6855225"/>
              <a:gd name="connsiteX474" fmla="*/ 6523688 w 12199799"/>
              <a:gd name="connsiteY474" fmla="*/ 1009133 h 6855225"/>
              <a:gd name="connsiteX475" fmla="*/ 6523688 w 12199799"/>
              <a:gd name="connsiteY475" fmla="*/ 1915742 h 6855225"/>
              <a:gd name="connsiteX476" fmla="*/ 7305243 w 12199799"/>
              <a:gd name="connsiteY476" fmla="*/ 1462437 h 6855225"/>
              <a:gd name="connsiteX477" fmla="*/ 8120394 w 12199799"/>
              <a:gd name="connsiteY477" fmla="*/ 1009133 h 6855225"/>
              <a:gd name="connsiteX478" fmla="*/ 7338859 w 12199799"/>
              <a:gd name="connsiteY478" fmla="*/ 1462436 h 6855225"/>
              <a:gd name="connsiteX479" fmla="*/ 8120394 w 12199799"/>
              <a:gd name="connsiteY479" fmla="*/ 1915740 h 6855225"/>
              <a:gd name="connsiteX480" fmla="*/ 8154013 w 12199799"/>
              <a:gd name="connsiteY480" fmla="*/ 1009132 h 6855225"/>
              <a:gd name="connsiteX481" fmla="*/ 8154013 w 12199799"/>
              <a:gd name="connsiteY481" fmla="*/ 1915741 h 6855225"/>
              <a:gd name="connsiteX482" fmla="*/ 8935564 w 12199799"/>
              <a:gd name="connsiteY482" fmla="*/ 1462436 h 6855225"/>
              <a:gd name="connsiteX483" fmla="*/ 9752510 w 12199799"/>
              <a:gd name="connsiteY483" fmla="*/ 1009131 h 6855225"/>
              <a:gd name="connsiteX484" fmla="*/ 8970960 w 12199799"/>
              <a:gd name="connsiteY484" fmla="*/ 1462434 h 6855225"/>
              <a:gd name="connsiteX485" fmla="*/ 9752510 w 12199799"/>
              <a:gd name="connsiteY485" fmla="*/ 1915739 h 6855225"/>
              <a:gd name="connsiteX486" fmla="*/ 9786127 w 12199799"/>
              <a:gd name="connsiteY486" fmla="*/ 1009131 h 6855225"/>
              <a:gd name="connsiteX487" fmla="*/ 9786127 w 12199799"/>
              <a:gd name="connsiteY487" fmla="*/ 1915739 h 6855225"/>
              <a:gd name="connsiteX488" fmla="*/ 10567678 w 12199799"/>
              <a:gd name="connsiteY488" fmla="*/ 1462435 h 6855225"/>
              <a:gd name="connsiteX489" fmla="*/ 11384626 w 12199799"/>
              <a:gd name="connsiteY489" fmla="*/ 1009130 h 6855225"/>
              <a:gd name="connsiteX490" fmla="*/ 10603074 w 12199799"/>
              <a:gd name="connsiteY490" fmla="*/ 1462432 h 6855225"/>
              <a:gd name="connsiteX491" fmla="*/ 11384626 w 12199799"/>
              <a:gd name="connsiteY491" fmla="*/ 1915737 h 6855225"/>
              <a:gd name="connsiteX492" fmla="*/ 11418245 w 12199799"/>
              <a:gd name="connsiteY492" fmla="*/ 1009129 h 6855225"/>
              <a:gd name="connsiteX493" fmla="*/ 11418245 w 12199799"/>
              <a:gd name="connsiteY493" fmla="*/ 1915737 h 6855225"/>
              <a:gd name="connsiteX494" fmla="*/ 12199795 w 12199799"/>
              <a:gd name="connsiteY494" fmla="*/ 1462433 h 6855225"/>
              <a:gd name="connsiteX495" fmla="*/ 3261235 w 12199799"/>
              <a:gd name="connsiteY495" fmla="*/ 1009125 h 6855225"/>
              <a:gd name="connsiteX496" fmla="*/ 3261235 w 12199799"/>
              <a:gd name="connsiteY496" fmla="*/ 1915731 h 6855225"/>
              <a:gd name="connsiteX497" fmla="*/ 4042787 w 12199799"/>
              <a:gd name="connsiteY497" fmla="*/ 1462428 h 6855225"/>
              <a:gd name="connsiteX498" fmla="*/ 4857957 w 12199799"/>
              <a:gd name="connsiteY498" fmla="*/ 1009125 h 6855225"/>
              <a:gd name="connsiteX499" fmla="*/ 4076405 w 12199799"/>
              <a:gd name="connsiteY499" fmla="*/ 1462427 h 6855225"/>
              <a:gd name="connsiteX500" fmla="*/ 4857957 w 12199799"/>
              <a:gd name="connsiteY500" fmla="*/ 1915729 h 6855225"/>
              <a:gd name="connsiteX501" fmla="*/ 4891576 w 12199799"/>
              <a:gd name="connsiteY501" fmla="*/ 1009124 h 6855225"/>
              <a:gd name="connsiteX502" fmla="*/ 4891576 w 12199799"/>
              <a:gd name="connsiteY502" fmla="*/ 1915730 h 6855225"/>
              <a:gd name="connsiteX503" fmla="*/ 5673128 w 12199799"/>
              <a:gd name="connsiteY503" fmla="*/ 1462427 h 6855225"/>
              <a:gd name="connsiteX504" fmla="*/ 6490069 w 12199799"/>
              <a:gd name="connsiteY504" fmla="*/ 1009123 h 6855225"/>
              <a:gd name="connsiteX505" fmla="*/ 5708521 w 12199799"/>
              <a:gd name="connsiteY505" fmla="*/ 1462425 h 6855225"/>
              <a:gd name="connsiteX506" fmla="*/ 6490069 w 12199799"/>
              <a:gd name="connsiteY506" fmla="*/ 1915727 h 6855225"/>
              <a:gd name="connsiteX507" fmla="*/ 0 w 12199799"/>
              <a:gd name="connsiteY507" fmla="*/ 1009120 h 6855225"/>
              <a:gd name="connsiteX508" fmla="*/ 0 w 12199799"/>
              <a:gd name="connsiteY508" fmla="*/ 1915724 h 6855225"/>
              <a:gd name="connsiteX509" fmla="*/ 781552 w 12199799"/>
              <a:gd name="connsiteY509" fmla="*/ 1462422 h 6855225"/>
              <a:gd name="connsiteX510" fmla="*/ 1596722 w 12199799"/>
              <a:gd name="connsiteY510" fmla="*/ 1009119 h 6855225"/>
              <a:gd name="connsiteX511" fmla="*/ 815170 w 12199799"/>
              <a:gd name="connsiteY511" fmla="*/ 1462420 h 6855225"/>
              <a:gd name="connsiteX512" fmla="*/ 1596722 w 12199799"/>
              <a:gd name="connsiteY512" fmla="*/ 1915722 h 6855225"/>
              <a:gd name="connsiteX513" fmla="*/ 1630341 w 12199799"/>
              <a:gd name="connsiteY513" fmla="*/ 1009119 h 6855225"/>
              <a:gd name="connsiteX514" fmla="*/ 1630341 w 12199799"/>
              <a:gd name="connsiteY514" fmla="*/ 1915722 h 6855225"/>
              <a:gd name="connsiteX515" fmla="*/ 2411893 w 12199799"/>
              <a:gd name="connsiteY515" fmla="*/ 1462420 h 6855225"/>
              <a:gd name="connsiteX516" fmla="*/ 3228838 w 12199799"/>
              <a:gd name="connsiteY516" fmla="*/ 1009118 h 6855225"/>
              <a:gd name="connsiteX517" fmla="*/ 2447286 w 12199799"/>
              <a:gd name="connsiteY517" fmla="*/ 1462419 h 6855225"/>
              <a:gd name="connsiteX518" fmla="*/ 3228838 w 12199799"/>
              <a:gd name="connsiteY518" fmla="*/ 1915720 h 6855225"/>
              <a:gd name="connsiteX519" fmla="*/ 7305243 w 12199799"/>
              <a:gd name="connsiteY519" fmla="*/ 520440 h 6855225"/>
              <a:gd name="connsiteX520" fmla="*/ 6523688 w 12199799"/>
              <a:gd name="connsiteY520" fmla="*/ 973739 h 6855225"/>
              <a:gd name="connsiteX521" fmla="*/ 7305243 w 12199799"/>
              <a:gd name="connsiteY521" fmla="*/ 1427041 h 6855225"/>
              <a:gd name="connsiteX522" fmla="*/ 8935566 w 12199799"/>
              <a:gd name="connsiteY522" fmla="*/ 520439 h 6855225"/>
              <a:gd name="connsiteX523" fmla="*/ 8154014 w 12199799"/>
              <a:gd name="connsiteY523" fmla="*/ 973739 h 6855225"/>
              <a:gd name="connsiteX524" fmla="*/ 8935566 w 12199799"/>
              <a:gd name="connsiteY524" fmla="*/ 1427041 h 6855225"/>
              <a:gd name="connsiteX525" fmla="*/ 7338859 w 12199799"/>
              <a:gd name="connsiteY525" fmla="*/ 520439 h 6855225"/>
              <a:gd name="connsiteX526" fmla="*/ 7338859 w 12199799"/>
              <a:gd name="connsiteY526" fmla="*/ 1427041 h 6855225"/>
              <a:gd name="connsiteX527" fmla="*/ 8120395 w 12199799"/>
              <a:gd name="connsiteY527" fmla="*/ 973738 h 6855225"/>
              <a:gd name="connsiteX528" fmla="*/ 8970959 w 12199799"/>
              <a:gd name="connsiteY528" fmla="*/ 520437 h 6855225"/>
              <a:gd name="connsiteX529" fmla="*/ 8970959 w 12199799"/>
              <a:gd name="connsiteY529" fmla="*/ 1427040 h 6855225"/>
              <a:gd name="connsiteX530" fmla="*/ 9752511 w 12199799"/>
              <a:gd name="connsiteY530" fmla="*/ 973736 h 6855225"/>
              <a:gd name="connsiteX531" fmla="*/ 10567680 w 12199799"/>
              <a:gd name="connsiteY531" fmla="*/ 520437 h 6855225"/>
              <a:gd name="connsiteX532" fmla="*/ 9786128 w 12199799"/>
              <a:gd name="connsiteY532" fmla="*/ 973737 h 6855225"/>
              <a:gd name="connsiteX533" fmla="*/ 10567680 w 12199799"/>
              <a:gd name="connsiteY533" fmla="*/ 1427040 h 6855225"/>
              <a:gd name="connsiteX534" fmla="*/ 10603073 w 12199799"/>
              <a:gd name="connsiteY534" fmla="*/ 520436 h 6855225"/>
              <a:gd name="connsiteX535" fmla="*/ 10603073 w 12199799"/>
              <a:gd name="connsiteY535" fmla="*/ 1427037 h 6855225"/>
              <a:gd name="connsiteX536" fmla="*/ 11384626 w 12199799"/>
              <a:gd name="connsiteY536" fmla="*/ 973735 h 6855225"/>
              <a:gd name="connsiteX537" fmla="*/ 12199795 w 12199799"/>
              <a:gd name="connsiteY537" fmla="*/ 520436 h 6855225"/>
              <a:gd name="connsiteX538" fmla="*/ 11418245 w 12199799"/>
              <a:gd name="connsiteY538" fmla="*/ 973736 h 6855225"/>
              <a:gd name="connsiteX539" fmla="*/ 12199795 w 12199799"/>
              <a:gd name="connsiteY539" fmla="*/ 1427037 h 6855225"/>
              <a:gd name="connsiteX540" fmla="*/ 4042789 w 12199799"/>
              <a:gd name="connsiteY540" fmla="*/ 520431 h 6855225"/>
              <a:gd name="connsiteX541" fmla="*/ 3261236 w 12199799"/>
              <a:gd name="connsiteY541" fmla="*/ 973731 h 6855225"/>
              <a:gd name="connsiteX542" fmla="*/ 4042789 w 12199799"/>
              <a:gd name="connsiteY542" fmla="*/ 1427033 h 6855225"/>
              <a:gd name="connsiteX543" fmla="*/ 5673129 w 12199799"/>
              <a:gd name="connsiteY543" fmla="*/ 520430 h 6855225"/>
              <a:gd name="connsiteX544" fmla="*/ 4891576 w 12199799"/>
              <a:gd name="connsiteY544" fmla="*/ 973730 h 6855225"/>
              <a:gd name="connsiteX545" fmla="*/ 5673129 w 12199799"/>
              <a:gd name="connsiteY545" fmla="*/ 1427032 h 6855225"/>
              <a:gd name="connsiteX546" fmla="*/ 4076405 w 12199799"/>
              <a:gd name="connsiteY546" fmla="*/ 520430 h 6855225"/>
              <a:gd name="connsiteX547" fmla="*/ 4076405 w 12199799"/>
              <a:gd name="connsiteY547" fmla="*/ 1427032 h 6855225"/>
              <a:gd name="connsiteX548" fmla="*/ 4857958 w 12199799"/>
              <a:gd name="connsiteY548" fmla="*/ 973729 h 6855225"/>
              <a:gd name="connsiteX549" fmla="*/ 5708521 w 12199799"/>
              <a:gd name="connsiteY549" fmla="*/ 520429 h 6855225"/>
              <a:gd name="connsiteX550" fmla="*/ 5708521 w 12199799"/>
              <a:gd name="connsiteY550" fmla="*/ 1427030 h 6855225"/>
              <a:gd name="connsiteX551" fmla="*/ 6490069 w 12199799"/>
              <a:gd name="connsiteY551" fmla="*/ 973728 h 6855225"/>
              <a:gd name="connsiteX552" fmla="*/ 781554 w 12199799"/>
              <a:gd name="connsiteY552" fmla="*/ 520425 h 6855225"/>
              <a:gd name="connsiteX553" fmla="*/ 1 w 12199799"/>
              <a:gd name="connsiteY553" fmla="*/ 973726 h 6855225"/>
              <a:gd name="connsiteX554" fmla="*/ 781554 w 12199799"/>
              <a:gd name="connsiteY554" fmla="*/ 1427027 h 6855225"/>
              <a:gd name="connsiteX555" fmla="*/ 2411894 w 12199799"/>
              <a:gd name="connsiteY555" fmla="*/ 520424 h 6855225"/>
              <a:gd name="connsiteX556" fmla="*/ 1630341 w 12199799"/>
              <a:gd name="connsiteY556" fmla="*/ 973725 h 6855225"/>
              <a:gd name="connsiteX557" fmla="*/ 2411894 w 12199799"/>
              <a:gd name="connsiteY557" fmla="*/ 1427026 h 6855225"/>
              <a:gd name="connsiteX558" fmla="*/ 815170 w 12199799"/>
              <a:gd name="connsiteY558" fmla="*/ 520424 h 6855225"/>
              <a:gd name="connsiteX559" fmla="*/ 815170 w 12199799"/>
              <a:gd name="connsiteY559" fmla="*/ 1427026 h 6855225"/>
              <a:gd name="connsiteX560" fmla="*/ 1596723 w 12199799"/>
              <a:gd name="connsiteY560" fmla="*/ 973724 h 6855225"/>
              <a:gd name="connsiteX561" fmla="*/ 2447286 w 12199799"/>
              <a:gd name="connsiteY561" fmla="*/ 520423 h 6855225"/>
              <a:gd name="connsiteX562" fmla="*/ 2447286 w 12199799"/>
              <a:gd name="connsiteY562" fmla="*/ 1427024 h 6855225"/>
              <a:gd name="connsiteX563" fmla="*/ 3228839 w 12199799"/>
              <a:gd name="connsiteY563" fmla="*/ 973723 h 6855225"/>
              <a:gd name="connsiteX564" fmla="*/ 6523688 w 12199799"/>
              <a:gd name="connsiteY564" fmla="*/ 25693 h 6855225"/>
              <a:gd name="connsiteX565" fmla="*/ 6523688 w 12199799"/>
              <a:gd name="connsiteY565" fmla="*/ 932293 h 6855225"/>
              <a:gd name="connsiteX566" fmla="*/ 7305243 w 12199799"/>
              <a:gd name="connsiteY566" fmla="*/ 478993 h 6855225"/>
              <a:gd name="connsiteX567" fmla="*/ 8120394 w 12199799"/>
              <a:gd name="connsiteY567" fmla="*/ 25693 h 6855225"/>
              <a:gd name="connsiteX568" fmla="*/ 7338859 w 12199799"/>
              <a:gd name="connsiteY568" fmla="*/ 478992 h 6855225"/>
              <a:gd name="connsiteX569" fmla="*/ 8120394 w 12199799"/>
              <a:gd name="connsiteY569" fmla="*/ 932291 h 6855225"/>
              <a:gd name="connsiteX570" fmla="*/ 8154013 w 12199799"/>
              <a:gd name="connsiteY570" fmla="*/ 25692 h 6855225"/>
              <a:gd name="connsiteX571" fmla="*/ 8154013 w 12199799"/>
              <a:gd name="connsiteY571" fmla="*/ 932292 h 6855225"/>
              <a:gd name="connsiteX572" fmla="*/ 8935564 w 12199799"/>
              <a:gd name="connsiteY572" fmla="*/ 478992 h 6855225"/>
              <a:gd name="connsiteX573" fmla="*/ 9752510 w 12199799"/>
              <a:gd name="connsiteY573" fmla="*/ 25691 h 6855225"/>
              <a:gd name="connsiteX574" fmla="*/ 8970960 w 12199799"/>
              <a:gd name="connsiteY574" fmla="*/ 478990 h 6855225"/>
              <a:gd name="connsiteX575" fmla="*/ 9752510 w 12199799"/>
              <a:gd name="connsiteY575" fmla="*/ 932290 h 6855225"/>
              <a:gd name="connsiteX576" fmla="*/ 9786127 w 12199799"/>
              <a:gd name="connsiteY576" fmla="*/ 25691 h 6855225"/>
              <a:gd name="connsiteX577" fmla="*/ 9786127 w 12199799"/>
              <a:gd name="connsiteY577" fmla="*/ 932290 h 6855225"/>
              <a:gd name="connsiteX578" fmla="*/ 10567678 w 12199799"/>
              <a:gd name="connsiteY578" fmla="*/ 478990 h 6855225"/>
              <a:gd name="connsiteX579" fmla="*/ 11384626 w 12199799"/>
              <a:gd name="connsiteY579" fmla="*/ 25690 h 6855225"/>
              <a:gd name="connsiteX580" fmla="*/ 10603073 w 12199799"/>
              <a:gd name="connsiteY580" fmla="*/ 478989 h 6855225"/>
              <a:gd name="connsiteX581" fmla="*/ 11384626 w 12199799"/>
              <a:gd name="connsiteY581" fmla="*/ 932289 h 6855225"/>
              <a:gd name="connsiteX582" fmla="*/ 11418244 w 12199799"/>
              <a:gd name="connsiteY582" fmla="*/ 25689 h 6855225"/>
              <a:gd name="connsiteX583" fmla="*/ 11418244 w 12199799"/>
              <a:gd name="connsiteY583" fmla="*/ 932289 h 6855225"/>
              <a:gd name="connsiteX584" fmla="*/ 12199794 w 12199799"/>
              <a:gd name="connsiteY584" fmla="*/ 478989 h 6855225"/>
              <a:gd name="connsiteX585" fmla="*/ 3261235 w 12199799"/>
              <a:gd name="connsiteY585" fmla="*/ 25684 h 6855225"/>
              <a:gd name="connsiteX586" fmla="*/ 3261235 w 12199799"/>
              <a:gd name="connsiteY586" fmla="*/ 932284 h 6855225"/>
              <a:gd name="connsiteX587" fmla="*/ 4042787 w 12199799"/>
              <a:gd name="connsiteY587" fmla="*/ 478984 h 6855225"/>
              <a:gd name="connsiteX588" fmla="*/ 4857957 w 12199799"/>
              <a:gd name="connsiteY588" fmla="*/ 25684 h 6855225"/>
              <a:gd name="connsiteX589" fmla="*/ 4076405 w 12199799"/>
              <a:gd name="connsiteY589" fmla="*/ 478983 h 6855225"/>
              <a:gd name="connsiteX590" fmla="*/ 4857957 w 12199799"/>
              <a:gd name="connsiteY590" fmla="*/ 932283 h 6855225"/>
              <a:gd name="connsiteX591" fmla="*/ 4891576 w 12199799"/>
              <a:gd name="connsiteY591" fmla="*/ 25683 h 6855225"/>
              <a:gd name="connsiteX592" fmla="*/ 4891576 w 12199799"/>
              <a:gd name="connsiteY592" fmla="*/ 932283 h 6855225"/>
              <a:gd name="connsiteX593" fmla="*/ 5673128 w 12199799"/>
              <a:gd name="connsiteY593" fmla="*/ 478983 h 6855225"/>
              <a:gd name="connsiteX594" fmla="*/ 6490069 w 12199799"/>
              <a:gd name="connsiteY594" fmla="*/ 25682 h 6855225"/>
              <a:gd name="connsiteX595" fmla="*/ 5708521 w 12199799"/>
              <a:gd name="connsiteY595" fmla="*/ 478981 h 6855225"/>
              <a:gd name="connsiteX596" fmla="*/ 6490069 w 12199799"/>
              <a:gd name="connsiteY596" fmla="*/ 932282 h 6855225"/>
              <a:gd name="connsiteX597" fmla="*/ 0 w 12199799"/>
              <a:gd name="connsiteY597" fmla="*/ 25678 h 6855225"/>
              <a:gd name="connsiteX598" fmla="*/ 0 w 12199799"/>
              <a:gd name="connsiteY598" fmla="*/ 932279 h 6855225"/>
              <a:gd name="connsiteX599" fmla="*/ 781552 w 12199799"/>
              <a:gd name="connsiteY599" fmla="*/ 478978 h 6855225"/>
              <a:gd name="connsiteX600" fmla="*/ 1596722 w 12199799"/>
              <a:gd name="connsiteY600" fmla="*/ 25677 h 6855225"/>
              <a:gd name="connsiteX601" fmla="*/ 815170 w 12199799"/>
              <a:gd name="connsiteY601" fmla="*/ 478977 h 6855225"/>
              <a:gd name="connsiteX602" fmla="*/ 1596722 w 12199799"/>
              <a:gd name="connsiteY602" fmla="*/ 932278 h 6855225"/>
              <a:gd name="connsiteX603" fmla="*/ 1630341 w 12199799"/>
              <a:gd name="connsiteY603" fmla="*/ 25677 h 6855225"/>
              <a:gd name="connsiteX604" fmla="*/ 1630341 w 12199799"/>
              <a:gd name="connsiteY604" fmla="*/ 932278 h 6855225"/>
              <a:gd name="connsiteX605" fmla="*/ 2411893 w 12199799"/>
              <a:gd name="connsiteY605" fmla="*/ 478978 h 6855225"/>
              <a:gd name="connsiteX606" fmla="*/ 3228838 w 12199799"/>
              <a:gd name="connsiteY606" fmla="*/ 25676 h 6855225"/>
              <a:gd name="connsiteX607" fmla="*/ 2447286 w 12199799"/>
              <a:gd name="connsiteY607" fmla="*/ 478976 h 6855225"/>
              <a:gd name="connsiteX608" fmla="*/ 3228838 w 12199799"/>
              <a:gd name="connsiteY608" fmla="*/ 932276 h 6855225"/>
              <a:gd name="connsiteX609" fmla="*/ 8098742 w 12199799"/>
              <a:gd name="connsiteY609" fmla="*/ 12 h 6855225"/>
              <a:gd name="connsiteX610" fmla="*/ 6544450 w 12199799"/>
              <a:gd name="connsiteY610" fmla="*/ 12 h 6855225"/>
              <a:gd name="connsiteX611" fmla="*/ 7321607 w 12199799"/>
              <a:gd name="connsiteY611" fmla="*/ 445615 h 6855225"/>
              <a:gd name="connsiteX612" fmla="*/ 9729969 w 12199799"/>
              <a:gd name="connsiteY612" fmla="*/ 12 h 6855225"/>
              <a:gd name="connsiteX613" fmla="*/ 8175665 w 12199799"/>
              <a:gd name="connsiteY613" fmla="*/ 12 h 6855225"/>
              <a:gd name="connsiteX614" fmla="*/ 8952816 w 12199799"/>
              <a:gd name="connsiteY614" fmla="*/ 445615 h 6855225"/>
              <a:gd name="connsiteX615" fmla="*/ 11361201 w 12199799"/>
              <a:gd name="connsiteY615" fmla="*/ 12 h 6855225"/>
              <a:gd name="connsiteX616" fmla="*/ 9806891 w 12199799"/>
              <a:gd name="connsiteY616" fmla="*/ 12 h 6855225"/>
              <a:gd name="connsiteX617" fmla="*/ 10584048 w 12199799"/>
              <a:gd name="connsiteY617" fmla="*/ 445615 h 6855225"/>
              <a:gd name="connsiteX618" fmla="*/ 4835861 w 12199799"/>
              <a:gd name="connsiteY618" fmla="*/ 7 h 6855225"/>
              <a:gd name="connsiteX619" fmla="*/ 3281555 w 12199799"/>
              <a:gd name="connsiteY619" fmla="*/ 7 h 6855225"/>
              <a:gd name="connsiteX620" fmla="*/ 4058708 w 12199799"/>
              <a:gd name="connsiteY620" fmla="*/ 445610 h 6855225"/>
              <a:gd name="connsiteX621" fmla="*/ 6467087 w 12199799"/>
              <a:gd name="connsiteY621" fmla="*/ 6 h 6855225"/>
              <a:gd name="connsiteX622" fmla="*/ 4912784 w 12199799"/>
              <a:gd name="connsiteY622" fmla="*/ 6 h 6855225"/>
              <a:gd name="connsiteX623" fmla="*/ 5689937 w 12199799"/>
              <a:gd name="connsiteY623" fmla="*/ 445610 h 6855225"/>
              <a:gd name="connsiteX624" fmla="*/ 1574626 w 12199799"/>
              <a:gd name="connsiteY624" fmla="*/ 1 h 6855225"/>
              <a:gd name="connsiteX625" fmla="*/ 20320 w 12199799"/>
              <a:gd name="connsiteY625" fmla="*/ 1 h 6855225"/>
              <a:gd name="connsiteX626" fmla="*/ 797473 w 12199799"/>
              <a:gd name="connsiteY626" fmla="*/ 445605 h 6855225"/>
              <a:gd name="connsiteX627" fmla="*/ 3205855 w 12199799"/>
              <a:gd name="connsiteY627" fmla="*/ 0 h 6855225"/>
              <a:gd name="connsiteX628" fmla="*/ 1651549 w 12199799"/>
              <a:gd name="connsiteY628" fmla="*/ 0 h 6855225"/>
              <a:gd name="connsiteX629" fmla="*/ 2428702 w 12199799"/>
              <a:gd name="connsiteY629" fmla="*/ 445604 h 6855225"/>
              <a:gd name="connsiteX630" fmla="*/ 12191998 w 12199799"/>
              <a:gd name="connsiteY630" fmla="*/ 0 h 6855225"/>
              <a:gd name="connsiteX631" fmla="*/ 11438139 w 12199799"/>
              <a:gd name="connsiteY631" fmla="*/ 0 h 6855225"/>
              <a:gd name="connsiteX632" fmla="*/ 12191998 w 12199799"/>
              <a:gd name="connsiteY632" fmla="*/ 432248 h 68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</a:cxnLst>
            <a:rect l="l" t="t" r="r" b="b"/>
            <a:pathLst>
              <a:path w="12199799" h="6855225">
                <a:moveTo>
                  <a:pt x="12191972" y="6422977"/>
                </a:moveTo>
                <a:lnTo>
                  <a:pt x="11438115" y="6855225"/>
                </a:lnTo>
                <a:lnTo>
                  <a:pt x="12191972" y="6855225"/>
                </a:lnTo>
                <a:close/>
                <a:moveTo>
                  <a:pt x="797473" y="6406846"/>
                </a:moveTo>
                <a:lnTo>
                  <a:pt x="20320" y="6852450"/>
                </a:lnTo>
                <a:lnTo>
                  <a:pt x="1574626" y="6852450"/>
                </a:lnTo>
                <a:close/>
                <a:moveTo>
                  <a:pt x="2428702" y="6406846"/>
                </a:moveTo>
                <a:lnTo>
                  <a:pt x="1651549" y="6852450"/>
                </a:lnTo>
                <a:lnTo>
                  <a:pt x="3205855" y="6852450"/>
                </a:lnTo>
                <a:close/>
                <a:moveTo>
                  <a:pt x="4058708" y="6406846"/>
                </a:moveTo>
                <a:lnTo>
                  <a:pt x="3281555" y="6852450"/>
                </a:lnTo>
                <a:lnTo>
                  <a:pt x="4835861" y="6852450"/>
                </a:lnTo>
                <a:close/>
                <a:moveTo>
                  <a:pt x="5689937" y="6406846"/>
                </a:moveTo>
                <a:lnTo>
                  <a:pt x="4912784" y="6852450"/>
                </a:lnTo>
                <a:lnTo>
                  <a:pt x="6467087" y="6852450"/>
                </a:lnTo>
                <a:close/>
                <a:moveTo>
                  <a:pt x="7321607" y="6406846"/>
                </a:moveTo>
                <a:lnTo>
                  <a:pt x="6544450" y="6852450"/>
                </a:lnTo>
                <a:lnTo>
                  <a:pt x="8098751" y="6852450"/>
                </a:lnTo>
                <a:close/>
                <a:moveTo>
                  <a:pt x="8952824" y="6406846"/>
                </a:moveTo>
                <a:lnTo>
                  <a:pt x="8175673" y="6852450"/>
                </a:lnTo>
                <a:lnTo>
                  <a:pt x="9729977" y="6852450"/>
                </a:lnTo>
                <a:close/>
                <a:moveTo>
                  <a:pt x="10584056" y="6406846"/>
                </a:moveTo>
                <a:lnTo>
                  <a:pt x="9806900" y="6852450"/>
                </a:lnTo>
                <a:lnTo>
                  <a:pt x="11361208" y="6852450"/>
                </a:lnTo>
                <a:close/>
                <a:moveTo>
                  <a:pt x="1596722" y="5924618"/>
                </a:moveTo>
                <a:lnTo>
                  <a:pt x="815170" y="6377918"/>
                </a:lnTo>
                <a:lnTo>
                  <a:pt x="1596722" y="6831220"/>
                </a:lnTo>
                <a:close/>
                <a:moveTo>
                  <a:pt x="3228838" y="5924618"/>
                </a:moveTo>
                <a:lnTo>
                  <a:pt x="2447286" y="6377918"/>
                </a:lnTo>
                <a:lnTo>
                  <a:pt x="3228838" y="6831220"/>
                </a:lnTo>
                <a:close/>
                <a:moveTo>
                  <a:pt x="4857957" y="5924618"/>
                </a:moveTo>
                <a:lnTo>
                  <a:pt x="4076405" y="6377918"/>
                </a:lnTo>
                <a:lnTo>
                  <a:pt x="4857957" y="6831220"/>
                </a:lnTo>
                <a:close/>
                <a:moveTo>
                  <a:pt x="6490069" y="5924618"/>
                </a:moveTo>
                <a:lnTo>
                  <a:pt x="5708521" y="6377918"/>
                </a:lnTo>
                <a:lnTo>
                  <a:pt x="6490069" y="6831220"/>
                </a:lnTo>
                <a:close/>
                <a:moveTo>
                  <a:pt x="8120394" y="5924618"/>
                </a:moveTo>
                <a:lnTo>
                  <a:pt x="7338859" y="6377918"/>
                </a:lnTo>
                <a:lnTo>
                  <a:pt x="8120394" y="6831220"/>
                </a:lnTo>
                <a:close/>
                <a:moveTo>
                  <a:pt x="9752510" y="5924618"/>
                </a:moveTo>
                <a:lnTo>
                  <a:pt x="8970960" y="6377918"/>
                </a:lnTo>
                <a:lnTo>
                  <a:pt x="9752510" y="6831220"/>
                </a:lnTo>
                <a:close/>
                <a:moveTo>
                  <a:pt x="11384629" y="5924618"/>
                </a:moveTo>
                <a:lnTo>
                  <a:pt x="10603077" y="6377918"/>
                </a:lnTo>
                <a:lnTo>
                  <a:pt x="11384629" y="6831220"/>
                </a:lnTo>
                <a:close/>
                <a:moveTo>
                  <a:pt x="0" y="5924618"/>
                </a:moveTo>
                <a:lnTo>
                  <a:pt x="0" y="6831220"/>
                </a:lnTo>
                <a:lnTo>
                  <a:pt x="781552" y="6377919"/>
                </a:lnTo>
                <a:close/>
                <a:moveTo>
                  <a:pt x="1630341" y="5924618"/>
                </a:moveTo>
                <a:lnTo>
                  <a:pt x="1630341" y="6831220"/>
                </a:lnTo>
                <a:lnTo>
                  <a:pt x="2411893" y="6377919"/>
                </a:lnTo>
                <a:close/>
                <a:moveTo>
                  <a:pt x="3261235" y="5924618"/>
                </a:moveTo>
                <a:lnTo>
                  <a:pt x="3261235" y="6831220"/>
                </a:lnTo>
                <a:lnTo>
                  <a:pt x="4042787" y="6377919"/>
                </a:lnTo>
                <a:close/>
                <a:moveTo>
                  <a:pt x="4891576" y="5924618"/>
                </a:moveTo>
                <a:lnTo>
                  <a:pt x="4891576" y="6831220"/>
                </a:lnTo>
                <a:lnTo>
                  <a:pt x="5673128" y="6377919"/>
                </a:lnTo>
                <a:close/>
                <a:moveTo>
                  <a:pt x="6523688" y="5924618"/>
                </a:moveTo>
                <a:lnTo>
                  <a:pt x="6523688" y="6831220"/>
                </a:lnTo>
                <a:lnTo>
                  <a:pt x="7305243" y="6377919"/>
                </a:lnTo>
                <a:close/>
                <a:moveTo>
                  <a:pt x="8154013" y="5924618"/>
                </a:moveTo>
                <a:lnTo>
                  <a:pt x="8154013" y="6831220"/>
                </a:lnTo>
                <a:lnTo>
                  <a:pt x="8935564" y="6377919"/>
                </a:lnTo>
                <a:close/>
                <a:moveTo>
                  <a:pt x="9786128" y="5924618"/>
                </a:moveTo>
                <a:lnTo>
                  <a:pt x="9786128" y="6831220"/>
                </a:lnTo>
                <a:lnTo>
                  <a:pt x="10567682" y="6377919"/>
                </a:lnTo>
                <a:close/>
                <a:moveTo>
                  <a:pt x="11418248" y="5924618"/>
                </a:moveTo>
                <a:lnTo>
                  <a:pt x="11418248" y="6831220"/>
                </a:lnTo>
                <a:lnTo>
                  <a:pt x="12199798" y="6377919"/>
                </a:lnTo>
                <a:close/>
                <a:moveTo>
                  <a:pt x="781554" y="5438511"/>
                </a:moveTo>
                <a:lnTo>
                  <a:pt x="1" y="5891812"/>
                </a:lnTo>
                <a:lnTo>
                  <a:pt x="781554" y="6345112"/>
                </a:lnTo>
                <a:close/>
                <a:moveTo>
                  <a:pt x="815170" y="5438511"/>
                </a:moveTo>
                <a:lnTo>
                  <a:pt x="815170" y="6345112"/>
                </a:lnTo>
                <a:lnTo>
                  <a:pt x="1596723" y="5891811"/>
                </a:lnTo>
                <a:close/>
                <a:moveTo>
                  <a:pt x="2411894" y="5438511"/>
                </a:moveTo>
                <a:lnTo>
                  <a:pt x="1630341" y="5891812"/>
                </a:lnTo>
                <a:lnTo>
                  <a:pt x="2411894" y="6345112"/>
                </a:lnTo>
                <a:close/>
                <a:moveTo>
                  <a:pt x="2447286" y="5438511"/>
                </a:moveTo>
                <a:lnTo>
                  <a:pt x="2447286" y="6345112"/>
                </a:lnTo>
                <a:lnTo>
                  <a:pt x="3228839" y="5891811"/>
                </a:lnTo>
                <a:close/>
                <a:moveTo>
                  <a:pt x="4042789" y="5438511"/>
                </a:moveTo>
                <a:lnTo>
                  <a:pt x="3261236" y="5891812"/>
                </a:lnTo>
                <a:lnTo>
                  <a:pt x="4042789" y="6345112"/>
                </a:lnTo>
                <a:close/>
                <a:moveTo>
                  <a:pt x="4076405" y="5438511"/>
                </a:moveTo>
                <a:lnTo>
                  <a:pt x="4076405" y="6345112"/>
                </a:lnTo>
                <a:lnTo>
                  <a:pt x="4857958" y="5891811"/>
                </a:lnTo>
                <a:close/>
                <a:moveTo>
                  <a:pt x="5673129" y="5438511"/>
                </a:moveTo>
                <a:lnTo>
                  <a:pt x="4891576" y="5891812"/>
                </a:lnTo>
                <a:lnTo>
                  <a:pt x="5673129" y="6345112"/>
                </a:lnTo>
                <a:close/>
                <a:moveTo>
                  <a:pt x="5708521" y="5438511"/>
                </a:moveTo>
                <a:lnTo>
                  <a:pt x="5708521" y="6345112"/>
                </a:lnTo>
                <a:lnTo>
                  <a:pt x="6490069" y="5891811"/>
                </a:lnTo>
                <a:close/>
                <a:moveTo>
                  <a:pt x="7305243" y="5438511"/>
                </a:moveTo>
                <a:lnTo>
                  <a:pt x="6523688" y="5891812"/>
                </a:lnTo>
                <a:lnTo>
                  <a:pt x="7305243" y="6345112"/>
                </a:lnTo>
                <a:close/>
                <a:moveTo>
                  <a:pt x="7338859" y="5438511"/>
                </a:moveTo>
                <a:lnTo>
                  <a:pt x="7338859" y="6345112"/>
                </a:lnTo>
                <a:lnTo>
                  <a:pt x="8120395" y="5891811"/>
                </a:lnTo>
                <a:close/>
                <a:moveTo>
                  <a:pt x="8935566" y="5438511"/>
                </a:moveTo>
                <a:lnTo>
                  <a:pt x="8154014" y="5891812"/>
                </a:lnTo>
                <a:lnTo>
                  <a:pt x="8935566" y="6345112"/>
                </a:lnTo>
                <a:close/>
                <a:moveTo>
                  <a:pt x="8970959" y="5438511"/>
                </a:moveTo>
                <a:lnTo>
                  <a:pt x="8970959" y="6345112"/>
                </a:lnTo>
                <a:lnTo>
                  <a:pt x="9752511" y="5891811"/>
                </a:lnTo>
                <a:close/>
                <a:moveTo>
                  <a:pt x="10567683" y="5438511"/>
                </a:moveTo>
                <a:lnTo>
                  <a:pt x="9786128" y="5891812"/>
                </a:lnTo>
                <a:lnTo>
                  <a:pt x="10567683" y="6345112"/>
                </a:lnTo>
                <a:close/>
                <a:moveTo>
                  <a:pt x="10603076" y="5438511"/>
                </a:moveTo>
                <a:lnTo>
                  <a:pt x="10603076" y="6345112"/>
                </a:lnTo>
                <a:lnTo>
                  <a:pt x="11384630" y="5891811"/>
                </a:lnTo>
                <a:close/>
                <a:moveTo>
                  <a:pt x="12199799" y="5438511"/>
                </a:moveTo>
                <a:lnTo>
                  <a:pt x="11418248" y="5891812"/>
                </a:lnTo>
                <a:lnTo>
                  <a:pt x="12199799" y="6345112"/>
                </a:lnTo>
                <a:close/>
                <a:moveTo>
                  <a:pt x="1596722" y="4943763"/>
                </a:moveTo>
                <a:lnTo>
                  <a:pt x="815170" y="5397063"/>
                </a:lnTo>
                <a:lnTo>
                  <a:pt x="1596722" y="5850364"/>
                </a:lnTo>
                <a:close/>
                <a:moveTo>
                  <a:pt x="3228838" y="4943763"/>
                </a:moveTo>
                <a:lnTo>
                  <a:pt x="2447286" y="5397063"/>
                </a:lnTo>
                <a:lnTo>
                  <a:pt x="3228838" y="5850364"/>
                </a:lnTo>
                <a:close/>
                <a:moveTo>
                  <a:pt x="4857957" y="4943763"/>
                </a:moveTo>
                <a:lnTo>
                  <a:pt x="4076405" y="5397063"/>
                </a:lnTo>
                <a:lnTo>
                  <a:pt x="4857957" y="5850364"/>
                </a:lnTo>
                <a:close/>
                <a:moveTo>
                  <a:pt x="6490069" y="4943763"/>
                </a:moveTo>
                <a:lnTo>
                  <a:pt x="5708521" y="5397063"/>
                </a:lnTo>
                <a:lnTo>
                  <a:pt x="6490069" y="5850364"/>
                </a:lnTo>
                <a:close/>
                <a:moveTo>
                  <a:pt x="8120394" y="4943763"/>
                </a:moveTo>
                <a:lnTo>
                  <a:pt x="7338859" y="5397063"/>
                </a:lnTo>
                <a:lnTo>
                  <a:pt x="8120394" y="5850364"/>
                </a:lnTo>
                <a:close/>
                <a:moveTo>
                  <a:pt x="9752510" y="4943763"/>
                </a:moveTo>
                <a:lnTo>
                  <a:pt x="8970960" y="5397063"/>
                </a:lnTo>
                <a:lnTo>
                  <a:pt x="9752510" y="5850364"/>
                </a:lnTo>
                <a:close/>
                <a:moveTo>
                  <a:pt x="11384629" y="4943763"/>
                </a:moveTo>
                <a:lnTo>
                  <a:pt x="10603076" y="5397063"/>
                </a:lnTo>
                <a:lnTo>
                  <a:pt x="11384629" y="5850364"/>
                </a:lnTo>
                <a:close/>
                <a:moveTo>
                  <a:pt x="0" y="4943763"/>
                </a:moveTo>
                <a:lnTo>
                  <a:pt x="0" y="5850365"/>
                </a:lnTo>
                <a:lnTo>
                  <a:pt x="781552" y="5397064"/>
                </a:lnTo>
                <a:close/>
                <a:moveTo>
                  <a:pt x="1630341" y="4943763"/>
                </a:moveTo>
                <a:lnTo>
                  <a:pt x="1630341" y="5850365"/>
                </a:lnTo>
                <a:lnTo>
                  <a:pt x="2411893" y="5397064"/>
                </a:lnTo>
                <a:close/>
                <a:moveTo>
                  <a:pt x="3261235" y="4943763"/>
                </a:moveTo>
                <a:lnTo>
                  <a:pt x="3261235" y="5850365"/>
                </a:lnTo>
                <a:lnTo>
                  <a:pt x="4042787" y="5397064"/>
                </a:lnTo>
                <a:close/>
                <a:moveTo>
                  <a:pt x="4891576" y="4943763"/>
                </a:moveTo>
                <a:lnTo>
                  <a:pt x="4891576" y="5850365"/>
                </a:lnTo>
                <a:lnTo>
                  <a:pt x="5673128" y="5397064"/>
                </a:lnTo>
                <a:close/>
                <a:moveTo>
                  <a:pt x="6523688" y="4943763"/>
                </a:moveTo>
                <a:lnTo>
                  <a:pt x="6523688" y="5850365"/>
                </a:lnTo>
                <a:lnTo>
                  <a:pt x="7305243" y="5397064"/>
                </a:lnTo>
                <a:close/>
                <a:moveTo>
                  <a:pt x="8154013" y="4943763"/>
                </a:moveTo>
                <a:lnTo>
                  <a:pt x="8154013" y="5850365"/>
                </a:lnTo>
                <a:lnTo>
                  <a:pt x="8935564" y="5397064"/>
                </a:lnTo>
                <a:close/>
                <a:moveTo>
                  <a:pt x="9786128" y="4943763"/>
                </a:moveTo>
                <a:lnTo>
                  <a:pt x="9786128" y="5850365"/>
                </a:lnTo>
                <a:lnTo>
                  <a:pt x="10567681" y="5397064"/>
                </a:lnTo>
                <a:close/>
                <a:moveTo>
                  <a:pt x="11418247" y="4943763"/>
                </a:moveTo>
                <a:lnTo>
                  <a:pt x="11418247" y="5850365"/>
                </a:lnTo>
                <a:lnTo>
                  <a:pt x="12199798" y="5397064"/>
                </a:lnTo>
                <a:close/>
                <a:moveTo>
                  <a:pt x="781554" y="4455068"/>
                </a:moveTo>
                <a:lnTo>
                  <a:pt x="1" y="4908369"/>
                </a:lnTo>
                <a:lnTo>
                  <a:pt x="781554" y="5361669"/>
                </a:lnTo>
                <a:close/>
                <a:moveTo>
                  <a:pt x="815170" y="4455068"/>
                </a:moveTo>
                <a:lnTo>
                  <a:pt x="815170" y="5361669"/>
                </a:lnTo>
                <a:lnTo>
                  <a:pt x="1596723" y="4908368"/>
                </a:lnTo>
                <a:close/>
                <a:moveTo>
                  <a:pt x="2411894" y="4455068"/>
                </a:moveTo>
                <a:lnTo>
                  <a:pt x="1630341" y="4908369"/>
                </a:lnTo>
                <a:lnTo>
                  <a:pt x="2411894" y="5361669"/>
                </a:lnTo>
                <a:close/>
                <a:moveTo>
                  <a:pt x="2447286" y="4455068"/>
                </a:moveTo>
                <a:lnTo>
                  <a:pt x="2447286" y="5361669"/>
                </a:lnTo>
                <a:lnTo>
                  <a:pt x="3228839" y="4908368"/>
                </a:lnTo>
                <a:close/>
                <a:moveTo>
                  <a:pt x="4042789" y="4455068"/>
                </a:moveTo>
                <a:lnTo>
                  <a:pt x="3261236" y="4908369"/>
                </a:lnTo>
                <a:lnTo>
                  <a:pt x="4042789" y="5361669"/>
                </a:lnTo>
                <a:close/>
                <a:moveTo>
                  <a:pt x="4076405" y="4455068"/>
                </a:moveTo>
                <a:lnTo>
                  <a:pt x="4076405" y="5361669"/>
                </a:lnTo>
                <a:lnTo>
                  <a:pt x="4857958" y="4908368"/>
                </a:lnTo>
                <a:close/>
                <a:moveTo>
                  <a:pt x="5673129" y="4455068"/>
                </a:moveTo>
                <a:lnTo>
                  <a:pt x="4891576" y="4908369"/>
                </a:lnTo>
                <a:lnTo>
                  <a:pt x="5673129" y="5361669"/>
                </a:lnTo>
                <a:close/>
                <a:moveTo>
                  <a:pt x="5708521" y="4455068"/>
                </a:moveTo>
                <a:lnTo>
                  <a:pt x="5708521" y="5361669"/>
                </a:lnTo>
                <a:lnTo>
                  <a:pt x="6490069" y="4908368"/>
                </a:lnTo>
                <a:close/>
                <a:moveTo>
                  <a:pt x="7305243" y="4455068"/>
                </a:moveTo>
                <a:lnTo>
                  <a:pt x="6523688" y="4908369"/>
                </a:lnTo>
                <a:lnTo>
                  <a:pt x="7305243" y="5361669"/>
                </a:lnTo>
                <a:close/>
                <a:moveTo>
                  <a:pt x="7338859" y="4455068"/>
                </a:moveTo>
                <a:lnTo>
                  <a:pt x="7338859" y="5361669"/>
                </a:lnTo>
                <a:lnTo>
                  <a:pt x="8120395" y="4908368"/>
                </a:lnTo>
                <a:close/>
                <a:moveTo>
                  <a:pt x="8935566" y="4455068"/>
                </a:moveTo>
                <a:lnTo>
                  <a:pt x="8154014" y="4908369"/>
                </a:lnTo>
                <a:lnTo>
                  <a:pt x="8935566" y="5361669"/>
                </a:lnTo>
                <a:close/>
                <a:moveTo>
                  <a:pt x="8970959" y="4455068"/>
                </a:moveTo>
                <a:lnTo>
                  <a:pt x="8970959" y="5361669"/>
                </a:lnTo>
                <a:lnTo>
                  <a:pt x="9752511" y="4908368"/>
                </a:lnTo>
                <a:close/>
                <a:moveTo>
                  <a:pt x="10567683" y="4455068"/>
                </a:moveTo>
                <a:lnTo>
                  <a:pt x="9786128" y="4908369"/>
                </a:lnTo>
                <a:lnTo>
                  <a:pt x="10567683" y="5361669"/>
                </a:lnTo>
                <a:close/>
                <a:moveTo>
                  <a:pt x="10603076" y="4455068"/>
                </a:moveTo>
                <a:lnTo>
                  <a:pt x="10603076" y="5361669"/>
                </a:lnTo>
                <a:lnTo>
                  <a:pt x="11384629" y="4908368"/>
                </a:lnTo>
                <a:close/>
                <a:moveTo>
                  <a:pt x="12199799" y="4455068"/>
                </a:moveTo>
                <a:lnTo>
                  <a:pt x="11418247" y="4908369"/>
                </a:lnTo>
                <a:lnTo>
                  <a:pt x="12199799" y="5361669"/>
                </a:lnTo>
                <a:close/>
                <a:moveTo>
                  <a:pt x="1596722" y="3960320"/>
                </a:moveTo>
                <a:lnTo>
                  <a:pt x="815170" y="4413620"/>
                </a:lnTo>
                <a:lnTo>
                  <a:pt x="1596722" y="4866921"/>
                </a:lnTo>
                <a:close/>
                <a:moveTo>
                  <a:pt x="3228838" y="3960320"/>
                </a:moveTo>
                <a:lnTo>
                  <a:pt x="2447286" y="4413620"/>
                </a:lnTo>
                <a:lnTo>
                  <a:pt x="3228838" y="4866921"/>
                </a:lnTo>
                <a:close/>
                <a:moveTo>
                  <a:pt x="4857957" y="3960320"/>
                </a:moveTo>
                <a:lnTo>
                  <a:pt x="4076405" y="4413620"/>
                </a:lnTo>
                <a:lnTo>
                  <a:pt x="4857957" y="4866921"/>
                </a:lnTo>
                <a:close/>
                <a:moveTo>
                  <a:pt x="6490069" y="3960320"/>
                </a:moveTo>
                <a:lnTo>
                  <a:pt x="5708521" y="4413620"/>
                </a:lnTo>
                <a:lnTo>
                  <a:pt x="6490069" y="4866921"/>
                </a:lnTo>
                <a:close/>
                <a:moveTo>
                  <a:pt x="8120394" y="3960320"/>
                </a:moveTo>
                <a:lnTo>
                  <a:pt x="7338859" y="4413620"/>
                </a:lnTo>
                <a:lnTo>
                  <a:pt x="8120394" y="4866921"/>
                </a:lnTo>
                <a:close/>
                <a:moveTo>
                  <a:pt x="9752510" y="3960320"/>
                </a:moveTo>
                <a:lnTo>
                  <a:pt x="8970960" y="4413620"/>
                </a:lnTo>
                <a:lnTo>
                  <a:pt x="9752510" y="4866921"/>
                </a:lnTo>
                <a:close/>
                <a:moveTo>
                  <a:pt x="11384629" y="3960320"/>
                </a:moveTo>
                <a:lnTo>
                  <a:pt x="10603076" y="4413620"/>
                </a:lnTo>
                <a:lnTo>
                  <a:pt x="11384629" y="4866921"/>
                </a:lnTo>
                <a:close/>
                <a:moveTo>
                  <a:pt x="0" y="3960320"/>
                </a:moveTo>
                <a:lnTo>
                  <a:pt x="0" y="4866922"/>
                </a:lnTo>
                <a:lnTo>
                  <a:pt x="781552" y="4413621"/>
                </a:lnTo>
                <a:close/>
                <a:moveTo>
                  <a:pt x="1630341" y="3960320"/>
                </a:moveTo>
                <a:lnTo>
                  <a:pt x="1630341" y="4866922"/>
                </a:lnTo>
                <a:lnTo>
                  <a:pt x="2411893" y="4413621"/>
                </a:lnTo>
                <a:close/>
                <a:moveTo>
                  <a:pt x="3261235" y="3960320"/>
                </a:moveTo>
                <a:lnTo>
                  <a:pt x="3261235" y="4866922"/>
                </a:lnTo>
                <a:lnTo>
                  <a:pt x="4042787" y="4413621"/>
                </a:lnTo>
                <a:close/>
                <a:moveTo>
                  <a:pt x="4891576" y="3960320"/>
                </a:moveTo>
                <a:lnTo>
                  <a:pt x="4891576" y="4866922"/>
                </a:lnTo>
                <a:lnTo>
                  <a:pt x="5673128" y="4413621"/>
                </a:lnTo>
                <a:close/>
                <a:moveTo>
                  <a:pt x="6523688" y="3960320"/>
                </a:moveTo>
                <a:lnTo>
                  <a:pt x="6523688" y="4866922"/>
                </a:lnTo>
                <a:lnTo>
                  <a:pt x="7305243" y="4413621"/>
                </a:lnTo>
                <a:close/>
                <a:moveTo>
                  <a:pt x="8154013" y="3960320"/>
                </a:moveTo>
                <a:lnTo>
                  <a:pt x="8154013" y="4866922"/>
                </a:lnTo>
                <a:lnTo>
                  <a:pt x="8935564" y="4413621"/>
                </a:lnTo>
                <a:close/>
                <a:moveTo>
                  <a:pt x="9786127" y="3960320"/>
                </a:moveTo>
                <a:lnTo>
                  <a:pt x="9786127" y="4866922"/>
                </a:lnTo>
                <a:lnTo>
                  <a:pt x="10567681" y="4413621"/>
                </a:lnTo>
                <a:close/>
                <a:moveTo>
                  <a:pt x="11418247" y="3960320"/>
                </a:moveTo>
                <a:lnTo>
                  <a:pt x="11418247" y="4866922"/>
                </a:lnTo>
                <a:lnTo>
                  <a:pt x="12199798" y="4413621"/>
                </a:lnTo>
                <a:close/>
                <a:moveTo>
                  <a:pt x="781554" y="3468161"/>
                </a:moveTo>
                <a:lnTo>
                  <a:pt x="1" y="3921462"/>
                </a:lnTo>
                <a:lnTo>
                  <a:pt x="781554" y="4374762"/>
                </a:lnTo>
                <a:close/>
                <a:moveTo>
                  <a:pt x="815170" y="3468161"/>
                </a:moveTo>
                <a:lnTo>
                  <a:pt x="815170" y="4374762"/>
                </a:lnTo>
                <a:lnTo>
                  <a:pt x="1596723" y="3921461"/>
                </a:lnTo>
                <a:close/>
                <a:moveTo>
                  <a:pt x="2411894" y="3468161"/>
                </a:moveTo>
                <a:lnTo>
                  <a:pt x="1630341" y="3921462"/>
                </a:lnTo>
                <a:lnTo>
                  <a:pt x="2411894" y="4374762"/>
                </a:lnTo>
                <a:close/>
                <a:moveTo>
                  <a:pt x="2447286" y="3468161"/>
                </a:moveTo>
                <a:lnTo>
                  <a:pt x="2447286" y="4374762"/>
                </a:lnTo>
                <a:lnTo>
                  <a:pt x="3228839" y="3921461"/>
                </a:lnTo>
                <a:close/>
                <a:moveTo>
                  <a:pt x="4042789" y="3468161"/>
                </a:moveTo>
                <a:lnTo>
                  <a:pt x="3261236" y="3921462"/>
                </a:lnTo>
                <a:lnTo>
                  <a:pt x="4042789" y="4374762"/>
                </a:lnTo>
                <a:close/>
                <a:moveTo>
                  <a:pt x="4076405" y="3468161"/>
                </a:moveTo>
                <a:lnTo>
                  <a:pt x="4076405" y="4374762"/>
                </a:lnTo>
                <a:lnTo>
                  <a:pt x="4857958" y="3921461"/>
                </a:lnTo>
                <a:close/>
                <a:moveTo>
                  <a:pt x="5673129" y="3468161"/>
                </a:moveTo>
                <a:lnTo>
                  <a:pt x="4891576" y="3921462"/>
                </a:lnTo>
                <a:lnTo>
                  <a:pt x="5673129" y="4374762"/>
                </a:lnTo>
                <a:close/>
                <a:moveTo>
                  <a:pt x="5708521" y="3468161"/>
                </a:moveTo>
                <a:lnTo>
                  <a:pt x="5708521" y="4374762"/>
                </a:lnTo>
                <a:lnTo>
                  <a:pt x="6490069" y="3921461"/>
                </a:lnTo>
                <a:close/>
                <a:moveTo>
                  <a:pt x="7305243" y="3468161"/>
                </a:moveTo>
                <a:lnTo>
                  <a:pt x="6523688" y="3921462"/>
                </a:lnTo>
                <a:lnTo>
                  <a:pt x="7305243" y="4374762"/>
                </a:lnTo>
                <a:close/>
                <a:moveTo>
                  <a:pt x="7338859" y="3468161"/>
                </a:moveTo>
                <a:lnTo>
                  <a:pt x="7338859" y="4374762"/>
                </a:lnTo>
                <a:lnTo>
                  <a:pt x="8120395" y="3921461"/>
                </a:lnTo>
                <a:close/>
                <a:moveTo>
                  <a:pt x="8935566" y="3468161"/>
                </a:moveTo>
                <a:lnTo>
                  <a:pt x="8154014" y="3921462"/>
                </a:lnTo>
                <a:lnTo>
                  <a:pt x="8935566" y="4374762"/>
                </a:lnTo>
                <a:close/>
                <a:moveTo>
                  <a:pt x="8970959" y="3468161"/>
                </a:moveTo>
                <a:lnTo>
                  <a:pt x="8970959" y="4374762"/>
                </a:lnTo>
                <a:lnTo>
                  <a:pt x="9752511" y="3921461"/>
                </a:lnTo>
                <a:close/>
                <a:moveTo>
                  <a:pt x="10567680" y="3468161"/>
                </a:moveTo>
                <a:lnTo>
                  <a:pt x="9786128" y="3921462"/>
                </a:lnTo>
                <a:lnTo>
                  <a:pt x="10567680" y="4374762"/>
                </a:lnTo>
                <a:close/>
                <a:moveTo>
                  <a:pt x="10603074" y="3468161"/>
                </a:moveTo>
                <a:lnTo>
                  <a:pt x="10603074" y="4374762"/>
                </a:lnTo>
                <a:lnTo>
                  <a:pt x="11384627" y="3921461"/>
                </a:lnTo>
                <a:close/>
                <a:moveTo>
                  <a:pt x="12199796" y="3468161"/>
                </a:moveTo>
                <a:lnTo>
                  <a:pt x="11418245" y="3921462"/>
                </a:lnTo>
                <a:lnTo>
                  <a:pt x="12199796" y="4374762"/>
                </a:lnTo>
                <a:close/>
                <a:moveTo>
                  <a:pt x="6523688" y="2973432"/>
                </a:moveTo>
                <a:lnTo>
                  <a:pt x="6523688" y="3880015"/>
                </a:lnTo>
                <a:lnTo>
                  <a:pt x="7305243" y="3426715"/>
                </a:lnTo>
                <a:close/>
                <a:moveTo>
                  <a:pt x="8120394" y="2973430"/>
                </a:moveTo>
                <a:lnTo>
                  <a:pt x="7338859" y="3426715"/>
                </a:lnTo>
                <a:lnTo>
                  <a:pt x="8120394" y="3880014"/>
                </a:lnTo>
                <a:close/>
                <a:moveTo>
                  <a:pt x="8154013" y="2973430"/>
                </a:moveTo>
                <a:lnTo>
                  <a:pt x="8154013" y="3880015"/>
                </a:lnTo>
                <a:lnTo>
                  <a:pt x="8935564" y="3426715"/>
                </a:lnTo>
                <a:close/>
                <a:moveTo>
                  <a:pt x="9752510" y="2973428"/>
                </a:moveTo>
                <a:lnTo>
                  <a:pt x="8970960" y="3426715"/>
                </a:lnTo>
                <a:lnTo>
                  <a:pt x="9752510" y="3880014"/>
                </a:lnTo>
                <a:close/>
                <a:moveTo>
                  <a:pt x="9786127" y="2973428"/>
                </a:moveTo>
                <a:lnTo>
                  <a:pt x="9786127" y="3880015"/>
                </a:lnTo>
                <a:lnTo>
                  <a:pt x="10567678" y="3426715"/>
                </a:lnTo>
                <a:close/>
                <a:moveTo>
                  <a:pt x="11384626" y="2973428"/>
                </a:moveTo>
                <a:lnTo>
                  <a:pt x="10603074" y="3426714"/>
                </a:lnTo>
                <a:lnTo>
                  <a:pt x="11384626" y="3880014"/>
                </a:lnTo>
                <a:close/>
                <a:moveTo>
                  <a:pt x="11418245" y="2973427"/>
                </a:moveTo>
                <a:lnTo>
                  <a:pt x="11418245" y="3880015"/>
                </a:lnTo>
                <a:lnTo>
                  <a:pt x="12199795" y="3426714"/>
                </a:lnTo>
                <a:close/>
                <a:moveTo>
                  <a:pt x="3261235" y="2973422"/>
                </a:moveTo>
                <a:lnTo>
                  <a:pt x="3261235" y="3880015"/>
                </a:lnTo>
                <a:lnTo>
                  <a:pt x="4042787" y="3426714"/>
                </a:lnTo>
                <a:close/>
                <a:moveTo>
                  <a:pt x="4857957" y="2973422"/>
                </a:moveTo>
                <a:lnTo>
                  <a:pt x="4076405" y="3426714"/>
                </a:lnTo>
                <a:lnTo>
                  <a:pt x="4857957" y="3880014"/>
                </a:lnTo>
                <a:close/>
                <a:moveTo>
                  <a:pt x="4891576" y="2973422"/>
                </a:moveTo>
                <a:lnTo>
                  <a:pt x="4891576" y="3880015"/>
                </a:lnTo>
                <a:lnTo>
                  <a:pt x="5673128" y="3426714"/>
                </a:lnTo>
                <a:close/>
                <a:moveTo>
                  <a:pt x="6490069" y="2973421"/>
                </a:moveTo>
                <a:lnTo>
                  <a:pt x="5708521" y="3426714"/>
                </a:lnTo>
                <a:lnTo>
                  <a:pt x="6490069" y="3880014"/>
                </a:lnTo>
                <a:close/>
                <a:moveTo>
                  <a:pt x="0" y="2973417"/>
                </a:moveTo>
                <a:lnTo>
                  <a:pt x="0" y="3880015"/>
                </a:lnTo>
                <a:lnTo>
                  <a:pt x="781552" y="3426714"/>
                </a:lnTo>
                <a:close/>
                <a:moveTo>
                  <a:pt x="1596722" y="2973417"/>
                </a:moveTo>
                <a:lnTo>
                  <a:pt x="815170" y="3426714"/>
                </a:lnTo>
                <a:lnTo>
                  <a:pt x="1596722" y="3880014"/>
                </a:lnTo>
                <a:close/>
                <a:moveTo>
                  <a:pt x="1630341" y="2973416"/>
                </a:moveTo>
                <a:lnTo>
                  <a:pt x="1630341" y="3880015"/>
                </a:lnTo>
                <a:lnTo>
                  <a:pt x="2411893" y="3426714"/>
                </a:lnTo>
                <a:close/>
                <a:moveTo>
                  <a:pt x="3228838" y="2973416"/>
                </a:moveTo>
                <a:lnTo>
                  <a:pt x="2447286" y="3426714"/>
                </a:lnTo>
                <a:lnTo>
                  <a:pt x="3228838" y="3880014"/>
                </a:lnTo>
                <a:close/>
                <a:moveTo>
                  <a:pt x="7305243" y="2484744"/>
                </a:moveTo>
                <a:lnTo>
                  <a:pt x="6523688" y="2938039"/>
                </a:lnTo>
                <a:lnTo>
                  <a:pt x="7305243" y="3391326"/>
                </a:lnTo>
                <a:close/>
                <a:moveTo>
                  <a:pt x="7338859" y="2484740"/>
                </a:moveTo>
                <a:lnTo>
                  <a:pt x="7338859" y="3391326"/>
                </a:lnTo>
                <a:lnTo>
                  <a:pt x="8120395" y="2938038"/>
                </a:lnTo>
                <a:close/>
                <a:moveTo>
                  <a:pt x="8935566" y="2484740"/>
                </a:moveTo>
                <a:lnTo>
                  <a:pt x="8154014" y="2938039"/>
                </a:lnTo>
                <a:lnTo>
                  <a:pt x="8935566" y="3391326"/>
                </a:lnTo>
                <a:close/>
                <a:moveTo>
                  <a:pt x="8970959" y="2484740"/>
                </a:moveTo>
                <a:lnTo>
                  <a:pt x="8970959" y="3391326"/>
                </a:lnTo>
                <a:lnTo>
                  <a:pt x="9752511" y="2938036"/>
                </a:lnTo>
                <a:close/>
                <a:moveTo>
                  <a:pt x="10567680" y="2484740"/>
                </a:moveTo>
                <a:lnTo>
                  <a:pt x="9786128" y="2938038"/>
                </a:lnTo>
                <a:lnTo>
                  <a:pt x="10567680" y="3391326"/>
                </a:lnTo>
                <a:close/>
                <a:moveTo>
                  <a:pt x="10603074" y="2484738"/>
                </a:moveTo>
                <a:lnTo>
                  <a:pt x="10603074" y="3391323"/>
                </a:lnTo>
                <a:lnTo>
                  <a:pt x="11384627" y="2938033"/>
                </a:lnTo>
                <a:close/>
                <a:moveTo>
                  <a:pt x="12199796" y="2484738"/>
                </a:moveTo>
                <a:lnTo>
                  <a:pt x="11418245" y="2938035"/>
                </a:lnTo>
                <a:lnTo>
                  <a:pt x="12199796" y="3391323"/>
                </a:lnTo>
                <a:close/>
                <a:moveTo>
                  <a:pt x="4042789" y="2484731"/>
                </a:moveTo>
                <a:lnTo>
                  <a:pt x="3261236" y="2938029"/>
                </a:lnTo>
                <a:lnTo>
                  <a:pt x="4042789" y="3391323"/>
                </a:lnTo>
                <a:close/>
                <a:moveTo>
                  <a:pt x="4076405" y="2484731"/>
                </a:moveTo>
                <a:lnTo>
                  <a:pt x="4076405" y="3391321"/>
                </a:lnTo>
                <a:lnTo>
                  <a:pt x="4857958" y="2938027"/>
                </a:lnTo>
                <a:close/>
                <a:moveTo>
                  <a:pt x="5673129" y="2484731"/>
                </a:moveTo>
                <a:lnTo>
                  <a:pt x="4891576" y="2938029"/>
                </a:lnTo>
                <a:lnTo>
                  <a:pt x="5673129" y="3391321"/>
                </a:lnTo>
                <a:close/>
                <a:moveTo>
                  <a:pt x="5708521" y="2484729"/>
                </a:moveTo>
                <a:lnTo>
                  <a:pt x="5708521" y="3391321"/>
                </a:lnTo>
                <a:lnTo>
                  <a:pt x="6490069" y="2938026"/>
                </a:lnTo>
                <a:close/>
                <a:moveTo>
                  <a:pt x="781554" y="2484725"/>
                </a:moveTo>
                <a:lnTo>
                  <a:pt x="1" y="2938024"/>
                </a:lnTo>
                <a:lnTo>
                  <a:pt x="781554" y="3391320"/>
                </a:lnTo>
                <a:close/>
                <a:moveTo>
                  <a:pt x="815170" y="2484723"/>
                </a:moveTo>
                <a:lnTo>
                  <a:pt x="815170" y="3391320"/>
                </a:lnTo>
                <a:lnTo>
                  <a:pt x="1596723" y="2938021"/>
                </a:lnTo>
                <a:close/>
                <a:moveTo>
                  <a:pt x="2411894" y="2484723"/>
                </a:moveTo>
                <a:lnTo>
                  <a:pt x="1630341" y="2938023"/>
                </a:lnTo>
                <a:lnTo>
                  <a:pt x="2411894" y="3391320"/>
                </a:lnTo>
                <a:close/>
                <a:moveTo>
                  <a:pt x="2447286" y="2484721"/>
                </a:moveTo>
                <a:lnTo>
                  <a:pt x="2447286" y="3391320"/>
                </a:lnTo>
                <a:lnTo>
                  <a:pt x="3228839" y="2938021"/>
                </a:lnTo>
                <a:close/>
                <a:moveTo>
                  <a:pt x="9752510" y="1989995"/>
                </a:moveTo>
                <a:lnTo>
                  <a:pt x="8970960" y="2443295"/>
                </a:lnTo>
                <a:lnTo>
                  <a:pt x="9752510" y="2896592"/>
                </a:lnTo>
                <a:close/>
                <a:moveTo>
                  <a:pt x="6523688" y="1989994"/>
                </a:moveTo>
                <a:lnTo>
                  <a:pt x="6523688" y="2896592"/>
                </a:lnTo>
                <a:lnTo>
                  <a:pt x="7305243" y="2443295"/>
                </a:lnTo>
                <a:close/>
                <a:moveTo>
                  <a:pt x="8120394" y="1989992"/>
                </a:moveTo>
                <a:lnTo>
                  <a:pt x="7338859" y="2443293"/>
                </a:lnTo>
                <a:lnTo>
                  <a:pt x="8120394" y="2896591"/>
                </a:lnTo>
                <a:close/>
                <a:moveTo>
                  <a:pt x="8154013" y="1989992"/>
                </a:moveTo>
                <a:lnTo>
                  <a:pt x="8154013" y="2896591"/>
                </a:lnTo>
                <a:lnTo>
                  <a:pt x="8935564" y="2443293"/>
                </a:lnTo>
                <a:close/>
                <a:moveTo>
                  <a:pt x="9786127" y="1989991"/>
                </a:moveTo>
                <a:lnTo>
                  <a:pt x="9786127" y="2896589"/>
                </a:lnTo>
                <a:lnTo>
                  <a:pt x="10567678" y="2443292"/>
                </a:lnTo>
                <a:close/>
                <a:moveTo>
                  <a:pt x="11384626" y="1989989"/>
                </a:moveTo>
                <a:lnTo>
                  <a:pt x="10603074" y="2443289"/>
                </a:lnTo>
                <a:lnTo>
                  <a:pt x="11384626" y="2896587"/>
                </a:lnTo>
                <a:close/>
                <a:moveTo>
                  <a:pt x="11418245" y="1989989"/>
                </a:moveTo>
                <a:lnTo>
                  <a:pt x="11418245" y="2896588"/>
                </a:lnTo>
                <a:lnTo>
                  <a:pt x="12199795" y="2443289"/>
                </a:lnTo>
                <a:close/>
                <a:moveTo>
                  <a:pt x="3261235" y="1989983"/>
                </a:moveTo>
                <a:lnTo>
                  <a:pt x="3261235" y="2896583"/>
                </a:lnTo>
                <a:lnTo>
                  <a:pt x="4042787" y="2443283"/>
                </a:lnTo>
                <a:close/>
                <a:moveTo>
                  <a:pt x="4857957" y="1989982"/>
                </a:moveTo>
                <a:lnTo>
                  <a:pt x="4076405" y="2443281"/>
                </a:lnTo>
                <a:lnTo>
                  <a:pt x="4857957" y="2896581"/>
                </a:lnTo>
                <a:close/>
                <a:moveTo>
                  <a:pt x="4891576" y="1989982"/>
                </a:moveTo>
                <a:lnTo>
                  <a:pt x="4891576" y="2896581"/>
                </a:lnTo>
                <a:lnTo>
                  <a:pt x="5673128" y="2443281"/>
                </a:lnTo>
                <a:close/>
                <a:moveTo>
                  <a:pt x="6490069" y="1989981"/>
                </a:moveTo>
                <a:lnTo>
                  <a:pt x="5708521" y="2443280"/>
                </a:lnTo>
                <a:lnTo>
                  <a:pt x="6490069" y="2896580"/>
                </a:lnTo>
                <a:close/>
                <a:moveTo>
                  <a:pt x="0" y="1989976"/>
                </a:moveTo>
                <a:lnTo>
                  <a:pt x="0" y="2896577"/>
                </a:lnTo>
                <a:lnTo>
                  <a:pt x="781552" y="2443276"/>
                </a:lnTo>
                <a:close/>
                <a:moveTo>
                  <a:pt x="1596722" y="1989975"/>
                </a:moveTo>
                <a:lnTo>
                  <a:pt x="815170" y="2443275"/>
                </a:lnTo>
                <a:lnTo>
                  <a:pt x="1596722" y="2896575"/>
                </a:lnTo>
                <a:close/>
                <a:moveTo>
                  <a:pt x="1630341" y="1989975"/>
                </a:moveTo>
                <a:lnTo>
                  <a:pt x="1630341" y="2896576"/>
                </a:lnTo>
                <a:lnTo>
                  <a:pt x="2411893" y="2443276"/>
                </a:lnTo>
                <a:close/>
                <a:moveTo>
                  <a:pt x="3228838" y="1989974"/>
                </a:moveTo>
                <a:lnTo>
                  <a:pt x="2447286" y="2443273"/>
                </a:lnTo>
                <a:lnTo>
                  <a:pt x="3228838" y="2896575"/>
                </a:lnTo>
                <a:close/>
                <a:moveTo>
                  <a:pt x="7305243" y="1503884"/>
                </a:moveTo>
                <a:lnTo>
                  <a:pt x="6523688" y="1957188"/>
                </a:lnTo>
                <a:lnTo>
                  <a:pt x="7305243" y="2410485"/>
                </a:lnTo>
                <a:close/>
                <a:moveTo>
                  <a:pt x="7338859" y="1503883"/>
                </a:moveTo>
                <a:lnTo>
                  <a:pt x="7338859" y="2410484"/>
                </a:lnTo>
                <a:lnTo>
                  <a:pt x="8120395" y="1957186"/>
                </a:lnTo>
                <a:close/>
                <a:moveTo>
                  <a:pt x="8935566" y="1503883"/>
                </a:moveTo>
                <a:lnTo>
                  <a:pt x="8154014" y="1957188"/>
                </a:lnTo>
                <a:lnTo>
                  <a:pt x="8935566" y="2410484"/>
                </a:lnTo>
                <a:close/>
                <a:moveTo>
                  <a:pt x="10567680" y="1503881"/>
                </a:moveTo>
                <a:lnTo>
                  <a:pt x="9786128" y="1957185"/>
                </a:lnTo>
                <a:lnTo>
                  <a:pt x="10567680" y="2410481"/>
                </a:lnTo>
                <a:close/>
                <a:moveTo>
                  <a:pt x="8970959" y="1503881"/>
                </a:moveTo>
                <a:lnTo>
                  <a:pt x="8970959" y="2410481"/>
                </a:lnTo>
                <a:lnTo>
                  <a:pt x="9752511" y="1957184"/>
                </a:lnTo>
                <a:close/>
                <a:moveTo>
                  <a:pt x="10603073" y="1503879"/>
                </a:moveTo>
                <a:lnTo>
                  <a:pt x="10603073" y="2410480"/>
                </a:lnTo>
                <a:lnTo>
                  <a:pt x="11384627" y="1957182"/>
                </a:lnTo>
                <a:close/>
                <a:moveTo>
                  <a:pt x="12199796" y="1503879"/>
                </a:moveTo>
                <a:lnTo>
                  <a:pt x="11418245" y="1957183"/>
                </a:lnTo>
                <a:lnTo>
                  <a:pt x="12199796" y="2410480"/>
                </a:lnTo>
                <a:close/>
                <a:moveTo>
                  <a:pt x="4042789" y="1503874"/>
                </a:moveTo>
                <a:lnTo>
                  <a:pt x="3261236" y="1957177"/>
                </a:lnTo>
                <a:lnTo>
                  <a:pt x="4042789" y="2410474"/>
                </a:lnTo>
                <a:close/>
                <a:moveTo>
                  <a:pt x="4076405" y="1503873"/>
                </a:moveTo>
                <a:lnTo>
                  <a:pt x="4076405" y="2410472"/>
                </a:lnTo>
                <a:lnTo>
                  <a:pt x="4857958" y="1957175"/>
                </a:lnTo>
                <a:close/>
                <a:moveTo>
                  <a:pt x="5673129" y="1503873"/>
                </a:moveTo>
                <a:lnTo>
                  <a:pt x="4891576" y="1957176"/>
                </a:lnTo>
                <a:lnTo>
                  <a:pt x="5673129" y="2410472"/>
                </a:lnTo>
                <a:close/>
                <a:moveTo>
                  <a:pt x="5708521" y="1503872"/>
                </a:moveTo>
                <a:lnTo>
                  <a:pt x="5708521" y="2410471"/>
                </a:lnTo>
                <a:lnTo>
                  <a:pt x="6490069" y="1957174"/>
                </a:lnTo>
                <a:close/>
                <a:moveTo>
                  <a:pt x="781554" y="1503868"/>
                </a:moveTo>
                <a:lnTo>
                  <a:pt x="1" y="1957170"/>
                </a:lnTo>
                <a:lnTo>
                  <a:pt x="781554" y="2410469"/>
                </a:lnTo>
                <a:close/>
                <a:moveTo>
                  <a:pt x="2411894" y="1503867"/>
                </a:moveTo>
                <a:lnTo>
                  <a:pt x="1630341" y="1957169"/>
                </a:lnTo>
                <a:lnTo>
                  <a:pt x="2411894" y="2410468"/>
                </a:lnTo>
                <a:close/>
                <a:moveTo>
                  <a:pt x="815170" y="1503867"/>
                </a:moveTo>
                <a:lnTo>
                  <a:pt x="815170" y="2410468"/>
                </a:lnTo>
                <a:lnTo>
                  <a:pt x="1596723" y="1957168"/>
                </a:lnTo>
                <a:close/>
                <a:moveTo>
                  <a:pt x="2447286" y="1503866"/>
                </a:moveTo>
                <a:lnTo>
                  <a:pt x="2447286" y="2410467"/>
                </a:lnTo>
                <a:lnTo>
                  <a:pt x="3228839" y="1957166"/>
                </a:lnTo>
                <a:close/>
                <a:moveTo>
                  <a:pt x="6523688" y="1009133"/>
                </a:moveTo>
                <a:lnTo>
                  <a:pt x="6523688" y="1915742"/>
                </a:lnTo>
                <a:lnTo>
                  <a:pt x="7305243" y="1462437"/>
                </a:lnTo>
                <a:close/>
                <a:moveTo>
                  <a:pt x="8120394" y="1009133"/>
                </a:moveTo>
                <a:lnTo>
                  <a:pt x="7338859" y="1462436"/>
                </a:lnTo>
                <a:lnTo>
                  <a:pt x="8120394" y="1915740"/>
                </a:lnTo>
                <a:close/>
                <a:moveTo>
                  <a:pt x="8154013" y="1009132"/>
                </a:moveTo>
                <a:lnTo>
                  <a:pt x="8154013" y="1915741"/>
                </a:lnTo>
                <a:lnTo>
                  <a:pt x="8935564" y="1462436"/>
                </a:lnTo>
                <a:close/>
                <a:moveTo>
                  <a:pt x="9752510" y="1009131"/>
                </a:moveTo>
                <a:lnTo>
                  <a:pt x="8970960" y="1462434"/>
                </a:lnTo>
                <a:lnTo>
                  <a:pt x="9752510" y="1915739"/>
                </a:lnTo>
                <a:close/>
                <a:moveTo>
                  <a:pt x="9786127" y="1009131"/>
                </a:moveTo>
                <a:lnTo>
                  <a:pt x="9786127" y="1915739"/>
                </a:lnTo>
                <a:lnTo>
                  <a:pt x="10567678" y="1462435"/>
                </a:lnTo>
                <a:close/>
                <a:moveTo>
                  <a:pt x="11384626" y="1009130"/>
                </a:moveTo>
                <a:lnTo>
                  <a:pt x="10603074" y="1462432"/>
                </a:lnTo>
                <a:lnTo>
                  <a:pt x="11384626" y="1915737"/>
                </a:lnTo>
                <a:close/>
                <a:moveTo>
                  <a:pt x="11418245" y="1009129"/>
                </a:moveTo>
                <a:lnTo>
                  <a:pt x="11418245" y="1915737"/>
                </a:lnTo>
                <a:lnTo>
                  <a:pt x="12199795" y="1462433"/>
                </a:lnTo>
                <a:close/>
                <a:moveTo>
                  <a:pt x="3261235" y="1009125"/>
                </a:moveTo>
                <a:lnTo>
                  <a:pt x="3261235" y="1915731"/>
                </a:lnTo>
                <a:lnTo>
                  <a:pt x="4042787" y="1462428"/>
                </a:lnTo>
                <a:close/>
                <a:moveTo>
                  <a:pt x="4857957" y="1009125"/>
                </a:moveTo>
                <a:lnTo>
                  <a:pt x="4076405" y="1462427"/>
                </a:lnTo>
                <a:lnTo>
                  <a:pt x="4857957" y="1915729"/>
                </a:lnTo>
                <a:close/>
                <a:moveTo>
                  <a:pt x="4891576" y="1009124"/>
                </a:moveTo>
                <a:lnTo>
                  <a:pt x="4891576" y="1915730"/>
                </a:lnTo>
                <a:lnTo>
                  <a:pt x="5673128" y="1462427"/>
                </a:lnTo>
                <a:close/>
                <a:moveTo>
                  <a:pt x="6490069" y="1009123"/>
                </a:moveTo>
                <a:lnTo>
                  <a:pt x="5708521" y="1462425"/>
                </a:lnTo>
                <a:lnTo>
                  <a:pt x="6490069" y="1915727"/>
                </a:lnTo>
                <a:close/>
                <a:moveTo>
                  <a:pt x="0" y="1009120"/>
                </a:moveTo>
                <a:lnTo>
                  <a:pt x="0" y="1915724"/>
                </a:lnTo>
                <a:lnTo>
                  <a:pt x="781552" y="1462422"/>
                </a:lnTo>
                <a:close/>
                <a:moveTo>
                  <a:pt x="1596722" y="1009119"/>
                </a:moveTo>
                <a:lnTo>
                  <a:pt x="815170" y="1462420"/>
                </a:lnTo>
                <a:lnTo>
                  <a:pt x="1596722" y="1915722"/>
                </a:lnTo>
                <a:close/>
                <a:moveTo>
                  <a:pt x="1630341" y="1009119"/>
                </a:moveTo>
                <a:lnTo>
                  <a:pt x="1630341" y="1915722"/>
                </a:lnTo>
                <a:lnTo>
                  <a:pt x="2411893" y="1462420"/>
                </a:lnTo>
                <a:close/>
                <a:moveTo>
                  <a:pt x="3228838" y="1009118"/>
                </a:moveTo>
                <a:lnTo>
                  <a:pt x="2447286" y="1462419"/>
                </a:lnTo>
                <a:lnTo>
                  <a:pt x="3228838" y="1915720"/>
                </a:lnTo>
                <a:close/>
                <a:moveTo>
                  <a:pt x="7305243" y="520440"/>
                </a:moveTo>
                <a:lnTo>
                  <a:pt x="6523688" y="973739"/>
                </a:lnTo>
                <a:lnTo>
                  <a:pt x="7305243" y="1427041"/>
                </a:lnTo>
                <a:close/>
                <a:moveTo>
                  <a:pt x="8935566" y="520439"/>
                </a:moveTo>
                <a:lnTo>
                  <a:pt x="8154014" y="973739"/>
                </a:lnTo>
                <a:lnTo>
                  <a:pt x="8935566" y="1427041"/>
                </a:lnTo>
                <a:close/>
                <a:moveTo>
                  <a:pt x="7338859" y="520439"/>
                </a:moveTo>
                <a:lnTo>
                  <a:pt x="7338859" y="1427041"/>
                </a:lnTo>
                <a:lnTo>
                  <a:pt x="8120395" y="973738"/>
                </a:lnTo>
                <a:close/>
                <a:moveTo>
                  <a:pt x="8970959" y="520437"/>
                </a:moveTo>
                <a:lnTo>
                  <a:pt x="8970959" y="1427040"/>
                </a:lnTo>
                <a:lnTo>
                  <a:pt x="9752511" y="973736"/>
                </a:lnTo>
                <a:close/>
                <a:moveTo>
                  <a:pt x="10567680" y="520437"/>
                </a:moveTo>
                <a:lnTo>
                  <a:pt x="9786128" y="973737"/>
                </a:lnTo>
                <a:lnTo>
                  <a:pt x="10567680" y="1427040"/>
                </a:lnTo>
                <a:close/>
                <a:moveTo>
                  <a:pt x="10603073" y="520436"/>
                </a:moveTo>
                <a:lnTo>
                  <a:pt x="10603073" y="1427037"/>
                </a:lnTo>
                <a:lnTo>
                  <a:pt x="11384626" y="973735"/>
                </a:lnTo>
                <a:close/>
                <a:moveTo>
                  <a:pt x="12199795" y="520436"/>
                </a:moveTo>
                <a:lnTo>
                  <a:pt x="11418245" y="973736"/>
                </a:lnTo>
                <a:lnTo>
                  <a:pt x="12199795" y="1427037"/>
                </a:lnTo>
                <a:close/>
                <a:moveTo>
                  <a:pt x="4042789" y="520431"/>
                </a:moveTo>
                <a:lnTo>
                  <a:pt x="3261236" y="973731"/>
                </a:lnTo>
                <a:lnTo>
                  <a:pt x="4042789" y="1427033"/>
                </a:lnTo>
                <a:close/>
                <a:moveTo>
                  <a:pt x="5673129" y="520430"/>
                </a:moveTo>
                <a:lnTo>
                  <a:pt x="4891576" y="973730"/>
                </a:lnTo>
                <a:lnTo>
                  <a:pt x="5673129" y="1427032"/>
                </a:lnTo>
                <a:close/>
                <a:moveTo>
                  <a:pt x="4076405" y="520430"/>
                </a:moveTo>
                <a:lnTo>
                  <a:pt x="4076405" y="1427032"/>
                </a:lnTo>
                <a:lnTo>
                  <a:pt x="4857958" y="973729"/>
                </a:lnTo>
                <a:close/>
                <a:moveTo>
                  <a:pt x="5708521" y="520429"/>
                </a:moveTo>
                <a:lnTo>
                  <a:pt x="5708521" y="1427030"/>
                </a:lnTo>
                <a:lnTo>
                  <a:pt x="6490069" y="973728"/>
                </a:lnTo>
                <a:close/>
                <a:moveTo>
                  <a:pt x="781554" y="520425"/>
                </a:moveTo>
                <a:lnTo>
                  <a:pt x="1" y="973726"/>
                </a:lnTo>
                <a:lnTo>
                  <a:pt x="781554" y="1427027"/>
                </a:lnTo>
                <a:close/>
                <a:moveTo>
                  <a:pt x="2411894" y="520424"/>
                </a:moveTo>
                <a:lnTo>
                  <a:pt x="1630341" y="973725"/>
                </a:lnTo>
                <a:lnTo>
                  <a:pt x="2411894" y="1427026"/>
                </a:lnTo>
                <a:close/>
                <a:moveTo>
                  <a:pt x="815170" y="520424"/>
                </a:moveTo>
                <a:lnTo>
                  <a:pt x="815170" y="1427026"/>
                </a:lnTo>
                <a:lnTo>
                  <a:pt x="1596723" y="973724"/>
                </a:lnTo>
                <a:close/>
                <a:moveTo>
                  <a:pt x="2447286" y="520423"/>
                </a:moveTo>
                <a:lnTo>
                  <a:pt x="2447286" y="1427024"/>
                </a:lnTo>
                <a:lnTo>
                  <a:pt x="3228839" y="973723"/>
                </a:lnTo>
                <a:close/>
                <a:moveTo>
                  <a:pt x="6523688" y="25693"/>
                </a:moveTo>
                <a:lnTo>
                  <a:pt x="6523688" y="932293"/>
                </a:lnTo>
                <a:lnTo>
                  <a:pt x="7305243" y="478993"/>
                </a:lnTo>
                <a:close/>
                <a:moveTo>
                  <a:pt x="8120394" y="25693"/>
                </a:moveTo>
                <a:lnTo>
                  <a:pt x="7338859" y="478992"/>
                </a:lnTo>
                <a:lnTo>
                  <a:pt x="8120394" y="932291"/>
                </a:lnTo>
                <a:close/>
                <a:moveTo>
                  <a:pt x="8154013" y="25692"/>
                </a:moveTo>
                <a:lnTo>
                  <a:pt x="8154013" y="932292"/>
                </a:lnTo>
                <a:lnTo>
                  <a:pt x="8935564" y="478992"/>
                </a:lnTo>
                <a:close/>
                <a:moveTo>
                  <a:pt x="9752510" y="25691"/>
                </a:moveTo>
                <a:lnTo>
                  <a:pt x="8970960" y="478990"/>
                </a:lnTo>
                <a:lnTo>
                  <a:pt x="9752510" y="932290"/>
                </a:lnTo>
                <a:close/>
                <a:moveTo>
                  <a:pt x="9786127" y="25691"/>
                </a:moveTo>
                <a:lnTo>
                  <a:pt x="9786127" y="932290"/>
                </a:lnTo>
                <a:lnTo>
                  <a:pt x="10567678" y="478990"/>
                </a:lnTo>
                <a:close/>
                <a:moveTo>
                  <a:pt x="11384626" y="25690"/>
                </a:moveTo>
                <a:lnTo>
                  <a:pt x="10603073" y="478989"/>
                </a:lnTo>
                <a:lnTo>
                  <a:pt x="11384626" y="932289"/>
                </a:lnTo>
                <a:close/>
                <a:moveTo>
                  <a:pt x="11418244" y="25689"/>
                </a:moveTo>
                <a:lnTo>
                  <a:pt x="11418244" y="932289"/>
                </a:lnTo>
                <a:lnTo>
                  <a:pt x="12199794" y="478989"/>
                </a:lnTo>
                <a:close/>
                <a:moveTo>
                  <a:pt x="3261235" y="25684"/>
                </a:moveTo>
                <a:lnTo>
                  <a:pt x="3261235" y="932284"/>
                </a:lnTo>
                <a:lnTo>
                  <a:pt x="4042787" y="478984"/>
                </a:lnTo>
                <a:close/>
                <a:moveTo>
                  <a:pt x="4857957" y="25684"/>
                </a:moveTo>
                <a:lnTo>
                  <a:pt x="4076405" y="478983"/>
                </a:lnTo>
                <a:lnTo>
                  <a:pt x="4857957" y="932283"/>
                </a:lnTo>
                <a:close/>
                <a:moveTo>
                  <a:pt x="4891576" y="25683"/>
                </a:moveTo>
                <a:lnTo>
                  <a:pt x="4891576" y="932283"/>
                </a:lnTo>
                <a:lnTo>
                  <a:pt x="5673128" y="478983"/>
                </a:lnTo>
                <a:close/>
                <a:moveTo>
                  <a:pt x="6490069" y="25682"/>
                </a:moveTo>
                <a:lnTo>
                  <a:pt x="5708521" y="478981"/>
                </a:lnTo>
                <a:lnTo>
                  <a:pt x="6490069" y="932282"/>
                </a:lnTo>
                <a:close/>
                <a:moveTo>
                  <a:pt x="0" y="25678"/>
                </a:moveTo>
                <a:lnTo>
                  <a:pt x="0" y="932279"/>
                </a:lnTo>
                <a:lnTo>
                  <a:pt x="781552" y="478978"/>
                </a:lnTo>
                <a:close/>
                <a:moveTo>
                  <a:pt x="1596722" y="25677"/>
                </a:moveTo>
                <a:lnTo>
                  <a:pt x="815170" y="478977"/>
                </a:lnTo>
                <a:lnTo>
                  <a:pt x="1596722" y="932278"/>
                </a:lnTo>
                <a:close/>
                <a:moveTo>
                  <a:pt x="1630341" y="25677"/>
                </a:moveTo>
                <a:lnTo>
                  <a:pt x="1630341" y="932278"/>
                </a:lnTo>
                <a:lnTo>
                  <a:pt x="2411893" y="478978"/>
                </a:lnTo>
                <a:close/>
                <a:moveTo>
                  <a:pt x="3228838" y="25676"/>
                </a:moveTo>
                <a:lnTo>
                  <a:pt x="2447286" y="478976"/>
                </a:lnTo>
                <a:lnTo>
                  <a:pt x="3228838" y="932276"/>
                </a:lnTo>
                <a:close/>
                <a:moveTo>
                  <a:pt x="8098742" y="12"/>
                </a:moveTo>
                <a:lnTo>
                  <a:pt x="6544450" y="12"/>
                </a:lnTo>
                <a:lnTo>
                  <a:pt x="7321607" y="445615"/>
                </a:lnTo>
                <a:close/>
                <a:moveTo>
                  <a:pt x="9729969" y="12"/>
                </a:moveTo>
                <a:lnTo>
                  <a:pt x="8175665" y="12"/>
                </a:lnTo>
                <a:lnTo>
                  <a:pt x="8952816" y="445615"/>
                </a:lnTo>
                <a:close/>
                <a:moveTo>
                  <a:pt x="11361201" y="12"/>
                </a:moveTo>
                <a:lnTo>
                  <a:pt x="9806891" y="12"/>
                </a:lnTo>
                <a:lnTo>
                  <a:pt x="10584048" y="445615"/>
                </a:lnTo>
                <a:close/>
                <a:moveTo>
                  <a:pt x="4835861" y="7"/>
                </a:moveTo>
                <a:lnTo>
                  <a:pt x="3281555" y="7"/>
                </a:lnTo>
                <a:lnTo>
                  <a:pt x="4058708" y="445610"/>
                </a:lnTo>
                <a:close/>
                <a:moveTo>
                  <a:pt x="6467087" y="6"/>
                </a:moveTo>
                <a:lnTo>
                  <a:pt x="4912784" y="6"/>
                </a:lnTo>
                <a:lnTo>
                  <a:pt x="5689937" y="445610"/>
                </a:lnTo>
                <a:close/>
                <a:moveTo>
                  <a:pt x="1574626" y="1"/>
                </a:moveTo>
                <a:lnTo>
                  <a:pt x="20320" y="1"/>
                </a:lnTo>
                <a:lnTo>
                  <a:pt x="797473" y="445605"/>
                </a:lnTo>
                <a:close/>
                <a:moveTo>
                  <a:pt x="3205855" y="0"/>
                </a:moveTo>
                <a:lnTo>
                  <a:pt x="1651549" y="0"/>
                </a:lnTo>
                <a:lnTo>
                  <a:pt x="2428702" y="445604"/>
                </a:lnTo>
                <a:close/>
                <a:moveTo>
                  <a:pt x="12191998" y="0"/>
                </a:moveTo>
                <a:lnTo>
                  <a:pt x="11438139" y="0"/>
                </a:lnTo>
                <a:lnTo>
                  <a:pt x="12191998" y="432248"/>
                </a:lnTo>
                <a:close/>
              </a:path>
            </a:pathLst>
          </a:custGeom>
          <a:noFill/>
          <a:ln w="635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2000">
                <a:schemeClr val="accent2">
                  <a:alpha val="80000"/>
                </a:schemeClr>
              </a:gs>
              <a:gs pos="0">
                <a:schemeClr val="accent2"/>
              </a:gs>
              <a:gs pos="100000">
                <a:schemeClr val="accent2">
                  <a:alpha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75307" y="465269"/>
            <a:ext cx="2108758" cy="400110"/>
            <a:chOff x="675307" y="465269"/>
            <a:chExt cx="2108758" cy="400110"/>
          </a:xfrm>
        </p:grpSpPr>
        <p:grpSp>
          <p:nvGrpSpPr>
            <p:cNvPr id="15" name="Group 14"/>
            <p:cNvGrpSpPr/>
            <p:nvPr/>
          </p:nvGrpSpPr>
          <p:grpSpPr>
            <a:xfrm>
              <a:off x="675307" y="498305"/>
              <a:ext cx="343838" cy="287946"/>
              <a:chOff x="656543" y="153248"/>
              <a:chExt cx="2054797" cy="1720781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656543" y="153248"/>
                <a:ext cx="2054797" cy="1720775"/>
                <a:chOff x="656543" y="153248"/>
                <a:chExt cx="2054797" cy="1720775"/>
              </a:xfrm>
            </p:grpSpPr>
            <p:sp>
              <p:nvSpPr>
                <p:cNvPr id="21" name="Isosceles Triangle 20"/>
                <p:cNvSpPr/>
                <p:nvPr/>
              </p:nvSpPr>
              <p:spPr>
                <a:xfrm>
                  <a:off x="656543" y="153248"/>
                  <a:ext cx="964146" cy="83116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grpSp>
              <p:nvGrpSpPr>
                <p:cNvPr id="22" name="Group 21"/>
                <p:cNvGrpSpPr/>
                <p:nvPr/>
              </p:nvGrpSpPr>
              <p:grpSpPr>
                <a:xfrm>
                  <a:off x="656543" y="1042863"/>
                  <a:ext cx="2054797" cy="831160"/>
                  <a:chOff x="656543" y="1042863"/>
                  <a:chExt cx="2054797" cy="831160"/>
                </a:xfrm>
              </p:grpSpPr>
              <p:sp>
                <p:nvSpPr>
                  <p:cNvPr id="23" name="Isosceles Triangle 22"/>
                  <p:cNvSpPr/>
                  <p:nvPr/>
                </p:nvSpPr>
                <p:spPr>
                  <a:xfrm rot="10800000">
                    <a:off x="656543" y="1042863"/>
                    <a:ext cx="964145" cy="831160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24" name="Isosceles Triangle 23"/>
                  <p:cNvSpPr/>
                  <p:nvPr/>
                </p:nvSpPr>
                <p:spPr>
                  <a:xfrm rot="10800000">
                    <a:off x="1747194" y="1042864"/>
                    <a:ext cx="964146" cy="831159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18" name="Group 17"/>
              <p:cNvGrpSpPr/>
              <p:nvPr/>
            </p:nvGrpSpPr>
            <p:grpSpPr>
              <a:xfrm rot="16200000">
                <a:off x="823553" y="531567"/>
                <a:ext cx="1720779" cy="964145"/>
                <a:chOff x="6458550" y="1508208"/>
                <a:chExt cx="1985075" cy="1112229"/>
              </a:xfrm>
            </p:grpSpPr>
            <p:sp>
              <p:nvSpPr>
                <p:cNvPr id="19" name="Isosceles Triangle 18"/>
                <p:cNvSpPr/>
                <p:nvPr/>
              </p:nvSpPr>
              <p:spPr>
                <a:xfrm rot="16200000" flipH="1">
                  <a:off x="7408101" y="1584913"/>
                  <a:ext cx="1112227" cy="958820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0" name="Isosceles Triangle 19"/>
                <p:cNvSpPr/>
                <p:nvPr/>
              </p:nvSpPr>
              <p:spPr>
                <a:xfrm rot="5400000" flipH="1">
                  <a:off x="6381845" y="1584913"/>
                  <a:ext cx="1112229" cy="958819"/>
                </a:xfrm>
                <a:prstGeom prst="triangl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1084618" y="465269"/>
              <a:ext cx="16994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Geo</a:t>
              </a:r>
              <a:r>
                <a:rPr lang="en-US" sz="2000" dirty="0">
                  <a:solidFill>
                    <a:schemeClr val="bg1"/>
                  </a:solidFill>
                  <a:latin typeface="Century Gothic" panose="020B0502020202020204" pitchFamily="34" charset="0"/>
                </a:rPr>
                <a:t>logic</a:t>
              </a:r>
              <a:endParaRPr lang="id-ID" sz="20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5" name="TextBox 24"/>
          <p:cNvSpPr txBox="1"/>
          <p:nvPr userDrawn="1"/>
        </p:nvSpPr>
        <p:spPr>
          <a:xfrm>
            <a:off x="635858" y="6382643"/>
            <a:ext cx="2681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1200" b="1" spc="0" dirty="0">
                <a:solidFill>
                  <a:schemeClr val="bg1"/>
                </a:solidFill>
                <a:latin typeface="Century Gothic" panose="020B0502020202020204" pitchFamily="34" charset="0"/>
              </a:rPr>
              <a:t>Company Address </a:t>
            </a:r>
            <a:r>
              <a:rPr lang="id-ID" sz="1200" spc="0" dirty="0">
                <a:solidFill>
                  <a:schemeClr val="bg1"/>
                </a:solidFill>
                <a:latin typeface="Century Gothic" panose="020B0502020202020204" pitchFamily="34" charset="0"/>
              </a:rPr>
              <a:t>Goes Here</a:t>
            </a:r>
            <a:endParaRPr lang="id-ID" sz="1200" spc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Box 25"/>
          <p:cNvSpPr txBox="1"/>
          <p:nvPr userDrawn="1"/>
        </p:nvSpPr>
        <p:spPr>
          <a:xfrm>
            <a:off x="10984979" y="6367254"/>
            <a:ext cx="885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400" i="0" strike="noStrike" spc="0" smtClean="0">
                <a:solidFill>
                  <a:schemeClr val="bg1"/>
                </a:solidFill>
                <a:latin typeface="Century Gothic" panose="020B0502020202020204" pitchFamily="34" charset="0"/>
                <a:ea typeface="Roboto Condensed Light" panose="02000000000000000000" pitchFamily="2" charset="0"/>
                <a:cs typeface="Lato Heavy" panose="020F0502020204030203" pitchFamily="34" charset="0"/>
              </a:rPr>
            </a:fld>
            <a:endParaRPr lang="id-ID" sz="1400" i="0" strike="noStrike" spc="0" dirty="0">
              <a:solidFill>
                <a:schemeClr val="bg1"/>
              </a:solidFill>
              <a:latin typeface="Century Gothic" panose="020B0502020202020204" pitchFamily="34" charset="0"/>
              <a:ea typeface="Roboto Condensed Light" panose="02000000000000000000" pitchFamily="2" charset="0"/>
              <a:cs typeface="Lato Heavy" panose="020F0502020204030203" pitchFamily="34" charset="0"/>
            </a:endParaRPr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0" y="6215062"/>
            <a:ext cx="12192000" cy="0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23000"/>
                  </a:schemeClr>
                </a:gs>
                <a:gs pos="50000">
                  <a:schemeClr val="bg1"/>
                </a:gs>
                <a:gs pos="100000">
                  <a:schemeClr val="bg1">
                    <a:alpha val="23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icture Placeholder 32"/>
          <p:cNvSpPr>
            <a:spLocks noGrp="1"/>
          </p:cNvSpPr>
          <p:nvPr>
            <p:ph type="pic" sz="quarter" idx="12" hasCustomPrompt="1"/>
          </p:nvPr>
        </p:nvSpPr>
        <p:spPr>
          <a:xfrm>
            <a:off x="1087336" y="1134458"/>
            <a:ext cx="2456844" cy="3052916"/>
          </a:xfrm>
          <a:custGeom>
            <a:avLst/>
            <a:gdLst>
              <a:gd name="connsiteX0" fmla="*/ 0 w 2456844"/>
              <a:gd name="connsiteY0" fmla="*/ 0 h 3052916"/>
              <a:gd name="connsiteX1" fmla="*/ 2456844 w 2456844"/>
              <a:gd name="connsiteY1" fmla="*/ 0 h 3052916"/>
              <a:gd name="connsiteX2" fmla="*/ 2456844 w 2456844"/>
              <a:gd name="connsiteY2" fmla="*/ 3052916 h 3052916"/>
              <a:gd name="connsiteX3" fmla="*/ 0 w 2456844"/>
              <a:gd name="connsiteY3" fmla="*/ 3052916 h 3052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6844" h="3052916">
                <a:moveTo>
                  <a:pt x="0" y="0"/>
                </a:moveTo>
                <a:lnTo>
                  <a:pt x="2456844" y="0"/>
                </a:lnTo>
                <a:lnTo>
                  <a:pt x="2456844" y="3052916"/>
                </a:lnTo>
                <a:lnTo>
                  <a:pt x="0" y="305291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4" name="Picture Placeholder 33"/>
          <p:cNvSpPr>
            <a:spLocks noGrp="1"/>
          </p:cNvSpPr>
          <p:nvPr>
            <p:ph type="pic" sz="quarter" idx="13" hasCustomPrompt="1"/>
          </p:nvPr>
        </p:nvSpPr>
        <p:spPr>
          <a:xfrm>
            <a:off x="3725997" y="1134458"/>
            <a:ext cx="2456844" cy="3052916"/>
          </a:xfrm>
          <a:custGeom>
            <a:avLst/>
            <a:gdLst>
              <a:gd name="connsiteX0" fmla="*/ 0 w 2456844"/>
              <a:gd name="connsiteY0" fmla="*/ 0 h 3052916"/>
              <a:gd name="connsiteX1" fmla="*/ 2456844 w 2456844"/>
              <a:gd name="connsiteY1" fmla="*/ 0 h 3052916"/>
              <a:gd name="connsiteX2" fmla="*/ 2456844 w 2456844"/>
              <a:gd name="connsiteY2" fmla="*/ 3052916 h 3052916"/>
              <a:gd name="connsiteX3" fmla="*/ 0 w 2456844"/>
              <a:gd name="connsiteY3" fmla="*/ 3052916 h 3052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6844" h="3052916">
                <a:moveTo>
                  <a:pt x="0" y="0"/>
                </a:moveTo>
                <a:lnTo>
                  <a:pt x="2456844" y="0"/>
                </a:lnTo>
                <a:lnTo>
                  <a:pt x="2456844" y="3052916"/>
                </a:lnTo>
                <a:lnTo>
                  <a:pt x="0" y="305291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4" hasCustomPrompt="1"/>
          </p:nvPr>
        </p:nvSpPr>
        <p:spPr>
          <a:xfrm>
            <a:off x="6364658" y="1134458"/>
            <a:ext cx="2456844" cy="3052916"/>
          </a:xfrm>
          <a:custGeom>
            <a:avLst/>
            <a:gdLst>
              <a:gd name="connsiteX0" fmla="*/ 0 w 2456844"/>
              <a:gd name="connsiteY0" fmla="*/ 0 h 3052916"/>
              <a:gd name="connsiteX1" fmla="*/ 2456844 w 2456844"/>
              <a:gd name="connsiteY1" fmla="*/ 0 h 3052916"/>
              <a:gd name="connsiteX2" fmla="*/ 2456844 w 2456844"/>
              <a:gd name="connsiteY2" fmla="*/ 3052916 h 3052916"/>
              <a:gd name="connsiteX3" fmla="*/ 0 w 2456844"/>
              <a:gd name="connsiteY3" fmla="*/ 3052916 h 3052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6844" h="3052916">
                <a:moveTo>
                  <a:pt x="0" y="0"/>
                </a:moveTo>
                <a:lnTo>
                  <a:pt x="2456844" y="0"/>
                </a:lnTo>
                <a:lnTo>
                  <a:pt x="2456844" y="3052916"/>
                </a:lnTo>
                <a:lnTo>
                  <a:pt x="0" y="305291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15" hasCustomPrompt="1"/>
          </p:nvPr>
        </p:nvSpPr>
        <p:spPr>
          <a:xfrm>
            <a:off x="9003319" y="1134458"/>
            <a:ext cx="2456844" cy="3052916"/>
          </a:xfrm>
          <a:custGeom>
            <a:avLst/>
            <a:gdLst>
              <a:gd name="connsiteX0" fmla="*/ 0 w 2456844"/>
              <a:gd name="connsiteY0" fmla="*/ 0 h 3052916"/>
              <a:gd name="connsiteX1" fmla="*/ 2456844 w 2456844"/>
              <a:gd name="connsiteY1" fmla="*/ 0 h 3052916"/>
              <a:gd name="connsiteX2" fmla="*/ 2456844 w 2456844"/>
              <a:gd name="connsiteY2" fmla="*/ 3052916 h 3052916"/>
              <a:gd name="connsiteX3" fmla="*/ 0 w 2456844"/>
              <a:gd name="connsiteY3" fmla="*/ 3052916 h 3052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6844" h="3052916">
                <a:moveTo>
                  <a:pt x="0" y="0"/>
                </a:moveTo>
                <a:lnTo>
                  <a:pt x="2456844" y="0"/>
                </a:lnTo>
                <a:lnTo>
                  <a:pt x="2456844" y="3052916"/>
                </a:lnTo>
                <a:lnTo>
                  <a:pt x="0" y="305291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4976994" y="2256502"/>
            <a:ext cx="2238012" cy="3407361"/>
          </a:xfrm>
          <a:custGeom>
            <a:avLst/>
            <a:gdLst>
              <a:gd name="connsiteX0" fmla="*/ 0 w 2238012"/>
              <a:gd name="connsiteY0" fmla="*/ 0 h 3407361"/>
              <a:gd name="connsiteX1" fmla="*/ 2238012 w 2238012"/>
              <a:gd name="connsiteY1" fmla="*/ 0 h 3407361"/>
              <a:gd name="connsiteX2" fmla="*/ 2238012 w 2238012"/>
              <a:gd name="connsiteY2" fmla="*/ 3407361 h 3407361"/>
              <a:gd name="connsiteX3" fmla="*/ 0 w 2238012"/>
              <a:gd name="connsiteY3" fmla="*/ 3407361 h 340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8012" h="3407361">
                <a:moveTo>
                  <a:pt x="0" y="0"/>
                </a:moveTo>
                <a:lnTo>
                  <a:pt x="2238012" y="0"/>
                </a:lnTo>
                <a:lnTo>
                  <a:pt x="2238012" y="3407361"/>
                </a:lnTo>
                <a:lnTo>
                  <a:pt x="0" y="340736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8444094" y="2256502"/>
            <a:ext cx="2238012" cy="3407361"/>
          </a:xfrm>
          <a:custGeom>
            <a:avLst/>
            <a:gdLst>
              <a:gd name="connsiteX0" fmla="*/ 0 w 2238012"/>
              <a:gd name="connsiteY0" fmla="*/ 0 h 3407361"/>
              <a:gd name="connsiteX1" fmla="*/ 2238012 w 2238012"/>
              <a:gd name="connsiteY1" fmla="*/ 0 h 3407361"/>
              <a:gd name="connsiteX2" fmla="*/ 2238012 w 2238012"/>
              <a:gd name="connsiteY2" fmla="*/ 3407361 h 3407361"/>
              <a:gd name="connsiteX3" fmla="*/ 0 w 2238012"/>
              <a:gd name="connsiteY3" fmla="*/ 3407361 h 340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8012" h="3407361">
                <a:moveTo>
                  <a:pt x="0" y="0"/>
                </a:moveTo>
                <a:lnTo>
                  <a:pt x="2238012" y="0"/>
                </a:lnTo>
                <a:lnTo>
                  <a:pt x="2238012" y="3407361"/>
                </a:lnTo>
                <a:lnTo>
                  <a:pt x="0" y="340736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1509894" y="2256503"/>
            <a:ext cx="2238012" cy="3407361"/>
          </a:xfrm>
          <a:custGeom>
            <a:avLst/>
            <a:gdLst>
              <a:gd name="connsiteX0" fmla="*/ 0 w 2238012"/>
              <a:gd name="connsiteY0" fmla="*/ 0 h 3407361"/>
              <a:gd name="connsiteX1" fmla="*/ 2238012 w 2238012"/>
              <a:gd name="connsiteY1" fmla="*/ 0 h 3407361"/>
              <a:gd name="connsiteX2" fmla="*/ 2238012 w 2238012"/>
              <a:gd name="connsiteY2" fmla="*/ 3407361 h 3407361"/>
              <a:gd name="connsiteX3" fmla="*/ 0 w 2238012"/>
              <a:gd name="connsiteY3" fmla="*/ 3407361 h 3407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8012" h="3407361">
                <a:moveTo>
                  <a:pt x="0" y="0"/>
                </a:moveTo>
                <a:lnTo>
                  <a:pt x="2238012" y="0"/>
                </a:lnTo>
                <a:lnTo>
                  <a:pt x="2238012" y="3407361"/>
                </a:lnTo>
                <a:lnTo>
                  <a:pt x="0" y="340736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6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238375"/>
            <a:ext cx="12192000" cy="4619625"/>
          </a:xfrm>
          <a:custGeom>
            <a:avLst/>
            <a:gdLst>
              <a:gd name="connsiteX0" fmla="*/ 0 w 12192000"/>
              <a:gd name="connsiteY0" fmla="*/ 0 h 4619625"/>
              <a:gd name="connsiteX1" fmla="*/ 12192000 w 12192000"/>
              <a:gd name="connsiteY1" fmla="*/ 0 h 4619625"/>
              <a:gd name="connsiteX2" fmla="*/ 12192000 w 12192000"/>
              <a:gd name="connsiteY2" fmla="*/ 4619625 h 4619625"/>
              <a:gd name="connsiteX3" fmla="*/ 0 w 12192000"/>
              <a:gd name="connsiteY3" fmla="*/ 4619625 h 461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619625">
                <a:moveTo>
                  <a:pt x="0" y="0"/>
                </a:moveTo>
                <a:lnTo>
                  <a:pt x="12192000" y="0"/>
                </a:lnTo>
                <a:lnTo>
                  <a:pt x="12192000" y="4619625"/>
                </a:lnTo>
                <a:lnTo>
                  <a:pt x="0" y="461962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/>
          <p:cNvSpPr>
            <a:spLocks noGrp="1"/>
          </p:cNvSpPr>
          <p:nvPr>
            <p:ph type="pic" sz="quarter" idx="14" hasCustomPrompt="1"/>
          </p:nvPr>
        </p:nvSpPr>
        <p:spPr>
          <a:xfrm>
            <a:off x="5435244" y="634604"/>
            <a:ext cx="3163991" cy="3670230"/>
          </a:xfrm>
          <a:custGeom>
            <a:avLst/>
            <a:gdLst>
              <a:gd name="connsiteX0" fmla="*/ 0 w 3163991"/>
              <a:gd name="connsiteY0" fmla="*/ 0 h 3670230"/>
              <a:gd name="connsiteX1" fmla="*/ 3163991 w 3163991"/>
              <a:gd name="connsiteY1" fmla="*/ 1835115 h 3670230"/>
              <a:gd name="connsiteX2" fmla="*/ 0 w 3163991"/>
              <a:gd name="connsiteY2" fmla="*/ 3670230 h 367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63991" h="3670230">
                <a:moveTo>
                  <a:pt x="0" y="0"/>
                </a:moveTo>
                <a:lnTo>
                  <a:pt x="3163991" y="1835115"/>
                </a:lnTo>
                <a:lnTo>
                  <a:pt x="0" y="367023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5" hasCustomPrompt="1"/>
          </p:nvPr>
        </p:nvSpPr>
        <p:spPr>
          <a:xfrm>
            <a:off x="6490952" y="1715944"/>
            <a:ext cx="3163990" cy="3670230"/>
          </a:xfrm>
          <a:custGeom>
            <a:avLst/>
            <a:gdLst>
              <a:gd name="connsiteX0" fmla="*/ 0 w 3163990"/>
              <a:gd name="connsiteY0" fmla="*/ 0 h 3670230"/>
              <a:gd name="connsiteX1" fmla="*/ 3163990 w 3163990"/>
              <a:gd name="connsiteY1" fmla="*/ 1835115 h 3670230"/>
              <a:gd name="connsiteX2" fmla="*/ 0 w 3163990"/>
              <a:gd name="connsiteY2" fmla="*/ 3670230 h 367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63990" h="3670230">
                <a:moveTo>
                  <a:pt x="0" y="0"/>
                </a:moveTo>
                <a:lnTo>
                  <a:pt x="3163990" y="1835115"/>
                </a:lnTo>
                <a:lnTo>
                  <a:pt x="0" y="367023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3" hasCustomPrompt="1"/>
          </p:nvPr>
        </p:nvSpPr>
        <p:spPr>
          <a:xfrm>
            <a:off x="9796822" y="1485301"/>
            <a:ext cx="2395178" cy="2778406"/>
          </a:xfrm>
          <a:custGeom>
            <a:avLst/>
            <a:gdLst>
              <a:gd name="connsiteX0" fmla="*/ 2395178 w 2395178"/>
              <a:gd name="connsiteY0" fmla="*/ 0 h 2778406"/>
              <a:gd name="connsiteX1" fmla="*/ 2395178 w 2395178"/>
              <a:gd name="connsiteY1" fmla="*/ 2778406 h 2778406"/>
              <a:gd name="connsiteX2" fmla="*/ 0 w 2395178"/>
              <a:gd name="connsiteY2" fmla="*/ 1389203 h 27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5178" h="2778406">
                <a:moveTo>
                  <a:pt x="2395178" y="0"/>
                </a:moveTo>
                <a:lnTo>
                  <a:pt x="2395178" y="2778406"/>
                </a:lnTo>
                <a:lnTo>
                  <a:pt x="0" y="138920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2" hasCustomPrompt="1"/>
          </p:nvPr>
        </p:nvSpPr>
        <p:spPr>
          <a:xfrm>
            <a:off x="2271253" y="2406112"/>
            <a:ext cx="3163991" cy="3670230"/>
          </a:xfrm>
          <a:custGeom>
            <a:avLst/>
            <a:gdLst>
              <a:gd name="connsiteX0" fmla="*/ 3163991 w 3163991"/>
              <a:gd name="connsiteY0" fmla="*/ 0 h 3670230"/>
              <a:gd name="connsiteX1" fmla="*/ 3163991 w 3163991"/>
              <a:gd name="connsiteY1" fmla="*/ 3670230 h 3670230"/>
              <a:gd name="connsiteX2" fmla="*/ 0 w 3163991"/>
              <a:gd name="connsiteY2" fmla="*/ 1835115 h 367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63991" h="3670230">
                <a:moveTo>
                  <a:pt x="3163991" y="0"/>
                </a:moveTo>
                <a:lnTo>
                  <a:pt x="3163991" y="3670230"/>
                </a:lnTo>
                <a:lnTo>
                  <a:pt x="0" y="1835115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16" hasCustomPrompt="1"/>
          </p:nvPr>
        </p:nvSpPr>
        <p:spPr>
          <a:xfrm>
            <a:off x="5006468" y="1480954"/>
            <a:ext cx="2395178" cy="2778406"/>
          </a:xfrm>
          <a:custGeom>
            <a:avLst/>
            <a:gdLst>
              <a:gd name="connsiteX0" fmla="*/ 0 w 2395178"/>
              <a:gd name="connsiteY0" fmla="*/ 0 h 2778406"/>
              <a:gd name="connsiteX1" fmla="*/ 2395178 w 2395178"/>
              <a:gd name="connsiteY1" fmla="*/ 1389203 h 2778406"/>
              <a:gd name="connsiteX2" fmla="*/ 0 w 2395178"/>
              <a:gd name="connsiteY2" fmla="*/ 2778406 h 27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95178" h="2778406">
                <a:moveTo>
                  <a:pt x="0" y="0"/>
                </a:moveTo>
                <a:lnTo>
                  <a:pt x="2395178" y="1389203"/>
                </a:lnTo>
                <a:lnTo>
                  <a:pt x="0" y="277840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39" name="Picture Placeholder 38"/>
          <p:cNvSpPr>
            <a:spLocks noGrp="1"/>
          </p:cNvSpPr>
          <p:nvPr>
            <p:ph type="pic" sz="quarter" idx="17" hasCustomPrompt="1"/>
          </p:nvPr>
        </p:nvSpPr>
        <p:spPr>
          <a:xfrm>
            <a:off x="6934333" y="4378020"/>
            <a:ext cx="1443603" cy="1674581"/>
          </a:xfrm>
          <a:custGeom>
            <a:avLst/>
            <a:gdLst>
              <a:gd name="connsiteX0" fmla="*/ 0 w 1443603"/>
              <a:gd name="connsiteY0" fmla="*/ 0 h 1674581"/>
              <a:gd name="connsiteX1" fmla="*/ 1443603 w 1443603"/>
              <a:gd name="connsiteY1" fmla="*/ 837290 h 1674581"/>
              <a:gd name="connsiteX2" fmla="*/ 0 w 1443603"/>
              <a:gd name="connsiteY2" fmla="*/ 1674581 h 1674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3603" h="1674581">
                <a:moveTo>
                  <a:pt x="0" y="0"/>
                </a:moveTo>
                <a:lnTo>
                  <a:pt x="1443603" y="837290"/>
                </a:lnTo>
                <a:lnTo>
                  <a:pt x="0" y="167458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-1"/>
            <a:ext cx="2554514" cy="104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31" grpId="0" animBg="1"/>
      <p:bldP spid="29" grpId="0" animBg="1"/>
      <p:bldP spid="37" grpId="0" animBg="1"/>
      <p:bldP spid="39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2" hasCustomPrompt="1"/>
          </p:nvPr>
        </p:nvSpPr>
        <p:spPr>
          <a:xfrm>
            <a:off x="955105" y="822864"/>
            <a:ext cx="7470996" cy="5232561"/>
          </a:xfrm>
          <a:custGeom>
            <a:avLst/>
            <a:gdLst>
              <a:gd name="connsiteX0" fmla="*/ 4086822 w 7470996"/>
              <a:gd name="connsiteY0" fmla="*/ 1306923 h 5232561"/>
              <a:gd name="connsiteX1" fmla="*/ 7470996 w 7470996"/>
              <a:gd name="connsiteY1" fmla="*/ 3269742 h 5232561"/>
              <a:gd name="connsiteX2" fmla="*/ 4086822 w 7470996"/>
              <a:gd name="connsiteY2" fmla="*/ 5232561 h 5232561"/>
              <a:gd name="connsiteX3" fmla="*/ 0 w 7470996"/>
              <a:gd name="connsiteY3" fmla="*/ 590210 h 5232561"/>
              <a:gd name="connsiteX4" fmla="*/ 3936623 w 7470996"/>
              <a:gd name="connsiteY4" fmla="*/ 2873449 h 5232561"/>
              <a:gd name="connsiteX5" fmla="*/ 0 w 7470996"/>
              <a:gd name="connsiteY5" fmla="*/ 5156688 h 5232561"/>
              <a:gd name="connsiteX6" fmla="*/ 3936625 w 7470996"/>
              <a:gd name="connsiteY6" fmla="*/ 0 h 5232561"/>
              <a:gd name="connsiteX7" fmla="*/ 3936625 w 7470996"/>
              <a:gd name="connsiteY7" fmla="*/ 2706424 h 5232561"/>
              <a:gd name="connsiteX8" fmla="*/ 1603498 w 7470996"/>
              <a:gd name="connsiteY8" fmla="*/ 1353212 h 5232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70996" h="5232561">
                <a:moveTo>
                  <a:pt x="4086822" y="1306923"/>
                </a:moveTo>
                <a:lnTo>
                  <a:pt x="7470996" y="3269742"/>
                </a:lnTo>
                <a:lnTo>
                  <a:pt x="4086822" y="5232561"/>
                </a:lnTo>
                <a:close/>
                <a:moveTo>
                  <a:pt x="0" y="590210"/>
                </a:moveTo>
                <a:lnTo>
                  <a:pt x="3936623" y="2873449"/>
                </a:lnTo>
                <a:lnTo>
                  <a:pt x="0" y="5156688"/>
                </a:lnTo>
                <a:close/>
                <a:moveTo>
                  <a:pt x="3936625" y="0"/>
                </a:moveTo>
                <a:lnTo>
                  <a:pt x="3936625" y="2706424"/>
                </a:lnTo>
                <a:lnTo>
                  <a:pt x="1603498" y="1353212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1562996" y="0"/>
            <a:ext cx="10629004" cy="6164826"/>
          </a:xfrm>
          <a:custGeom>
            <a:avLst/>
            <a:gdLst>
              <a:gd name="connsiteX0" fmla="*/ 0 w 10629004"/>
              <a:gd name="connsiteY0" fmla="*/ 0 h 6164826"/>
              <a:gd name="connsiteX1" fmla="*/ 10629004 w 10629004"/>
              <a:gd name="connsiteY1" fmla="*/ 0 h 6164826"/>
              <a:gd name="connsiteX2" fmla="*/ 10629004 w 10629004"/>
              <a:gd name="connsiteY2" fmla="*/ 6164826 h 616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29004" h="6164826">
                <a:moveTo>
                  <a:pt x="0" y="0"/>
                </a:moveTo>
                <a:lnTo>
                  <a:pt x="10629004" y="0"/>
                </a:lnTo>
                <a:lnTo>
                  <a:pt x="10629004" y="616482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092483" y="2324413"/>
            <a:ext cx="4690114" cy="2635397"/>
          </a:xfrm>
          <a:custGeom>
            <a:avLst/>
            <a:gdLst>
              <a:gd name="connsiteX0" fmla="*/ 0 w 4690114"/>
              <a:gd name="connsiteY0" fmla="*/ 0 h 2635397"/>
              <a:gd name="connsiteX1" fmla="*/ 4690114 w 4690114"/>
              <a:gd name="connsiteY1" fmla="*/ 0 h 2635397"/>
              <a:gd name="connsiteX2" fmla="*/ 4690114 w 4690114"/>
              <a:gd name="connsiteY2" fmla="*/ 2635397 h 2635397"/>
              <a:gd name="connsiteX3" fmla="*/ 0 w 4690114"/>
              <a:gd name="connsiteY3" fmla="*/ 2635397 h 263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0114" h="2635397">
                <a:moveTo>
                  <a:pt x="0" y="0"/>
                </a:moveTo>
                <a:lnTo>
                  <a:pt x="4690114" y="0"/>
                </a:lnTo>
                <a:lnTo>
                  <a:pt x="4690114" y="2635397"/>
                </a:lnTo>
                <a:lnTo>
                  <a:pt x="0" y="2635397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 hasCustomPrompt="1"/>
          </p:nvPr>
        </p:nvSpPr>
        <p:spPr>
          <a:xfrm>
            <a:off x="4322613" y="1222457"/>
            <a:ext cx="4690114" cy="2635397"/>
          </a:xfrm>
          <a:custGeom>
            <a:avLst/>
            <a:gdLst>
              <a:gd name="connsiteX0" fmla="*/ 0 w 4690114"/>
              <a:gd name="connsiteY0" fmla="*/ 0 h 2635397"/>
              <a:gd name="connsiteX1" fmla="*/ 4690114 w 4690114"/>
              <a:gd name="connsiteY1" fmla="*/ 0 h 2635397"/>
              <a:gd name="connsiteX2" fmla="*/ 4690114 w 4690114"/>
              <a:gd name="connsiteY2" fmla="*/ 2635397 h 2635397"/>
              <a:gd name="connsiteX3" fmla="*/ 0 w 4690114"/>
              <a:gd name="connsiteY3" fmla="*/ 2635397 h 2635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0114" h="2635397">
                <a:moveTo>
                  <a:pt x="0" y="0"/>
                </a:moveTo>
                <a:lnTo>
                  <a:pt x="4690114" y="0"/>
                </a:lnTo>
                <a:lnTo>
                  <a:pt x="4690114" y="2635397"/>
                </a:lnTo>
                <a:lnTo>
                  <a:pt x="0" y="2635397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effectLst>
            <a:outerShdw blurRad="1270000" dist="965200" dir="5400000" sx="80000" sy="80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sosceles Triangle 8"/>
          <p:cNvSpPr/>
          <p:nvPr userDrawn="1"/>
        </p:nvSpPr>
        <p:spPr>
          <a:xfrm rot="16200000" flipH="1" flipV="1">
            <a:off x="4552039" y="1715551"/>
            <a:ext cx="5138058" cy="4429362"/>
          </a:xfrm>
          <a:prstGeom prst="triangle">
            <a:avLst/>
          </a:prstGeom>
          <a:solidFill>
            <a:schemeClr val="accent4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4114288" y="2058192"/>
            <a:ext cx="1907289" cy="3744081"/>
            <a:chOff x="4114288" y="2058192"/>
            <a:chExt cx="1907289" cy="3744081"/>
          </a:xfrm>
          <a:effectLst>
            <a:outerShdw blurRad="723900" dist="38100" dir="5400000" sx="90000" sy="90000" algn="t" rotWithShape="0">
              <a:prstClr val="black">
                <a:alpha val="26000"/>
              </a:prstClr>
            </a:outerShdw>
          </a:effectLst>
        </p:grpSpPr>
        <p:pic>
          <p:nvPicPr>
            <p:cNvPr id="2" name="Picture 1"/>
            <p:cNvPicPr>
              <a:picLocks noChangeAspect="1"/>
            </p:cNvPicPr>
            <p:nvPr userDrawn="1"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4114288" y="2058192"/>
              <a:ext cx="1907289" cy="3744081"/>
            </a:xfrm>
            <a:prstGeom prst="rect">
              <a:avLst/>
            </a:prstGeom>
            <a:effectLst/>
          </p:spPr>
        </p:pic>
        <p:sp>
          <p:nvSpPr>
            <p:cNvPr id="14" name="Freeform: Shape 13"/>
            <p:cNvSpPr/>
            <p:nvPr userDrawn="1"/>
          </p:nvSpPr>
          <p:spPr>
            <a:xfrm>
              <a:off x="4263135" y="2203328"/>
              <a:ext cx="1603593" cy="3453808"/>
            </a:xfrm>
            <a:custGeom>
              <a:avLst/>
              <a:gdLst>
                <a:gd name="connsiteX0" fmla="*/ 162348 w 1603593"/>
                <a:gd name="connsiteY0" fmla="*/ 0 h 3453808"/>
                <a:gd name="connsiteX1" fmla="*/ 327353 w 1603593"/>
                <a:gd name="connsiteY1" fmla="*/ 0 h 3453808"/>
                <a:gd name="connsiteX2" fmla="*/ 332013 w 1603593"/>
                <a:gd name="connsiteY2" fmla="*/ 818 h 3453808"/>
                <a:gd name="connsiteX3" fmla="*/ 366116 w 1603593"/>
                <a:gd name="connsiteY3" fmla="*/ 34921 h 3453808"/>
                <a:gd name="connsiteX4" fmla="*/ 366659 w 1603593"/>
                <a:gd name="connsiteY4" fmla="*/ 35043 h 3453808"/>
                <a:gd name="connsiteX5" fmla="*/ 366659 w 1603593"/>
                <a:gd name="connsiteY5" fmla="*/ 45285 h 3453808"/>
                <a:gd name="connsiteX6" fmla="*/ 449049 w 1603593"/>
                <a:gd name="connsiteY6" fmla="*/ 127675 h 3453808"/>
                <a:gd name="connsiteX7" fmla="*/ 1154544 w 1603593"/>
                <a:gd name="connsiteY7" fmla="*/ 127675 h 3453808"/>
                <a:gd name="connsiteX8" fmla="*/ 1236934 w 1603593"/>
                <a:gd name="connsiteY8" fmla="*/ 45285 h 3453808"/>
                <a:gd name="connsiteX9" fmla="*/ 1236934 w 1603593"/>
                <a:gd name="connsiteY9" fmla="*/ 29222 h 3453808"/>
                <a:gd name="connsiteX10" fmla="*/ 1238794 w 1603593"/>
                <a:gd name="connsiteY10" fmla="*/ 20009 h 3453808"/>
                <a:gd name="connsiteX11" fmla="*/ 1246102 w 1603593"/>
                <a:gd name="connsiteY11" fmla="*/ 9169 h 3453808"/>
                <a:gd name="connsiteX12" fmla="*/ 1268238 w 1603593"/>
                <a:gd name="connsiteY12" fmla="*/ 0 h 3453808"/>
                <a:gd name="connsiteX13" fmla="*/ 1441245 w 1603593"/>
                <a:gd name="connsiteY13" fmla="*/ 0 h 3453808"/>
                <a:gd name="connsiteX14" fmla="*/ 1603593 w 1603593"/>
                <a:gd name="connsiteY14" fmla="*/ 162348 h 3453808"/>
                <a:gd name="connsiteX15" fmla="*/ 1603593 w 1603593"/>
                <a:gd name="connsiteY15" fmla="*/ 3291460 h 3453808"/>
                <a:gd name="connsiteX16" fmla="*/ 1441245 w 1603593"/>
                <a:gd name="connsiteY16" fmla="*/ 3453808 h 3453808"/>
                <a:gd name="connsiteX17" fmla="*/ 162348 w 1603593"/>
                <a:gd name="connsiteY17" fmla="*/ 3453808 h 3453808"/>
                <a:gd name="connsiteX18" fmla="*/ 0 w 1603593"/>
                <a:gd name="connsiteY18" fmla="*/ 3291460 h 3453808"/>
                <a:gd name="connsiteX19" fmla="*/ 0 w 1603593"/>
                <a:gd name="connsiteY19" fmla="*/ 162348 h 3453808"/>
                <a:gd name="connsiteX20" fmla="*/ 162348 w 1603593"/>
                <a:gd name="connsiteY20" fmla="*/ 0 h 3453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03593" h="3453808">
                  <a:moveTo>
                    <a:pt x="162348" y="0"/>
                  </a:moveTo>
                  <a:lnTo>
                    <a:pt x="327353" y="0"/>
                  </a:lnTo>
                  <a:lnTo>
                    <a:pt x="332013" y="818"/>
                  </a:lnTo>
                  <a:cubicBezTo>
                    <a:pt x="350848" y="818"/>
                    <a:pt x="366116" y="16087"/>
                    <a:pt x="366116" y="34921"/>
                  </a:cubicBezTo>
                  <a:lnTo>
                    <a:pt x="366659" y="35043"/>
                  </a:lnTo>
                  <a:lnTo>
                    <a:pt x="366659" y="45285"/>
                  </a:lnTo>
                  <a:cubicBezTo>
                    <a:pt x="366659" y="90787"/>
                    <a:pt x="403547" y="127675"/>
                    <a:pt x="449049" y="127675"/>
                  </a:cubicBezTo>
                  <a:lnTo>
                    <a:pt x="1154544" y="127675"/>
                  </a:lnTo>
                  <a:cubicBezTo>
                    <a:pt x="1200046" y="127675"/>
                    <a:pt x="1236934" y="90787"/>
                    <a:pt x="1236934" y="45285"/>
                  </a:cubicBezTo>
                  <a:lnTo>
                    <a:pt x="1236934" y="29222"/>
                  </a:lnTo>
                  <a:lnTo>
                    <a:pt x="1238794" y="20009"/>
                  </a:lnTo>
                  <a:cubicBezTo>
                    <a:pt x="1240519" y="15929"/>
                    <a:pt x="1243016" y="12255"/>
                    <a:pt x="1246102" y="9169"/>
                  </a:cubicBezTo>
                  <a:lnTo>
                    <a:pt x="1268238" y="0"/>
                  </a:lnTo>
                  <a:lnTo>
                    <a:pt x="1441245" y="0"/>
                  </a:lnTo>
                  <a:cubicBezTo>
                    <a:pt x="1530907" y="0"/>
                    <a:pt x="1603593" y="72686"/>
                    <a:pt x="1603593" y="162348"/>
                  </a:cubicBezTo>
                  <a:lnTo>
                    <a:pt x="1603593" y="3291460"/>
                  </a:lnTo>
                  <a:cubicBezTo>
                    <a:pt x="1603593" y="3381122"/>
                    <a:pt x="1530907" y="3453808"/>
                    <a:pt x="1441245" y="3453808"/>
                  </a:cubicBezTo>
                  <a:lnTo>
                    <a:pt x="162348" y="3453808"/>
                  </a:lnTo>
                  <a:cubicBezTo>
                    <a:pt x="72686" y="3453808"/>
                    <a:pt x="0" y="3381122"/>
                    <a:pt x="0" y="3291460"/>
                  </a:cubicBezTo>
                  <a:lnTo>
                    <a:pt x="0" y="162348"/>
                  </a:lnTo>
                  <a:cubicBezTo>
                    <a:pt x="0" y="72686"/>
                    <a:pt x="72686" y="0"/>
                    <a:pt x="1623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 userDrawn="1"/>
        </p:nvGrpSpPr>
        <p:grpSpPr>
          <a:xfrm>
            <a:off x="6170424" y="2058192"/>
            <a:ext cx="1907289" cy="3744081"/>
            <a:chOff x="6170424" y="2058192"/>
            <a:chExt cx="1907289" cy="3744081"/>
          </a:xfrm>
          <a:effectLst>
            <a:outerShdw blurRad="723900" dist="38100" dir="5400000" sx="90000" sy="90000" algn="t" rotWithShape="0">
              <a:prstClr val="black">
                <a:alpha val="26000"/>
              </a:prstClr>
            </a:outerShdw>
          </a:effectLst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 rotWithShape="1">
            <a:blip r:embed="rId2" cstate="screen"/>
            <a:srcRect/>
            <a:stretch>
              <a:fillRect/>
            </a:stretch>
          </p:blipFill>
          <p:spPr>
            <a:xfrm>
              <a:off x="6170424" y="2058192"/>
              <a:ext cx="1907289" cy="3744081"/>
            </a:xfrm>
            <a:prstGeom prst="rect">
              <a:avLst/>
            </a:prstGeom>
            <a:effectLst/>
          </p:spPr>
        </p:pic>
        <p:sp>
          <p:nvSpPr>
            <p:cNvPr id="15" name="Freeform: Shape 14"/>
            <p:cNvSpPr/>
            <p:nvPr userDrawn="1"/>
          </p:nvSpPr>
          <p:spPr>
            <a:xfrm>
              <a:off x="6319272" y="2203328"/>
              <a:ext cx="1603593" cy="3453808"/>
            </a:xfrm>
            <a:custGeom>
              <a:avLst/>
              <a:gdLst>
                <a:gd name="connsiteX0" fmla="*/ 162348 w 1603593"/>
                <a:gd name="connsiteY0" fmla="*/ 0 h 3453808"/>
                <a:gd name="connsiteX1" fmla="*/ 327353 w 1603593"/>
                <a:gd name="connsiteY1" fmla="*/ 0 h 3453808"/>
                <a:gd name="connsiteX2" fmla="*/ 332013 w 1603593"/>
                <a:gd name="connsiteY2" fmla="*/ 818 h 3453808"/>
                <a:gd name="connsiteX3" fmla="*/ 366116 w 1603593"/>
                <a:gd name="connsiteY3" fmla="*/ 34921 h 3453808"/>
                <a:gd name="connsiteX4" fmla="*/ 366659 w 1603593"/>
                <a:gd name="connsiteY4" fmla="*/ 35043 h 3453808"/>
                <a:gd name="connsiteX5" fmla="*/ 366659 w 1603593"/>
                <a:gd name="connsiteY5" fmla="*/ 45285 h 3453808"/>
                <a:gd name="connsiteX6" fmla="*/ 449049 w 1603593"/>
                <a:gd name="connsiteY6" fmla="*/ 127675 h 3453808"/>
                <a:gd name="connsiteX7" fmla="*/ 1154544 w 1603593"/>
                <a:gd name="connsiteY7" fmla="*/ 127675 h 3453808"/>
                <a:gd name="connsiteX8" fmla="*/ 1236934 w 1603593"/>
                <a:gd name="connsiteY8" fmla="*/ 45285 h 3453808"/>
                <a:gd name="connsiteX9" fmla="*/ 1236934 w 1603593"/>
                <a:gd name="connsiteY9" fmla="*/ 29222 h 3453808"/>
                <a:gd name="connsiteX10" fmla="*/ 1238794 w 1603593"/>
                <a:gd name="connsiteY10" fmla="*/ 20009 h 3453808"/>
                <a:gd name="connsiteX11" fmla="*/ 1246102 w 1603593"/>
                <a:gd name="connsiteY11" fmla="*/ 9169 h 3453808"/>
                <a:gd name="connsiteX12" fmla="*/ 1268238 w 1603593"/>
                <a:gd name="connsiteY12" fmla="*/ 0 h 3453808"/>
                <a:gd name="connsiteX13" fmla="*/ 1441245 w 1603593"/>
                <a:gd name="connsiteY13" fmla="*/ 0 h 3453808"/>
                <a:gd name="connsiteX14" fmla="*/ 1603593 w 1603593"/>
                <a:gd name="connsiteY14" fmla="*/ 162348 h 3453808"/>
                <a:gd name="connsiteX15" fmla="*/ 1603593 w 1603593"/>
                <a:gd name="connsiteY15" fmla="*/ 3291460 h 3453808"/>
                <a:gd name="connsiteX16" fmla="*/ 1441245 w 1603593"/>
                <a:gd name="connsiteY16" fmla="*/ 3453808 h 3453808"/>
                <a:gd name="connsiteX17" fmla="*/ 162348 w 1603593"/>
                <a:gd name="connsiteY17" fmla="*/ 3453808 h 3453808"/>
                <a:gd name="connsiteX18" fmla="*/ 0 w 1603593"/>
                <a:gd name="connsiteY18" fmla="*/ 3291460 h 3453808"/>
                <a:gd name="connsiteX19" fmla="*/ 0 w 1603593"/>
                <a:gd name="connsiteY19" fmla="*/ 162348 h 3453808"/>
                <a:gd name="connsiteX20" fmla="*/ 162348 w 1603593"/>
                <a:gd name="connsiteY20" fmla="*/ 0 h 3453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03593" h="3453808">
                  <a:moveTo>
                    <a:pt x="162348" y="0"/>
                  </a:moveTo>
                  <a:lnTo>
                    <a:pt x="327353" y="0"/>
                  </a:lnTo>
                  <a:lnTo>
                    <a:pt x="332013" y="818"/>
                  </a:lnTo>
                  <a:cubicBezTo>
                    <a:pt x="350848" y="818"/>
                    <a:pt x="366116" y="16087"/>
                    <a:pt x="366116" y="34921"/>
                  </a:cubicBezTo>
                  <a:lnTo>
                    <a:pt x="366659" y="35043"/>
                  </a:lnTo>
                  <a:lnTo>
                    <a:pt x="366659" y="45285"/>
                  </a:lnTo>
                  <a:cubicBezTo>
                    <a:pt x="366659" y="90787"/>
                    <a:pt x="403547" y="127675"/>
                    <a:pt x="449049" y="127675"/>
                  </a:cubicBezTo>
                  <a:lnTo>
                    <a:pt x="1154544" y="127675"/>
                  </a:lnTo>
                  <a:cubicBezTo>
                    <a:pt x="1200046" y="127675"/>
                    <a:pt x="1236934" y="90787"/>
                    <a:pt x="1236934" y="45285"/>
                  </a:cubicBezTo>
                  <a:lnTo>
                    <a:pt x="1236934" y="29222"/>
                  </a:lnTo>
                  <a:lnTo>
                    <a:pt x="1238794" y="20009"/>
                  </a:lnTo>
                  <a:cubicBezTo>
                    <a:pt x="1240519" y="15929"/>
                    <a:pt x="1243016" y="12255"/>
                    <a:pt x="1246102" y="9169"/>
                  </a:cubicBezTo>
                  <a:lnTo>
                    <a:pt x="1268238" y="0"/>
                  </a:lnTo>
                  <a:lnTo>
                    <a:pt x="1441245" y="0"/>
                  </a:lnTo>
                  <a:cubicBezTo>
                    <a:pt x="1530907" y="0"/>
                    <a:pt x="1603593" y="72686"/>
                    <a:pt x="1603593" y="162348"/>
                  </a:cubicBezTo>
                  <a:lnTo>
                    <a:pt x="1603593" y="3291460"/>
                  </a:lnTo>
                  <a:cubicBezTo>
                    <a:pt x="1603593" y="3381122"/>
                    <a:pt x="1530907" y="3453808"/>
                    <a:pt x="1441245" y="3453808"/>
                  </a:cubicBezTo>
                  <a:lnTo>
                    <a:pt x="162348" y="3453808"/>
                  </a:lnTo>
                  <a:cubicBezTo>
                    <a:pt x="72686" y="3453808"/>
                    <a:pt x="0" y="3381122"/>
                    <a:pt x="0" y="3291460"/>
                  </a:cubicBezTo>
                  <a:lnTo>
                    <a:pt x="0" y="162348"/>
                  </a:lnTo>
                  <a:cubicBezTo>
                    <a:pt x="0" y="72686"/>
                    <a:pt x="72686" y="0"/>
                    <a:pt x="1623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319272" y="2203328"/>
            <a:ext cx="1603593" cy="3453808"/>
          </a:xfrm>
          <a:custGeom>
            <a:avLst/>
            <a:gdLst>
              <a:gd name="connsiteX0" fmla="*/ 162348 w 1603593"/>
              <a:gd name="connsiteY0" fmla="*/ 0 h 3453808"/>
              <a:gd name="connsiteX1" fmla="*/ 327353 w 1603593"/>
              <a:gd name="connsiteY1" fmla="*/ 0 h 3453808"/>
              <a:gd name="connsiteX2" fmla="*/ 332013 w 1603593"/>
              <a:gd name="connsiteY2" fmla="*/ 818 h 3453808"/>
              <a:gd name="connsiteX3" fmla="*/ 366116 w 1603593"/>
              <a:gd name="connsiteY3" fmla="*/ 34921 h 3453808"/>
              <a:gd name="connsiteX4" fmla="*/ 366659 w 1603593"/>
              <a:gd name="connsiteY4" fmla="*/ 35043 h 3453808"/>
              <a:gd name="connsiteX5" fmla="*/ 366659 w 1603593"/>
              <a:gd name="connsiteY5" fmla="*/ 45285 h 3453808"/>
              <a:gd name="connsiteX6" fmla="*/ 449049 w 1603593"/>
              <a:gd name="connsiteY6" fmla="*/ 127675 h 3453808"/>
              <a:gd name="connsiteX7" fmla="*/ 1154544 w 1603593"/>
              <a:gd name="connsiteY7" fmla="*/ 127675 h 3453808"/>
              <a:gd name="connsiteX8" fmla="*/ 1236934 w 1603593"/>
              <a:gd name="connsiteY8" fmla="*/ 45285 h 3453808"/>
              <a:gd name="connsiteX9" fmla="*/ 1236934 w 1603593"/>
              <a:gd name="connsiteY9" fmla="*/ 29222 h 3453808"/>
              <a:gd name="connsiteX10" fmla="*/ 1238794 w 1603593"/>
              <a:gd name="connsiteY10" fmla="*/ 20009 h 3453808"/>
              <a:gd name="connsiteX11" fmla="*/ 1246102 w 1603593"/>
              <a:gd name="connsiteY11" fmla="*/ 9169 h 3453808"/>
              <a:gd name="connsiteX12" fmla="*/ 1268238 w 1603593"/>
              <a:gd name="connsiteY12" fmla="*/ 0 h 3453808"/>
              <a:gd name="connsiteX13" fmla="*/ 1441245 w 1603593"/>
              <a:gd name="connsiteY13" fmla="*/ 0 h 3453808"/>
              <a:gd name="connsiteX14" fmla="*/ 1603593 w 1603593"/>
              <a:gd name="connsiteY14" fmla="*/ 162348 h 3453808"/>
              <a:gd name="connsiteX15" fmla="*/ 1603593 w 1603593"/>
              <a:gd name="connsiteY15" fmla="*/ 3291460 h 3453808"/>
              <a:gd name="connsiteX16" fmla="*/ 1441245 w 1603593"/>
              <a:gd name="connsiteY16" fmla="*/ 3453808 h 3453808"/>
              <a:gd name="connsiteX17" fmla="*/ 162348 w 1603593"/>
              <a:gd name="connsiteY17" fmla="*/ 3453808 h 3453808"/>
              <a:gd name="connsiteX18" fmla="*/ 0 w 1603593"/>
              <a:gd name="connsiteY18" fmla="*/ 3291460 h 3453808"/>
              <a:gd name="connsiteX19" fmla="*/ 0 w 1603593"/>
              <a:gd name="connsiteY19" fmla="*/ 162348 h 3453808"/>
              <a:gd name="connsiteX20" fmla="*/ 162348 w 1603593"/>
              <a:gd name="connsiteY20" fmla="*/ 0 h 3453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603593" h="3453808">
                <a:moveTo>
                  <a:pt x="162348" y="0"/>
                </a:moveTo>
                <a:lnTo>
                  <a:pt x="327353" y="0"/>
                </a:lnTo>
                <a:lnTo>
                  <a:pt x="332013" y="818"/>
                </a:lnTo>
                <a:cubicBezTo>
                  <a:pt x="350848" y="818"/>
                  <a:pt x="366116" y="16087"/>
                  <a:pt x="366116" y="34921"/>
                </a:cubicBezTo>
                <a:lnTo>
                  <a:pt x="366659" y="35043"/>
                </a:lnTo>
                <a:lnTo>
                  <a:pt x="366659" y="45285"/>
                </a:lnTo>
                <a:cubicBezTo>
                  <a:pt x="366659" y="90787"/>
                  <a:pt x="403547" y="127675"/>
                  <a:pt x="449049" y="127675"/>
                </a:cubicBezTo>
                <a:lnTo>
                  <a:pt x="1154544" y="127675"/>
                </a:lnTo>
                <a:cubicBezTo>
                  <a:pt x="1200046" y="127675"/>
                  <a:pt x="1236934" y="90787"/>
                  <a:pt x="1236934" y="45285"/>
                </a:cubicBezTo>
                <a:lnTo>
                  <a:pt x="1236934" y="29222"/>
                </a:lnTo>
                <a:lnTo>
                  <a:pt x="1238794" y="20009"/>
                </a:lnTo>
                <a:cubicBezTo>
                  <a:pt x="1240519" y="15929"/>
                  <a:pt x="1243016" y="12255"/>
                  <a:pt x="1246102" y="9169"/>
                </a:cubicBezTo>
                <a:lnTo>
                  <a:pt x="1268238" y="0"/>
                </a:lnTo>
                <a:lnTo>
                  <a:pt x="1441245" y="0"/>
                </a:lnTo>
                <a:cubicBezTo>
                  <a:pt x="1530907" y="0"/>
                  <a:pt x="1603593" y="72686"/>
                  <a:pt x="1603593" y="162348"/>
                </a:cubicBezTo>
                <a:lnTo>
                  <a:pt x="1603593" y="3291460"/>
                </a:lnTo>
                <a:cubicBezTo>
                  <a:pt x="1603593" y="3381122"/>
                  <a:pt x="1530907" y="3453808"/>
                  <a:pt x="1441245" y="3453808"/>
                </a:cubicBezTo>
                <a:lnTo>
                  <a:pt x="162348" y="3453808"/>
                </a:lnTo>
                <a:cubicBezTo>
                  <a:pt x="72686" y="3453808"/>
                  <a:pt x="0" y="3381122"/>
                  <a:pt x="0" y="3291460"/>
                </a:cubicBezTo>
                <a:lnTo>
                  <a:pt x="0" y="162348"/>
                </a:lnTo>
                <a:cubicBezTo>
                  <a:pt x="0" y="72686"/>
                  <a:pt x="72686" y="0"/>
                  <a:pt x="162348" y="0"/>
                </a:cubicBez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4263135" y="2203328"/>
            <a:ext cx="1603593" cy="3453808"/>
          </a:xfrm>
          <a:custGeom>
            <a:avLst/>
            <a:gdLst>
              <a:gd name="connsiteX0" fmla="*/ 162348 w 1603593"/>
              <a:gd name="connsiteY0" fmla="*/ 0 h 3453808"/>
              <a:gd name="connsiteX1" fmla="*/ 327353 w 1603593"/>
              <a:gd name="connsiteY1" fmla="*/ 0 h 3453808"/>
              <a:gd name="connsiteX2" fmla="*/ 332013 w 1603593"/>
              <a:gd name="connsiteY2" fmla="*/ 818 h 3453808"/>
              <a:gd name="connsiteX3" fmla="*/ 366116 w 1603593"/>
              <a:gd name="connsiteY3" fmla="*/ 34921 h 3453808"/>
              <a:gd name="connsiteX4" fmla="*/ 366659 w 1603593"/>
              <a:gd name="connsiteY4" fmla="*/ 35043 h 3453808"/>
              <a:gd name="connsiteX5" fmla="*/ 366659 w 1603593"/>
              <a:gd name="connsiteY5" fmla="*/ 45285 h 3453808"/>
              <a:gd name="connsiteX6" fmla="*/ 449049 w 1603593"/>
              <a:gd name="connsiteY6" fmla="*/ 127675 h 3453808"/>
              <a:gd name="connsiteX7" fmla="*/ 1154544 w 1603593"/>
              <a:gd name="connsiteY7" fmla="*/ 127675 h 3453808"/>
              <a:gd name="connsiteX8" fmla="*/ 1236934 w 1603593"/>
              <a:gd name="connsiteY8" fmla="*/ 45285 h 3453808"/>
              <a:gd name="connsiteX9" fmla="*/ 1236934 w 1603593"/>
              <a:gd name="connsiteY9" fmla="*/ 29222 h 3453808"/>
              <a:gd name="connsiteX10" fmla="*/ 1238794 w 1603593"/>
              <a:gd name="connsiteY10" fmla="*/ 20009 h 3453808"/>
              <a:gd name="connsiteX11" fmla="*/ 1246102 w 1603593"/>
              <a:gd name="connsiteY11" fmla="*/ 9169 h 3453808"/>
              <a:gd name="connsiteX12" fmla="*/ 1268238 w 1603593"/>
              <a:gd name="connsiteY12" fmla="*/ 0 h 3453808"/>
              <a:gd name="connsiteX13" fmla="*/ 1441245 w 1603593"/>
              <a:gd name="connsiteY13" fmla="*/ 0 h 3453808"/>
              <a:gd name="connsiteX14" fmla="*/ 1603593 w 1603593"/>
              <a:gd name="connsiteY14" fmla="*/ 162348 h 3453808"/>
              <a:gd name="connsiteX15" fmla="*/ 1603593 w 1603593"/>
              <a:gd name="connsiteY15" fmla="*/ 3291460 h 3453808"/>
              <a:gd name="connsiteX16" fmla="*/ 1441245 w 1603593"/>
              <a:gd name="connsiteY16" fmla="*/ 3453808 h 3453808"/>
              <a:gd name="connsiteX17" fmla="*/ 162348 w 1603593"/>
              <a:gd name="connsiteY17" fmla="*/ 3453808 h 3453808"/>
              <a:gd name="connsiteX18" fmla="*/ 0 w 1603593"/>
              <a:gd name="connsiteY18" fmla="*/ 3291460 h 3453808"/>
              <a:gd name="connsiteX19" fmla="*/ 0 w 1603593"/>
              <a:gd name="connsiteY19" fmla="*/ 162348 h 3453808"/>
              <a:gd name="connsiteX20" fmla="*/ 162348 w 1603593"/>
              <a:gd name="connsiteY20" fmla="*/ 0 h 3453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603593" h="3453808">
                <a:moveTo>
                  <a:pt x="162348" y="0"/>
                </a:moveTo>
                <a:lnTo>
                  <a:pt x="327353" y="0"/>
                </a:lnTo>
                <a:lnTo>
                  <a:pt x="332013" y="818"/>
                </a:lnTo>
                <a:cubicBezTo>
                  <a:pt x="350848" y="818"/>
                  <a:pt x="366116" y="16087"/>
                  <a:pt x="366116" y="34921"/>
                </a:cubicBezTo>
                <a:lnTo>
                  <a:pt x="366659" y="35043"/>
                </a:lnTo>
                <a:lnTo>
                  <a:pt x="366659" y="45285"/>
                </a:lnTo>
                <a:cubicBezTo>
                  <a:pt x="366659" y="90787"/>
                  <a:pt x="403547" y="127675"/>
                  <a:pt x="449049" y="127675"/>
                </a:cubicBezTo>
                <a:lnTo>
                  <a:pt x="1154544" y="127675"/>
                </a:lnTo>
                <a:cubicBezTo>
                  <a:pt x="1200046" y="127675"/>
                  <a:pt x="1236934" y="90787"/>
                  <a:pt x="1236934" y="45285"/>
                </a:cubicBezTo>
                <a:lnTo>
                  <a:pt x="1236934" y="29222"/>
                </a:lnTo>
                <a:lnTo>
                  <a:pt x="1238794" y="20009"/>
                </a:lnTo>
                <a:cubicBezTo>
                  <a:pt x="1240519" y="15929"/>
                  <a:pt x="1243016" y="12255"/>
                  <a:pt x="1246102" y="9169"/>
                </a:cubicBezTo>
                <a:lnTo>
                  <a:pt x="1268238" y="0"/>
                </a:lnTo>
                <a:lnTo>
                  <a:pt x="1441245" y="0"/>
                </a:lnTo>
                <a:cubicBezTo>
                  <a:pt x="1530907" y="0"/>
                  <a:pt x="1603593" y="72686"/>
                  <a:pt x="1603593" y="162348"/>
                </a:cubicBezTo>
                <a:lnTo>
                  <a:pt x="1603593" y="3291460"/>
                </a:lnTo>
                <a:cubicBezTo>
                  <a:pt x="1603593" y="3381122"/>
                  <a:pt x="1530907" y="3453808"/>
                  <a:pt x="1441245" y="3453808"/>
                </a:cubicBezTo>
                <a:lnTo>
                  <a:pt x="162348" y="3453808"/>
                </a:lnTo>
                <a:cubicBezTo>
                  <a:pt x="72686" y="3453808"/>
                  <a:pt x="0" y="3381122"/>
                  <a:pt x="0" y="3291460"/>
                </a:cubicBezTo>
                <a:lnTo>
                  <a:pt x="0" y="162348"/>
                </a:lnTo>
                <a:cubicBezTo>
                  <a:pt x="0" y="72686"/>
                  <a:pt x="72686" y="0"/>
                  <a:pt x="162348" y="0"/>
                </a:cubicBez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7" grpId="0" animBg="1"/>
      <p:bldP spid="8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3" hasCustomPrompt="1"/>
          </p:nvPr>
        </p:nvSpPr>
        <p:spPr>
          <a:xfrm>
            <a:off x="3042607" y="2255573"/>
            <a:ext cx="6106789" cy="3431434"/>
          </a:xfrm>
          <a:custGeom>
            <a:avLst/>
            <a:gdLst>
              <a:gd name="connsiteX0" fmla="*/ 175175 w 6106789"/>
              <a:gd name="connsiteY0" fmla="*/ 0 h 3431434"/>
              <a:gd name="connsiteX1" fmla="*/ 2500894 w 6106789"/>
              <a:gd name="connsiteY1" fmla="*/ 0 h 3431434"/>
              <a:gd name="connsiteX2" fmla="*/ 2570432 w 6106789"/>
              <a:gd name="connsiteY2" fmla="*/ 69538 h 3431434"/>
              <a:gd name="connsiteX3" fmla="*/ 2573998 w 6106789"/>
              <a:gd name="connsiteY3" fmla="*/ 69125 h 3431434"/>
              <a:gd name="connsiteX4" fmla="*/ 2580268 w 6106789"/>
              <a:gd name="connsiteY4" fmla="*/ 100179 h 3431434"/>
              <a:gd name="connsiteX5" fmla="*/ 2695602 w 6106789"/>
              <a:gd name="connsiteY5" fmla="*/ 176627 h 3431434"/>
              <a:gd name="connsiteX6" fmla="*/ 3411188 w 6106789"/>
              <a:gd name="connsiteY6" fmla="*/ 176627 h 3431434"/>
              <a:gd name="connsiteX7" fmla="*/ 3526522 w 6106789"/>
              <a:gd name="connsiteY7" fmla="*/ 100179 h 3431434"/>
              <a:gd name="connsiteX8" fmla="*/ 3532570 w 6106789"/>
              <a:gd name="connsiteY8" fmla="*/ 70216 h 3431434"/>
              <a:gd name="connsiteX9" fmla="*/ 3536355 w 6106789"/>
              <a:gd name="connsiteY9" fmla="*/ 69537 h 3431434"/>
              <a:gd name="connsiteX10" fmla="*/ 3578826 w 6106789"/>
              <a:gd name="connsiteY10" fmla="*/ 5464 h 3431434"/>
              <a:gd name="connsiteX11" fmla="*/ 3605887 w 6106789"/>
              <a:gd name="connsiteY11" fmla="*/ 0 h 3431434"/>
              <a:gd name="connsiteX12" fmla="*/ 5931614 w 6106789"/>
              <a:gd name="connsiteY12" fmla="*/ 0 h 3431434"/>
              <a:gd name="connsiteX13" fmla="*/ 6106789 w 6106789"/>
              <a:gd name="connsiteY13" fmla="*/ 175175 h 3431434"/>
              <a:gd name="connsiteX14" fmla="*/ 6106789 w 6106789"/>
              <a:gd name="connsiteY14" fmla="*/ 3256259 h 3431434"/>
              <a:gd name="connsiteX15" fmla="*/ 5931614 w 6106789"/>
              <a:gd name="connsiteY15" fmla="*/ 3431434 h 3431434"/>
              <a:gd name="connsiteX16" fmla="*/ 175175 w 6106789"/>
              <a:gd name="connsiteY16" fmla="*/ 3431434 h 3431434"/>
              <a:gd name="connsiteX17" fmla="*/ 0 w 6106789"/>
              <a:gd name="connsiteY17" fmla="*/ 3256259 h 3431434"/>
              <a:gd name="connsiteX18" fmla="*/ 0 w 6106789"/>
              <a:gd name="connsiteY18" fmla="*/ 175175 h 3431434"/>
              <a:gd name="connsiteX19" fmla="*/ 175175 w 6106789"/>
              <a:gd name="connsiteY19" fmla="*/ 0 h 3431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106789" h="3431434">
                <a:moveTo>
                  <a:pt x="175175" y="0"/>
                </a:moveTo>
                <a:lnTo>
                  <a:pt x="2500894" y="0"/>
                </a:lnTo>
                <a:cubicBezTo>
                  <a:pt x="2539298" y="0"/>
                  <a:pt x="2570432" y="31134"/>
                  <a:pt x="2570432" y="69538"/>
                </a:cubicBezTo>
                <a:lnTo>
                  <a:pt x="2573998" y="69125"/>
                </a:lnTo>
                <a:lnTo>
                  <a:pt x="2580268" y="100179"/>
                </a:lnTo>
                <a:cubicBezTo>
                  <a:pt x="2599270" y="145105"/>
                  <a:pt x="2643755" y="176627"/>
                  <a:pt x="2695602" y="176627"/>
                </a:cubicBezTo>
                <a:lnTo>
                  <a:pt x="3411188" y="176627"/>
                </a:lnTo>
                <a:cubicBezTo>
                  <a:pt x="3463036" y="176627"/>
                  <a:pt x="3507520" y="145105"/>
                  <a:pt x="3526522" y="100179"/>
                </a:cubicBezTo>
                <a:lnTo>
                  <a:pt x="3532570" y="70216"/>
                </a:lnTo>
                <a:lnTo>
                  <a:pt x="3536355" y="69537"/>
                </a:lnTo>
                <a:cubicBezTo>
                  <a:pt x="3536355" y="40734"/>
                  <a:pt x="3553867" y="16021"/>
                  <a:pt x="3578826" y="5464"/>
                </a:cubicBezTo>
                <a:lnTo>
                  <a:pt x="3605887" y="0"/>
                </a:lnTo>
                <a:lnTo>
                  <a:pt x="5931614" y="0"/>
                </a:lnTo>
                <a:cubicBezTo>
                  <a:pt x="6028360" y="0"/>
                  <a:pt x="6106789" y="78429"/>
                  <a:pt x="6106789" y="175175"/>
                </a:cubicBezTo>
                <a:lnTo>
                  <a:pt x="6106789" y="3256259"/>
                </a:lnTo>
                <a:cubicBezTo>
                  <a:pt x="6106789" y="3353005"/>
                  <a:pt x="6028360" y="3431434"/>
                  <a:pt x="5931614" y="3431434"/>
                </a:cubicBezTo>
                <a:lnTo>
                  <a:pt x="175175" y="3431434"/>
                </a:lnTo>
                <a:cubicBezTo>
                  <a:pt x="78429" y="3431434"/>
                  <a:pt x="0" y="3353005"/>
                  <a:pt x="0" y="3256259"/>
                </a:cubicBezTo>
                <a:lnTo>
                  <a:pt x="0" y="175175"/>
                </a:lnTo>
                <a:cubicBezTo>
                  <a:pt x="0" y="78429"/>
                  <a:pt x="78429" y="0"/>
                  <a:pt x="175175" y="0"/>
                </a:cubicBez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/>
          <p:cNvSpPr>
            <a:spLocks noGrp="1"/>
          </p:cNvSpPr>
          <p:nvPr>
            <p:ph type="pic" sz="quarter" idx="13" hasCustomPrompt="1"/>
          </p:nvPr>
        </p:nvSpPr>
        <p:spPr>
          <a:xfrm>
            <a:off x="5643844" y="454505"/>
            <a:ext cx="5839812" cy="5634127"/>
          </a:xfrm>
          <a:custGeom>
            <a:avLst/>
            <a:gdLst>
              <a:gd name="connsiteX0" fmla="*/ 1120194 w 5839812"/>
              <a:gd name="connsiteY0" fmla="*/ 2463154 h 5634127"/>
              <a:gd name="connsiteX1" fmla="*/ 4769170 w 5839812"/>
              <a:gd name="connsiteY1" fmla="*/ 2470400 h 5634127"/>
              <a:gd name="connsiteX2" fmla="*/ 2950957 w 5839812"/>
              <a:gd name="connsiteY2" fmla="*/ 5634127 h 5634127"/>
              <a:gd name="connsiteX3" fmla="*/ 4906272 w 5839812"/>
              <a:gd name="connsiteY3" fmla="*/ 2455635 h 5634127"/>
              <a:gd name="connsiteX4" fmla="*/ 5839812 w 5839812"/>
              <a:gd name="connsiteY4" fmla="*/ 4080012 h 5634127"/>
              <a:gd name="connsiteX5" fmla="*/ 3966290 w 5839812"/>
              <a:gd name="connsiteY5" fmla="*/ 4083732 h 5634127"/>
              <a:gd name="connsiteX6" fmla="*/ 1364690 w 5839812"/>
              <a:gd name="connsiteY6" fmla="*/ 0 h 5634127"/>
              <a:gd name="connsiteX7" fmla="*/ 2720026 w 5839812"/>
              <a:gd name="connsiteY7" fmla="*/ 2358312 h 5634127"/>
              <a:gd name="connsiteX8" fmla="*/ 0 w 5839812"/>
              <a:gd name="connsiteY8" fmla="*/ 2363713 h 563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39812" h="5634127">
                <a:moveTo>
                  <a:pt x="1120194" y="2463154"/>
                </a:moveTo>
                <a:lnTo>
                  <a:pt x="4769170" y="2470400"/>
                </a:lnTo>
                <a:lnTo>
                  <a:pt x="2950957" y="5634127"/>
                </a:lnTo>
                <a:close/>
                <a:moveTo>
                  <a:pt x="4906272" y="2455635"/>
                </a:moveTo>
                <a:lnTo>
                  <a:pt x="5839812" y="4080012"/>
                </a:lnTo>
                <a:lnTo>
                  <a:pt x="3966290" y="4083732"/>
                </a:lnTo>
                <a:close/>
                <a:moveTo>
                  <a:pt x="1364690" y="0"/>
                </a:moveTo>
                <a:lnTo>
                  <a:pt x="2720026" y="2358312"/>
                </a:lnTo>
                <a:lnTo>
                  <a:pt x="0" y="236371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8546006" cy="4956683"/>
          </a:xfrm>
          <a:custGeom>
            <a:avLst/>
            <a:gdLst>
              <a:gd name="connsiteX0" fmla="*/ 0 w 8546006"/>
              <a:gd name="connsiteY0" fmla="*/ 0 h 4956683"/>
              <a:gd name="connsiteX1" fmla="*/ 8546006 w 8546006"/>
              <a:gd name="connsiteY1" fmla="*/ 0 h 4956683"/>
              <a:gd name="connsiteX2" fmla="*/ 0 w 8546006"/>
              <a:gd name="connsiteY2" fmla="*/ 4956683 h 4956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46006" h="4956683">
                <a:moveTo>
                  <a:pt x="0" y="0"/>
                </a:moveTo>
                <a:lnTo>
                  <a:pt x="8546006" y="0"/>
                </a:lnTo>
                <a:lnTo>
                  <a:pt x="0" y="495668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7" name="Freeform: Shape 6"/>
          <p:cNvSpPr/>
          <p:nvPr userDrawn="1"/>
        </p:nvSpPr>
        <p:spPr>
          <a:xfrm>
            <a:off x="8399046" y="4658076"/>
            <a:ext cx="3792954" cy="2199924"/>
          </a:xfrm>
          <a:custGeom>
            <a:avLst/>
            <a:gdLst>
              <a:gd name="connsiteX0" fmla="*/ 3792954 w 3792954"/>
              <a:gd name="connsiteY0" fmla="*/ 0 h 2199924"/>
              <a:gd name="connsiteX1" fmla="*/ 3792954 w 3792954"/>
              <a:gd name="connsiteY1" fmla="*/ 2199924 h 2199924"/>
              <a:gd name="connsiteX2" fmla="*/ 0 w 3792954"/>
              <a:gd name="connsiteY2" fmla="*/ 2199924 h 219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2954" h="2199924">
                <a:moveTo>
                  <a:pt x="3792954" y="0"/>
                </a:moveTo>
                <a:lnTo>
                  <a:pt x="3792954" y="2199924"/>
                </a:lnTo>
                <a:lnTo>
                  <a:pt x="0" y="2199924"/>
                </a:lnTo>
                <a:close/>
              </a:path>
            </a:pathLst>
          </a:custGeom>
          <a:solidFill>
            <a:srgbClr val="3B3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3645994" y="2"/>
            <a:ext cx="8546006" cy="4956683"/>
          </a:xfrm>
          <a:custGeom>
            <a:avLst/>
            <a:gdLst>
              <a:gd name="connsiteX0" fmla="*/ 0 w 8546006"/>
              <a:gd name="connsiteY0" fmla="*/ 0 h 4956683"/>
              <a:gd name="connsiteX1" fmla="*/ 8546006 w 8546006"/>
              <a:gd name="connsiteY1" fmla="*/ 0 h 4956683"/>
              <a:gd name="connsiteX2" fmla="*/ 8546006 w 8546006"/>
              <a:gd name="connsiteY2" fmla="*/ 4956683 h 4956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546006" h="4956683">
                <a:moveTo>
                  <a:pt x="0" y="0"/>
                </a:moveTo>
                <a:lnTo>
                  <a:pt x="8546006" y="0"/>
                </a:lnTo>
                <a:lnTo>
                  <a:pt x="8546006" y="4956683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5" name="Freeform: Shape 4"/>
          <p:cNvSpPr/>
          <p:nvPr userDrawn="1"/>
        </p:nvSpPr>
        <p:spPr>
          <a:xfrm flipH="1">
            <a:off x="0" y="4658076"/>
            <a:ext cx="3792954" cy="2199924"/>
          </a:xfrm>
          <a:custGeom>
            <a:avLst/>
            <a:gdLst>
              <a:gd name="connsiteX0" fmla="*/ 3792954 w 3792954"/>
              <a:gd name="connsiteY0" fmla="*/ 0 h 2199924"/>
              <a:gd name="connsiteX1" fmla="*/ 3792954 w 3792954"/>
              <a:gd name="connsiteY1" fmla="*/ 2199924 h 2199924"/>
              <a:gd name="connsiteX2" fmla="*/ 0 w 3792954"/>
              <a:gd name="connsiteY2" fmla="*/ 2199924 h 2199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2954" h="2199924">
                <a:moveTo>
                  <a:pt x="3792954" y="0"/>
                </a:moveTo>
                <a:lnTo>
                  <a:pt x="3792954" y="2199924"/>
                </a:lnTo>
                <a:lnTo>
                  <a:pt x="0" y="2199924"/>
                </a:lnTo>
                <a:close/>
              </a:path>
            </a:pathLst>
          </a:custGeom>
          <a:solidFill>
            <a:srgbClr val="3B3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1" cy="6858001"/>
          </a:xfrm>
          <a:custGeom>
            <a:avLst/>
            <a:gdLst>
              <a:gd name="connsiteX0" fmla="*/ 11824082 w 12192001"/>
              <a:gd name="connsiteY0" fmla="*/ 0 h 6858001"/>
              <a:gd name="connsiteX1" fmla="*/ 12192001 w 12192001"/>
              <a:gd name="connsiteY1" fmla="*/ 0 h 6858001"/>
              <a:gd name="connsiteX2" fmla="*/ 12192001 w 12192001"/>
              <a:gd name="connsiteY2" fmla="*/ 6858001 h 6858001"/>
              <a:gd name="connsiteX3" fmla="*/ 0 w 12192001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6858001">
                <a:moveTo>
                  <a:pt x="11824082" y="0"/>
                </a:moveTo>
                <a:lnTo>
                  <a:pt x="12192001" y="0"/>
                </a:lnTo>
                <a:lnTo>
                  <a:pt x="12192001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86530" y="955545"/>
            <a:ext cx="5772630" cy="4976406"/>
          </a:xfrm>
          <a:custGeom>
            <a:avLst/>
            <a:gdLst>
              <a:gd name="connsiteX0" fmla="*/ 2886315 w 5772630"/>
              <a:gd name="connsiteY0" fmla="*/ 0 h 4976406"/>
              <a:gd name="connsiteX1" fmla="*/ 5772630 w 5772630"/>
              <a:gd name="connsiteY1" fmla="*/ 4976406 h 4976406"/>
              <a:gd name="connsiteX2" fmla="*/ 0 w 5772630"/>
              <a:gd name="connsiteY2" fmla="*/ 4976406 h 497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72630" h="4976406">
                <a:moveTo>
                  <a:pt x="2886315" y="0"/>
                </a:moveTo>
                <a:lnTo>
                  <a:pt x="5772630" y="4976406"/>
                </a:lnTo>
                <a:lnTo>
                  <a:pt x="0" y="497640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effectLst>
            <a:outerShdw blurRad="1270000" sx="88000" sy="88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1116687"/>
            <a:ext cx="6096000" cy="4863784"/>
          </a:xfrm>
          <a:custGeom>
            <a:avLst/>
            <a:gdLst>
              <a:gd name="connsiteX0" fmla="*/ 0 w 6096000"/>
              <a:gd name="connsiteY0" fmla="*/ 0 h 4863784"/>
              <a:gd name="connsiteX1" fmla="*/ 6096000 w 6096000"/>
              <a:gd name="connsiteY1" fmla="*/ 0 h 4863784"/>
              <a:gd name="connsiteX2" fmla="*/ 6096000 w 6096000"/>
              <a:gd name="connsiteY2" fmla="*/ 4863784 h 4863784"/>
              <a:gd name="connsiteX3" fmla="*/ 0 w 6096000"/>
              <a:gd name="connsiteY3" fmla="*/ 4863784 h 4863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4863784">
                <a:moveTo>
                  <a:pt x="0" y="0"/>
                </a:moveTo>
                <a:lnTo>
                  <a:pt x="6096000" y="0"/>
                </a:lnTo>
                <a:lnTo>
                  <a:pt x="6096000" y="4863784"/>
                </a:lnTo>
                <a:lnTo>
                  <a:pt x="0" y="486378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4045653" y="1908883"/>
            <a:ext cx="4100697" cy="4949117"/>
          </a:xfrm>
          <a:custGeom>
            <a:avLst/>
            <a:gdLst>
              <a:gd name="connsiteX0" fmla="*/ 0 w 4100697"/>
              <a:gd name="connsiteY0" fmla="*/ 0 h 4949117"/>
              <a:gd name="connsiteX1" fmla="*/ 4100697 w 4100697"/>
              <a:gd name="connsiteY1" fmla="*/ 0 h 4949117"/>
              <a:gd name="connsiteX2" fmla="*/ 4100697 w 4100697"/>
              <a:gd name="connsiteY2" fmla="*/ 4949117 h 4949117"/>
              <a:gd name="connsiteX3" fmla="*/ 0 w 4100697"/>
              <a:gd name="connsiteY3" fmla="*/ 4949117 h 4949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00697" h="4949117">
                <a:moveTo>
                  <a:pt x="0" y="0"/>
                </a:moveTo>
                <a:lnTo>
                  <a:pt x="4100697" y="0"/>
                </a:lnTo>
                <a:lnTo>
                  <a:pt x="4100697" y="4949117"/>
                </a:lnTo>
                <a:lnTo>
                  <a:pt x="0" y="4949117"/>
                </a:lnTo>
                <a:close/>
              </a:path>
            </a:pathLst>
          </a:custGeom>
          <a:noFill/>
          <a:effectLst>
            <a:outerShdw blurRad="1270000" sx="88000" sy="88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850841" y="3275750"/>
            <a:ext cx="3978383" cy="1894238"/>
          </a:xfrm>
          <a:custGeom>
            <a:avLst/>
            <a:gdLst>
              <a:gd name="connsiteX0" fmla="*/ 67984 w 3978383"/>
              <a:gd name="connsiteY0" fmla="*/ 0 h 1894238"/>
              <a:gd name="connsiteX1" fmla="*/ 3910399 w 3978383"/>
              <a:gd name="connsiteY1" fmla="*/ 0 h 1894238"/>
              <a:gd name="connsiteX2" fmla="*/ 3978383 w 3978383"/>
              <a:gd name="connsiteY2" fmla="*/ 67984 h 1894238"/>
              <a:gd name="connsiteX3" fmla="*/ 3978383 w 3978383"/>
              <a:gd name="connsiteY3" fmla="*/ 1826254 h 1894238"/>
              <a:gd name="connsiteX4" fmla="*/ 3910399 w 3978383"/>
              <a:gd name="connsiteY4" fmla="*/ 1894238 h 1894238"/>
              <a:gd name="connsiteX5" fmla="*/ 67984 w 3978383"/>
              <a:gd name="connsiteY5" fmla="*/ 1894238 h 1894238"/>
              <a:gd name="connsiteX6" fmla="*/ 0 w 3978383"/>
              <a:gd name="connsiteY6" fmla="*/ 1826254 h 1894238"/>
              <a:gd name="connsiteX7" fmla="*/ 0 w 3978383"/>
              <a:gd name="connsiteY7" fmla="*/ 67984 h 1894238"/>
              <a:gd name="connsiteX8" fmla="*/ 67984 w 3978383"/>
              <a:gd name="connsiteY8" fmla="*/ 0 h 189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78383" h="1894238">
                <a:moveTo>
                  <a:pt x="67984" y="0"/>
                </a:moveTo>
                <a:lnTo>
                  <a:pt x="3910399" y="0"/>
                </a:lnTo>
                <a:cubicBezTo>
                  <a:pt x="3947946" y="0"/>
                  <a:pt x="3978383" y="30437"/>
                  <a:pt x="3978383" y="67984"/>
                </a:cubicBezTo>
                <a:lnTo>
                  <a:pt x="3978383" y="1826254"/>
                </a:lnTo>
                <a:cubicBezTo>
                  <a:pt x="3978383" y="1863801"/>
                  <a:pt x="3947946" y="1894238"/>
                  <a:pt x="3910399" y="1894238"/>
                </a:cubicBezTo>
                <a:lnTo>
                  <a:pt x="67984" y="1894238"/>
                </a:lnTo>
                <a:cubicBezTo>
                  <a:pt x="30437" y="1894238"/>
                  <a:pt x="0" y="1863801"/>
                  <a:pt x="0" y="1826254"/>
                </a:cubicBezTo>
                <a:lnTo>
                  <a:pt x="0" y="67984"/>
                </a:lnTo>
                <a:cubicBezTo>
                  <a:pt x="0" y="30437"/>
                  <a:pt x="30437" y="0"/>
                  <a:pt x="67984" y="0"/>
                </a:cubicBez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effectLst>
            <a:outerShdw blurRad="1270000" sx="88000" sy="88000" algn="ctr" rotWithShape="0">
              <a:prstClr val="black">
                <a:alpha val="21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2625213" y="1"/>
            <a:ext cx="8834949" cy="3097161"/>
          </a:xfrm>
          <a:custGeom>
            <a:avLst/>
            <a:gdLst>
              <a:gd name="connsiteX0" fmla="*/ 0 w 8834949"/>
              <a:gd name="connsiteY0" fmla="*/ 0 h 3097161"/>
              <a:gd name="connsiteX1" fmla="*/ 8834949 w 8834949"/>
              <a:gd name="connsiteY1" fmla="*/ 0 h 3097161"/>
              <a:gd name="connsiteX2" fmla="*/ 8834949 w 8834949"/>
              <a:gd name="connsiteY2" fmla="*/ 3097161 h 3097161"/>
              <a:gd name="connsiteX3" fmla="*/ 0 w 8834949"/>
              <a:gd name="connsiteY3" fmla="*/ 3097161 h 309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34949" h="3097161">
                <a:moveTo>
                  <a:pt x="0" y="0"/>
                </a:moveTo>
                <a:lnTo>
                  <a:pt x="8834949" y="0"/>
                </a:lnTo>
                <a:lnTo>
                  <a:pt x="8834949" y="3097161"/>
                </a:lnTo>
                <a:lnTo>
                  <a:pt x="0" y="309716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625147"/>
            <a:ext cx="12191999" cy="5232853"/>
          </a:xfrm>
          <a:custGeom>
            <a:avLst/>
            <a:gdLst>
              <a:gd name="connsiteX0" fmla="*/ 6096000 w 12191999"/>
              <a:gd name="connsiteY0" fmla="*/ 0 h 5232853"/>
              <a:gd name="connsiteX1" fmla="*/ 12191999 w 12191999"/>
              <a:gd name="connsiteY1" fmla="*/ 3571551 h 5232853"/>
              <a:gd name="connsiteX2" fmla="*/ 12191999 w 12191999"/>
              <a:gd name="connsiteY2" fmla="*/ 5232853 h 5232853"/>
              <a:gd name="connsiteX3" fmla="*/ 0 w 12191999"/>
              <a:gd name="connsiteY3" fmla="*/ 5232853 h 5232853"/>
              <a:gd name="connsiteX4" fmla="*/ 0 w 12191999"/>
              <a:gd name="connsiteY4" fmla="*/ 3571551 h 5232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9" h="5232853">
                <a:moveTo>
                  <a:pt x="6096000" y="0"/>
                </a:moveTo>
                <a:lnTo>
                  <a:pt x="12191999" y="3571551"/>
                </a:lnTo>
                <a:lnTo>
                  <a:pt x="12191999" y="5232853"/>
                </a:lnTo>
                <a:lnTo>
                  <a:pt x="0" y="5232853"/>
                </a:lnTo>
                <a:lnTo>
                  <a:pt x="0" y="3571551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5577840" y="3684480"/>
            <a:ext cx="6614160" cy="2535708"/>
          </a:xfrm>
          <a:custGeom>
            <a:avLst/>
            <a:gdLst>
              <a:gd name="connsiteX0" fmla="*/ 0 w 6614160"/>
              <a:gd name="connsiteY0" fmla="*/ 0 h 2941320"/>
              <a:gd name="connsiteX1" fmla="*/ 6614160 w 6614160"/>
              <a:gd name="connsiteY1" fmla="*/ 0 h 2941320"/>
              <a:gd name="connsiteX2" fmla="*/ 6614160 w 6614160"/>
              <a:gd name="connsiteY2" fmla="*/ 2941320 h 2941320"/>
              <a:gd name="connsiteX3" fmla="*/ 0 w 6614160"/>
              <a:gd name="connsiteY3" fmla="*/ 2941320 h 2941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14160" h="2941320">
                <a:moveTo>
                  <a:pt x="0" y="0"/>
                </a:moveTo>
                <a:lnTo>
                  <a:pt x="6614160" y="0"/>
                </a:lnTo>
                <a:lnTo>
                  <a:pt x="6614160" y="2941320"/>
                </a:lnTo>
                <a:lnTo>
                  <a:pt x="0" y="2941320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1839473" y="1010266"/>
            <a:ext cx="5474602" cy="4719484"/>
          </a:xfrm>
          <a:custGeom>
            <a:avLst/>
            <a:gdLst>
              <a:gd name="connsiteX0" fmla="*/ 2737301 w 5474602"/>
              <a:gd name="connsiteY0" fmla="*/ 0 h 4719484"/>
              <a:gd name="connsiteX1" fmla="*/ 5474602 w 5474602"/>
              <a:gd name="connsiteY1" fmla="*/ 4719484 h 4719484"/>
              <a:gd name="connsiteX2" fmla="*/ 0 w 5474602"/>
              <a:gd name="connsiteY2" fmla="*/ 4719484 h 4719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74602" h="4719484">
                <a:moveTo>
                  <a:pt x="2737301" y="0"/>
                </a:moveTo>
                <a:lnTo>
                  <a:pt x="5474602" y="4719484"/>
                </a:lnTo>
                <a:lnTo>
                  <a:pt x="0" y="4719484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1127759" y="1754261"/>
            <a:ext cx="4968241" cy="4282966"/>
          </a:xfrm>
          <a:custGeom>
            <a:avLst/>
            <a:gdLst>
              <a:gd name="connsiteX0" fmla="*/ 0 w 4968241"/>
              <a:gd name="connsiteY0" fmla="*/ 0 h 4282966"/>
              <a:gd name="connsiteX1" fmla="*/ 4968241 w 4968241"/>
              <a:gd name="connsiteY1" fmla="*/ 0 h 4282966"/>
              <a:gd name="connsiteX2" fmla="*/ 2484121 w 4968241"/>
              <a:gd name="connsiteY2" fmla="*/ 4282966 h 428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68241" h="4282966">
                <a:moveTo>
                  <a:pt x="0" y="0"/>
                </a:moveTo>
                <a:lnTo>
                  <a:pt x="4968241" y="0"/>
                </a:lnTo>
                <a:lnTo>
                  <a:pt x="2484121" y="4282966"/>
                </a:lnTo>
                <a:close/>
              </a:path>
            </a:pathLst>
          </a:custGeom>
          <a:solidFill>
            <a:schemeClr val="bg1">
              <a:lumMod val="75000"/>
              <a:alpha val="10000"/>
            </a:schemeClr>
          </a:solidFill>
          <a:effectLst>
            <a:outerShdw blurRad="1270000" dist="520700" dir="5400000" sx="88000" sy="88000" algn="t" rotWithShape="0">
              <a:prstClr val="black">
                <a:alpha val="22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9" Type="http://schemas.openxmlformats.org/officeDocument/2006/relationships/theme" Target="../theme/theme1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/>
          <p:nvPr userDrawn="1"/>
        </p:nvSpPr>
        <p:spPr>
          <a:xfrm flipH="1">
            <a:off x="-7799" y="2775"/>
            <a:ext cx="12199799" cy="6855225"/>
          </a:xfrm>
          <a:custGeom>
            <a:avLst/>
            <a:gdLst>
              <a:gd name="connsiteX0" fmla="*/ 12191972 w 12199799"/>
              <a:gd name="connsiteY0" fmla="*/ 6422977 h 6855225"/>
              <a:gd name="connsiteX1" fmla="*/ 11438115 w 12199799"/>
              <a:gd name="connsiteY1" fmla="*/ 6855225 h 6855225"/>
              <a:gd name="connsiteX2" fmla="*/ 12191972 w 12199799"/>
              <a:gd name="connsiteY2" fmla="*/ 6855225 h 6855225"/>
              <a:gd name="connsiteX3" fmla="*/ 797473 w 12199799"/>
              <a:gd name="connsiteY3" fmla="*/ 6406846 h 6855225"/>
              <a:gd name="connsiteX4" fmla="*/ 20320 w 12199799"/>
              <a:gd name="connsiteY4" fmla="*/ 6852450 h 6855225"/>
              <a:gd name="connsiteX5" fmla="*/ 1574626 w 12199799"/>
              <a:gd name="connsiteY5" fmla="*/ 6852450 h 6855225"/>
              <a:gd name="connsiteX6" fmla="*/ 2428702 w 12199799"/>
              <a:gd name="connsiteY6" fmla="*/ 6406846 h 6855225"/>
              <a:gd name="connsiteX7" fmla="*/ 1651549 w 12199799"/>
              <a:gd name="connsiteY7" fmla="*/ 6852450 h 6855225"/>
              <a:gd name="connsiteX8" fmla="*/ 3205855 w 12199799"/>
              <a:gd name="connsiteY8" fmla="*/ 6852450 h 6855225"/>
              <a:gd name="connsiteX9" fmla="*/ 4058708 w 12199799"/>
              <a:gd name="connsiteY9" fmla="*/ 6406846 h 6855225"/>
              <a:gd name="connsiteX10" fmla="*/ 3281555 w 12199799"/>
              <a:gd name="connsiteY10" fmla="*/ 6852450 h 6855225"/>
              <a:gd name="connsiteX11" fmla="*/ 4835861 w 12199799"/>
              <a:gd name="connsiteY11" fmla="*/ 6852450 h 6855225"/>
              <a:gd name="connsiteX12" fmla="*/ 5689937 w 12199799"/>
              <a:gd name="connsiteY12" fmla="*/ 6406846 h 6855225"/>
              <a:gd name="connsiteX13" fmla="*/ 4912784 w 12199799"/>
              <a:gd name="connsiteY13" fmla="*/ 6852450 h 6855225"/>
              <a:gd name="connsiteX14" fmla="*/ 6467087 w 12199799"/>
              <a:gd name="connsiteY14" fmla="*/ 6852450 h 6855225"/>
              <a:gd name="connsiteX15" fmla="*/ 7321607 w 12199799"/>
              <a:gd name="connsiteY15" fmla="*/ 6406846 h 6855225"/>
              <a:gd name="connsiteX16" fmla="*/ 6544450 w 12199799"/>
              <a:gd name="connsiteY16" fmla="*/ 6852450 h 6855225"/>
              <a:gd name="connsiteX17" fmla="*/ 8098751 w 12199799"/>
              <a:gd name="connsiteY17" fmla="*/ 6852450 h 6855225"/>
              <a:gd name="connsiteX18" fmla="*/ 8952824 w 12199799"/>
              <a:gd name="connsiteY18" fmla="*/ 6406846 h 6855225"/>
              <a:gd name="connsiteX19" fmla="*/ 8175673 w 12199799"/>
              <a:gd name="connsiteY19" fmla="*/ 6852450 h 6855225"/>
              <a:gd name="connsiteX20" fmla="*/ 9729977 w 12199799"/>
              <a:gd name="connsiteY20" fmla="*/ 6852450 h 6855225"/>
              <a:gd name="connsiteX21" fmla="*/ 10584056 w 12199799"/>
              <a:gd name="connsiteY21" fmla="*/ 6406846 h 6855225"/>
              <a:gd name="connsiteX22" fmla="*/ 9806900 w 12199799"/>
              <a:gd name="connsiteY22" fmla="*/ 6852450 h 6855225"/>
              <a:gd name="connsiteX23" fmla="*/ 11361208 w 12199799"/>
              <a:gd name="connsiteY23" fmla="*/ 6852450 h 6855225"/>
              <a:gd name="connsiteX24" fmla="*/ 1596722 w 12199799"/>
              <a:gd name="connsiteY24" fmla="*/ 5924618 h 6855225"/>
              <a:gd name="connsiteX25" fmla="*/ 815170 w 12199799"/>
              <a:gd name="connsiteY25" fmla="*/ 6377918 h 6855225"/>
              <a:gd name="connsiteX26" fmla="*/ 1596722 w 12199799"/>
              <a:gd name="connsiteY26" fmla="*/ 6831220 h 6855225"/>
              <a:gd name="connsiteX27" fmla="*/ 3228838 w 12199799"/>
              <a:gd name="connsiteY27" fmla="*/ 5924618 h 6855225"/>
              <a:gd name="connsiteX28" fmla="*/ 2447286 w 12199799"/>
              <a:gd name="connsiteY28" fmla="*/ 6377918 h 6855225"/>
              <a:gd name="connsiteX29" fmla="*/ 3228838 w 12199799"/>
              <a:gd name="connsiteY29" fmla="*/ 6831220 h 6855225"/>
              <a:gd name="connsiteX30" fmla="*/ 4857957 w 12199799"/>
              <a:gd name="connsiteY30" fmla="*/ 5924618 h 6855225"/>
              <a:gd name="connsiteX31" fmla="*/ 4076405 w 12199799"/>
              <a:gd name="connsiteY31" fmla="*/ 6377918 h 6855225"/>
              <a:gd name="connsiteX32" fmla="*/ 4857957 w 12199799"/>
              <a:gd name="connsiteY32" fmla="*/ 6831220 h 6855225"/>
              <a:gd name="connsiteX33" fmla="*/ 6490069 w 12199799"/>
              <a:gd name="connsiteY33" fmla="*/ 5924618 h 6855225"/>
              <a:gd name="connsiteX34" fmla="*/ 5708521 w 12199799"/>
              <a:gd name="connsiteY34" fmla="*/ 6377918 h 6855225"/>
              <a:gd name="connsiteX35" fmla="*/ 6490069 w 12199799"/>
              <a:gd name="connsiteY35" fmla="*/ 6831220 h 6855225"/>
              <a:gd name="connsiteX36" fmla="*/ 8120394 w 12199799"/>
              <a:gd name="connsiteY36" fmla="*/ 5924618 h 6855225"/>
              <a:gd name="connsiteX37" fmla="*/ 7338859 w 12199799"/>
              <a:gd name="connsiteY37" fmla="*/ 6377918 h 6855225"/>
              <a:gd name="connsiteX38" fmla="*/ 8120394 w 12199799"/>
              <a:gd name="connsiteY38" fmla="*/ 6831220 h 6855225"/>
              <a:gd name="connsiteX39" fmla="*/ 9752510 w 12199799"/>
              <a:gd name="connsiteY39" fmla="*/ 5924618 h 6855225"/>
              <a:gd name="connsiteX40" fmla="*/ 8970960 w 12199799"/>
              <a:gd name="connsiteY40" fmla="*/ 6377918 h 6855225"/>
              <a:gd name="connsiteX41" fmla="*/ 9752510 w 12199799"/>
              <a:gd name="connsiteY41" fmla="*/ 6831220 h 6855225"/>
              <a:gd name="connsiteX42" fmla="*/ 11384629 w 12199799"/>
              <a:gd name="connsiteY42" fmla="*/ 5924618 h 6855225"/>
              <a:gd name="connsiteX43" fmla="*/ 10603077 w 12199799"/>
              <a:gd name="connsiteY43" fmla="*/ 6377918 h 6855225"/>
              <a:gd name="connsiteX44" fmla="*/ 11384629 w 12199799"/>
              <a:gd name="connsiteY44" fmla="*/ 6831220 h 6855225"/>
              <a:gd name="connsiteX45" fmla="*/ 0 w 12199799"/>
              <a:gd name="connsiteY45" fmla="*/ 5924618 h 6855225"/>
              <a:gd name="connsiteX46" fmla="*/ 0 w 12199799"/>
              <a:gd name="connsiteY46" fmla="*/ 6831220 h 6855225"/>
              <a:gd name="connsiteX47" fmla="*/ 781552 w 12199799"/>
              <a:gd name="connsiteY47" fmla="*/ 6377919 h 6855225"/>
              <a:gd name="connsiteX48" fmla="*/ 1630341 w 12199799"/>
              <a:gd name="connsiteY48" fmla="*/ 5924618 h 6855225"/>
              <a:gd name="connsiteX49" fmla="*/ 1630341 w 12199799"/>
              <a:gd name="connsiteY49" fmla="*/ 6831220 h 6855225"/>
              <a:gd name="connsiteX50" fmla="*/ 2411893 w 12199799"/>
              <a:gd name="connsiteY50" fmla="*/ 6377919 h 6855225"/>
              <a:gd name="connsiteX51" fmla="*/ 3261235 w 12199799"/>
              <a:gd name="connsiteY51" fmla="*/ 5924618 h 6855225"/>
              <a:gd name="connsiteX52" fmla="*/ 3261235 w 12199799"/>
              <a:gd name="connsiteY52" fmla="*/ 6831220 h 6855225"/>
              <a:gd name="connsiteX53" fmla="*/ 4042787 w 12199799"/>
              <a:gd name="connsiteY53" fmla="*/ 6377919 h 6855225"/>
              <a:gd name="connsiteX54" fmla="*/ 4891576 w 12199799"/>
              <a:gd name="connsiteY54" fmla="*/ 5924618 h 6855225"/>
              <a:gd name="connsiteX55" fmla="*/ 4891576 w 12199799"/>
              <a:gd name="connsiteY55" fmla="*/ 6831220 h 6855225"/>
              <a:gd name="connsiteX56" fmla="*/ 5673128 w 12199799"/>
              <a:gd name="connsiteY56" fmla="*/ 6377919 h 6855225"/>
              <a:gd name="connsiteX57" fmla="*/ 6523688 w 12199799"/>
              <a:gd name="connsiteY57" fmla="*/ 5924618 h 6855225"/>
              <a:gd name="connsiteX58" fmla="*/ 6523688 w 12199799"/>
              <a:gd name="connsiteY58" fmla="*/ 6831220 h 6855225"/>
              <a:gd name="connsiteX59" fmla="*/ 7305243 w 12199799"/>
              <a:gd name="connsiteY59" fmla="*/ 6377919 h 6855225"/>
              <a:gd name="connsiteX60" fmla="*/ 8154013 w 12199799"/>
              <a:gd name="connsiteY60" fmla="*/ 5924618 h 6855225"/>
              <a:gd name="connsiteX61" fmla="*/ 8154013 w 12199799"/>
              <a:gd name="connsiteY61" fmla="*/ 6831220 h 6855225"/>
              <a:gd name="connsiteX62" fmla="*/ 8935564 w 12199799"/>
              <a:gd name="connsiteY62" fmla="*/ 6377919 h 6855225"/>
              <a:gd name="connsiteX63" fmla="*/ 9786128 w 12199799"/>
              <a:gd name="connsiteY63" fmla="*/ 5924618 h 6855225"/>
              <a:gd name="connsiteX64" fmla="*/ 9786128 w 12199799"/>
              <a:gd name="connsiteY64" fmla="*/ 6831220 h 6855225"/>
              <a:gd name="connsiteX65" fmla="*/ 10567682 w 12199799"/>
              <a:gd name="connsiteY65" fmla="*/ 6377919 h 6855225"/>
              <a:gd name="connsiteX66" fmla="*/ 11418248 w 12199799"/>
              <a:gd name="connsiteY66" fmla="*/ 5924618 h 6855225"/>
              <a:gd name="connsiteX67" fmla="*/ 11418248 w 12199799"/>
              <a:gd name="connsiteY67" fmla="*/ 6831220 h 6855225"/>
              <a:gd name="connsiteX68" fmla="*/ 12199798 w 12199799"/>
              <a:gd name="connsiteY68" fmla="*/ 6377919 h 6855225"/>
              <a:gd name="connsiteX69" fmla="*/ 781554 w 12199799"/>
              <a:gd name="connsiteY69" fmla="*/ 5438511 h 6855225"/>
              <a:gd name="connsiteX70" fmla="*/ 1 w 12199799"/>
              <a:gd name="connsiteY70" fmla="*/ 5891812 h 6855225"/>
              <a:gd name="connsiteX71" fmla="*/ 781554 w 12199799"/>
              <a:gd name="connsiteY71" fmla="*/ 6345112 h 6855225"/>
              <a:gd name="connsiteX72" fmla="*/ 815170 w 12199799"/>
              <a:gd name="connsiteY72" fmla="*/ 5438511 h 6855225"/>
              <a:gd name="connsiteX73" fmla="*/ 815170 w 12199799"/>
              <a:gd name="connsiteY73" fmla="*/ 6345112 h 6855225"/>
              <a:gd name="connsiteX74" fmla="*/ 1596723 w 12199799"/>
              <a:gd name="connsiteY74" fmla="*/ 5891811 h 6855225"/>
              <a:gd name="connsiteX75" fmla="*/ 2411894 w 12199799"/>
              <a:gd name="connsiteY75" fmla="*/ 5438511 h 6855225"/>
              <a:gd name="connsiteX76" fmla="*/ 1630341 w 12199799"/>
              <a:gd name="connsiteY76" fmla="*/ 5891812 h 6855225"/>
              <a:gd name="connsiteX77" fmla="*/ 2411894 w 12199799"/>
              <a:gd name="connsiteY77" fmla="*/ 6345112 h 6855225"/>
              <a:gd name="connsiteX78" fmla="*/ 2447286 w 12199799"/>
              <a:gd name="connsiteY78" fmla="*/ 5438511 h 6855225"/>
              <a:gd name="connsiteX79" fmla="*/ 2447286 w 12199799"/>
              <a:gd name="connsiteY79" fmla="*/ 6345112 h 6855225"/>
              <a:gd name="connsiteX80" fmla="*/ 3228839 w 12199799"/>
              <a:gd name="connsiteY80" fmla="*/ 5891811 h 6855225"/>
              <a:gd name="connsiteX81" fmla="*/ 4042789 w 12199799"/>
              <a:gd name="connsiteY81" fmla="*/ 5438511 h 6855225"/>
              <a:gd name="connsiteX82" fmla="*/ 3261236 w 12199799"/>
              <a:gd name="connsiteY82" fmla="*/ 5891812 h 6855225"/>
              <a:gd name="connsiteX83" fmla="*/ 4042789 w 12199799"/>
              <a:gd name="connsiteY83" fmla="*/ 6345112 h 6855225"/>
              <a:gd name="connsiteX84" fmla="*/ 4076405 w 12199799"/>
              <a:gd name="connsiteY84" fmla="*/ 5438511 h 6855225"/>
              <a:gd name="connsiteX85" fmla="*/ 4076405 w 12199799"/>
              <a:gd name="connsiteY85" fmla="*/ 6345112 h 6855225"/>
              <a:gd name="connsiteX86" fmla="*/ 4857958 w 12199799"/>
              <a:gd name="connsiteY86" fmla="*/ 5891811 h 6855225"/>
              <a:gd name="connsiteX87" fmla="*/ 5673129 w 12199799"/>
              <a:gd name="connsiteY87" fmla="*/ 5438511 h 6855225"/>
              <a:gd name="connsiteX88" fmla="*/ 4891576 w 12199799"/>
              <a:gd name="connsiteY88" fmla="*/ 5891812 h 6855225"/>
              <a:gd name="connsiteX89" fmla="*/ 5673129 w 12199799"/>
              <a:gd name="connsiteY89" fmla="*/ 6345112 h 6855225"/>
              <a:gd name="connsiteX90" fmla="*/ 5708521 w 12199799"/>
              <a:gd name="connsiteY90" fmla="*/ 5438511 h 6855225"/>
              <a:gd name="connsiteX91" fmla="*/ 5708521 w 12199799"/>
              <a:gd name="connsiteY91" fmla="*/ 6345112 h 6855225"/>
              <a:gd name="connsiteX92" fmla="*/ 6490069 w 12199799"/>
              <a:gd name="connsiteY92" fmla="*/ 5891811 h 6855225"/>
              <a:gd name="connsiteX93" fmla="*/ 7305243 w 12199799"/>
              <a:gd name="connsiteY93" fmla="*/ 5438511 h 6855225"/>
              <a:gd name="connsiteX94" fmla="*/ 6523688 w 12199799"/>
              <a:gd name="connsiteY94" fmla="*/ 5891812 h 6855225"/>
              <a:gd name="connsiteX95" fmla="*/ 7305243 w 12199799"/>
              <a:gd name="connsiteY95" fmla="*/ 6345112 h 6855225"/>
              <a:gd name="connsiteX96" fmla="*/ 7338859 w 12199799"/>
              <a:gd name="connsiteY96" fmla="*/ 5438511 h 6855225"/>
              <a:gd name="connsiteX97" fmla="*/ 7338859 w 12199799"/>
              <a:gd name="connsiteY97" fmla="*/ 6345112 h 6855225"/>
              <a:gd name="connsiteX98" fmla="*/ 8120395 w 12199799"/>
              <a:gd name="connsiteY98" fmla="*/ 5891811 h 6855225"/>
              <a:gd name="connsiteX99" fmla="*/ 8935566 w 12199799"/>
              <a:gd name="connsiteY99" fmla="*/ 5438511 h 6855225"/>
              <a:gd name="connsiteX100" fmla="*/ 8154014 w 12199799"/>
              <a:gd name="connsiteY100" fmla="*/ 5891812 h 6855225"/>
              <a:gd name="connsiteX101" fmla="*/ 8935566 w 12199799"/>
              <a:gd name="connsiteY101" fmla="*/ 6345112 h 6855225"/>
              <a:gd name="connsiteX102" fmla="*/ 8970959 w 12199799"/>
              <a:gd name="connsiteY102" fmla="*/ 5438511 h 6855225"/>
              <a:gd name="connsiteX103" fmla="*/ 8970959 w 12199799"/>
              <a:gd name="connsiteY103" fmla="*/ 6345112 h 6855225"/>
              <a:gd name="connsiteX104" fmla="*/ 9752511 w 12199799"/>
              <a:gd name="connsiteY104" fmla="*/ 5891811 h 6855225"/>
              <a:gd name="connsiteX105" fmla="*/ 10567683 w 12199799"/>
              <a:gd name="connsiteY105" fmla="*/ 5438511 h 6855225"/>
              <a:gd name="connsiteX106" fmla="*/ 9786128 w 12199799"/>
              <a:gd name="connsiteY106" fmla="*/ 5891812 h 6855225"/>
              <a:gd name="connsiteX107" fmla="*/ 10567683 w 12199799"/>
              <a:gd name="connsiteY107" fmla="*/ 6345112 h 6855225"/>
              <a:gd name="connsiteX108" fmla="*/ 10603076 w 12199799"/>
              <a:gd name="connsiteY108" fmla="*/ 5438511 h 6855225"/>
              <a:gd name="connsiteX109" fmla="*/ 10603076 w 12199799"/>
              <a:gd name="connsiteY109" fmla="*/ 6345112 h 6855225"/>
              <a:gd name="connsiteX110" fmla="*/ 11384630 w 12199799"/>
              <a:gd name="connsiteY110" fmla="*/ 5891811 h 6855225"/>
              <a:gd name="connsiteX111" fmla="*/ 12199799 w 12199799"/>
              <a:gd name="connsiteY111" fmla="*/ 5438511 h 6855225"/>
              <a:gd name="connsiteX112" fmla="*/ 11418248 w 12199799"/>
              <a:gd name="connsiteY112" fmla="*/ 5891812 h 6855225"/>
              <a:gd name="connsiteX113" fmla="*/ 12199799 w 12199799"/>
              <a:gd name="connsiteY113" fmla="*/ 6345112 h 6855225"/>
              <a:gd name="connsiteX114" fmla="*/ 1596722 w 12199799"/>
              <a:gd name="connsiteY114" fmla="*/ 4943763 h 6855225"/>
              <a:gd name="connsiteX115" fmla="*/ 815170 w 12199799"/>
              <a:gd name="connsiteY115" fmla="*/ 5397063 h 6855225"/>
              <a:gd name="connsiteX116" fmla="*/ 1596722 w 12199799"/>
              <a:gd name="connsiteY116" fmla="*/ 5850364 h 6855225"/>
              <a:gd name="connsiteX117" fmla="*/ 3228838 w 12199799"/>
              <a:gd name="connsiteY117" fmla="*/ 4943763 h 6855225"/>
              <a:gd name="connsiteX118" fmla="*/ 2447286 w 12199799"/>
              <a:gd name="connsiteY118" fmla="*/ 5397063 h 6855225"/>
              <a:gd name="connsiteX119" fmla="*/ 3228838 w 12199799"/>
              <a:gd name="connsiteY119" fmla="*/ 5850364 h 6855225"/>
              <a:gd name="connsiteX120" fmla="*/ 4857957 w 12199799"/>
              <a:gd name="connsiteY120" fmla="*/ 4943763 h 6855225"/>
              <a:gd name="connsiteX121" fmla="*/ 4076405 w 12199799"/>
              <a:gd name="connsiteY121" fmla="*/ 5397063 h 6855225"/>
              <a:gd name="connsiteX122" fmla="*/ 4857957 w 12199799"/>
              <a:gd name="connsiteY122" fmla="*/ 5850364 h 6855225"/>
              <a:gd name="connsiteX123" fmla="*/ 6490069 w 12199799"/>
              <a:gd name="connsiteY123" fmla="*/ 4943763 h 6855225"/>
              <a:gd name="connsiteX124" fmla="*/ 5708521 w 12199799"/>
              <a:gd name="connsiteY124" fmla="*/ 5397063 h 6855225"/>
              <a:gd name="connsiteX125" fmla="*/ 6490069 w 12199799"/>
              <a:gd name="connsiteY125" fmla="*/ 5850364 h 6855225"/>
              <a:gd name="connsiteX126" fmla="*/ 8120394 w 12199799"/>
              <a:gd name="connsiteY126" fmla="*/ 4943763 h 6855225"/>
              <a:gd name="connsiteX127" fmla="*/ 7338859 w 12199799"/>
              <a:gd name="connsiteY127" fmla="*/ 5397063 h 6855225"/>
              <a:gd name="connsiteX128" fmla="*/ 8120394 w 12199799"/>
              <a:gd name="connsiteY128" fmla="*/ 5850364 h 6855225"/>
              <a:gd name="connsiteX129" fmla="*/ 9752510 w 12199799"/>
              <a:gd name="connsiteY129" fmla="*/ 4943763 h 6855225"/>
              <a:gd name="connsiteX130" fmla="*/ 8970960 w 12199799"/>
              <a:gd name="connsiteY130" fmla="*/ 5397063 h 6855225"/>
              <a:gd name="connsiteX131" fmla="*/ 9752510 w 12199799"/>
              <a:gd name="connsiteY131" fmla="*/ 5850364 h 6855225"/>
              <a:gd name="connsiteX132" fmla="*/ 11384629 w 12199799"/>
              <a:gd name="connsiteY132" fmla="*/ 4943763 h 6855225"/>
              <a:gd name="connsiteX133" fmla="*/ 10603076 w 12199799"/>
              <a:gd name="connsiteY133" fmla="*/ 5397063 h 6855225"/>
              <a:gd name="connsiteX134" fmla="*/ 11384629 w 12199799"/>
              <a:gd name="connsiteY134" fmla="*/ 5850364 h 6855225"/>
              <a:gd name="connsiteX135" fmla="*/ 0 w 12199799"/>
              <a:gd name="connsiteY135" fmla="*/ 4943763 h 6855225"/>
              <a:gd name="connsiteX136" fmla="*/ 0 w 12199799"/>
              <a:gd name="connsiteY136" fmla="*/ 5850365 h 6855225"/>
              <a:gd name="connsiteX137" fmla="*/ 781552 w 12199799"/>
              <a:gd name="connsiteY137" fmla="*/ 5397064 h 6855225"/>
              <a:gd name="connsiteX138" fmla="*/ 1630341 w 12199799"/>
              <a:gd name="connsiteY138" fmla="*/ 4943763 h 6855225"/>
              <a:gd name="connsiteX139" fmla="*/ 1630341 w 12199799"/>
              <a:gd name="connsiteY139" fmla="*/ 5850365 h 6855225"/>
              <a:gd name="connsiteX140" fmla="*/ 2411893 w 12199799"/>
              <a:gd name="connsiteY140" fmla="*/ 5397064 h 6855225"/>
              <a:gd name="connsiteX141" fmla="*/ 3261235 w 12199799"/>
              <a:gd name="connsiteY141" fmla="*/ 4943763 h 6855225"/>
              <a:gd name="connsiteX142" fmla="*/ 3261235 w 12199799"/>
              <a:gd name="connsiteY142" fmla="*/ 5850365 h 6855225"/>
              <a:gd name="connsiteX143" fmla="*/ 4042787 w 12199799"/>
              <a:gd name="connsiteY143" fmla="*/ 5397064 h 6855225"/>
              <a:gd name="connsiteX144" fmla="*/ 4891576 w 12199799"/>
              <a:gd name="connsiteY144" fmla="*/ 4943763 h 6855225"/>
              <a:gd name="connsiteX145" fmla="*/ 4891576 w 12199799"/>
              <a:gd name="connsiteY145" fmla="*/ 5850365 h 6855225"/>
              <a:gd name="connsiteX146" fmla="*/ 5673128 w 12199799"/>
              <a:gd name="connsiteY146" fmla="*/ 5397064 h 6855225"/>
              <a:gd name="connsiteX147" fmla="*/ 6523688 w 12199799"/>
              <a:gd name="connsiteY147" fmla="*/ 4943763 h 6855225"/>
              <a:gd name="connsiteX148" fmla="*/ 6523688 w 12199799"/>
              <a:gd name="connsiteY148" fmla="*/ 5850365 h 6855225"/>
              <a:gd name="connsiteX149" fmla="*/ 7305243 w 12199799"/>
              <a:gd name="connsiteY149" fmla="*/ 5397064 h 6855225"/>
              <a:gd name="connsiteX150" fmla="*/ 8154013 w 12199799"/>
              <a:gd name="connsiteY150" fmla="*/ 4943763 h 6855225"/>
              <a:gd name="connsiteX151" fmla="*/ 8154013 w 12199799"/>
              <a:gd name="connsiteY151" fmla="*/ 5850365 h 6855225"/>
              <a:gd name="connsiteX152" fmla="*/ 8935564 w 12199799"/>
              <a:gd name="connsiteY152" fmla="*/ 5397064 h 6855225"/>
              <a:gd name="connsiteX153" fmla="*/ 9786128 w 12199799"/>
              <a:gd name="connsiteY153" fmla="*/ 4943763 h 6855225"/>
              <a:gd name="connsiteX154" fmla="*/ 9786128 w 12199799"/>
              <a:gd name="connsiteY154" fmla="*/ 5850365 h 6855225"/>
              <a:gd name="connsiteX155" fmla="*/ 10567681 w 12199799"/>
              <a:gd name="connsiteY155" fmla="*/ 5397064 h 6855225"/>
              <a:gd name="connsiteX156" fmla="*/ 11418247 w 12199799"/>
              <a:gd name="connsiteY156" fmla="*/ 4943763 h 6855225"/>
              <a:gd name="connsiteX157" fmla="*/ 11418247 w 12199799"/>
              <a:gd name="connsiteY157" fmla="*/ 5850365 h 6855225"/>
              <a:gd name="connsiteX158" fmla="*/ 12199798 w 12199799"/>
              <a:gd name="connsiteY158" fmla="*/ 5397064 h 6855225"/>
              <a:gd name="connsiteX159" fmla="*/ 781554 w 12199799"/>
              <a:gd name="connsiteY159" fmla="*/ 4455068 h 6855225"/>
              <a:gd name="connsiteX160" fmla="*/ 1 w 12199799"/>
              <a:gd name="connsiteY160" fmla="*/ 4908369 h 6855225"/>
              <a:gd name="connsiteX161" fmla="*/ 781554 w 12199799"/>
              <a:gd name="connsiteY161" fmla="*/ 5361669 h 6855225"/>
              <a:gd name="connsiteX162" fmla="*/ 815170 w 12199799"/>
              <a:gd name="connsiteY162" fmla="*/ 4455068 h 6855225"/>
              <a:gd name="connsiteX163" fmla="*/ 815170 w 12199799"/>
              <a:gd name="connsiteY163" fmla="*/ 5361669 h 6855225"/>
              <a:gd name="connsiteX164" fmla="*/ 1596723 w 12199799"/>
              <a:gd name="connsiteY164" fmla="*/ 4908368 h 6855225"/>
              <a:gd name="connsiteX165" fmla="*/ 2411894 w 12199799"/>
              <a:gd name="connsiteY165" fmla="*/ 4455068 h 6855225"/>
              <a:gd name="connsiteX166" fmla="*/ 1630341 w 12199799"/>
              <a:gd name="connsiteY166" fmla="*/ 4908369 h 6855225"/>
              <a:gd name="connsiteX167" fmla="*/ 2411894 w 12199799"/>
              <a:gd name="connsiteY167" fmla="*/ 5361669 h 6855225"/>
              <a:gd name="connsiteX168" fmla="*/ 2447286 w 12199799"/>
              <a:gd name="connsiteY168" fmla="*/ 4455068 h 6855225"/>
              <a:gd name="connsiteX169" fmla="*/ 2447286 w 12199799"/>
              <a:gd name="connsiteY169" fmla="*/ 5361669 h 6855225"/>
              <a:gd name="connsiteX170" fmla="*/ 3228839 w 12199799"/>
              <a:gd name="connsiteY170" fmla="*/ 4908368 h 6855225"/>
              <a:gd name="connsiteX171" fmla="*/ 4042789 w 12199799"/>
              <a:gd name="connsiteY171" fmla="*/ 4455068 h 6855225"/>
              <a:gd name="connsiteX172" fmla="*/ 3261236 w 12199799"/>
              <a:gd name="connsiteY172" fmla="*/ 4908369 h 6855225"/>
              <a:gd name="connsiteX173" fmla="*/ 4042789 w 12199799"/>
              <a:gd name="connsiteY173" fmla="*/ 5361669 h 6855225"/>
              <a:gd name="connsiteX174" fmla="*/ 4076405 w 12199799"/>
              <a:gd name="connsiteY174" fmla="*/ 4455068 h 6855225"/>
              <a:gd name="connsiteX175" fmla="*/ 4076405 w 12199799"/>
              <a:gd name="connsiteY175" fmla="*/ 5361669 h 6855225"/>
              <a:gd name="connsiteX176" fmla="*/ 4857958 w 12199799"/>
              <a:gd name="connsiteY176" fmla="*/ 4908368 h 6855225"/>
              <a:gd name="connsiteX177" fmla="*/ 5673129 w 12199799"/>
              <a:gd name="connsiteY177" fmla="*/ 4455068 h 6855225"/>
              <a:gd name="connsiteX178" fmla="*/ 4891576 w 12199799"/>
              <a:gd name="connsiteY178" fmla="*/ 4908369 h 6855225"/>
              <a:gd name="connsiteX179" fmla="*/ 5673129 w 12199799"/>
              <a:gd name="connsiteY179" fmla="*/ 5361669 h 6855225"/>
              <a:gd name="connsiteX180" fmla="*/ 5708521 w 12199799"/>
              <a:gd name="connsiteY180" fmla="*/ 4455068 h 6855225"/>
              <a:gd name="connsiteX181" fmla="*/ 5708521 w 12199799"/>
              <a:gd name="connsiteY181" fmla="*/ 5361669 h 6855225"/>
              <a:gd name="connsiteX182" fmla="*/ 6490069 w 12199799"/>
              <a:gd name="connsiteY182" fmla="*/ 4908368 h 6855225"/>
              <a:gd name="connsiteX183" fmla="*/ 7305243 w 12199799"/>
              <a:gd name="connsiteY183" fmla="*/ 4455068 h 6855225"/>
              <a:gd name="connsiteX184" fmla="*/ 6523688 w 12199799"/>
              <a:gd name="connsiteY184" fmla="*/ 4908369 h 6855225"/>
              <a:gd name="connsiteX185" fmla="*/ 7305243 w 12199799"/>
              <a:gd name="connsiteY185" fmla="*/ 5361669 h 6855225"/>
              <a:gd name="connsiteX186" fmla="*/ 7338859 w 12199799"/>
              <a:gd name="connsiteY186" fmla="*/ 4455068 h 6855225"/>
              <a:gd name="connsiteX187" fmla="*/ 7338859 w 12199799"/>
              <a:gd name="connsiteY187" fmla="*/ 5361669 h 6855225"/>
              <a:gd name="connsiteX188" fmla="*/ 8120395 w 12199799"/>
              <a:gd name="connsiteY188" fmla="*/ 4908368 h 6855225"/>
              <a:gd name="connsiteX189" fmla="*/ 8935566 w 12199799"/>
              <a:gd name="connsiteY189" fmla="*/ 4455068 h 6855225"/>
              <a:gd name="connsiteX190" fmla="*/ 8154014 w 12199799"/>
              <a:gd name="connsiteY190" fmla="*/ 4908369 h 6855225"/>
              <a:gd name="connsiteX191" fmla="*/ 8935566 w 12199799"/>
              <a:gd name="connsiteY191" fmla="*/ 5361669 h 6855225"/>
              <a:gd name="connsiteX192" fmla="*/ 8970959 w 12199799"/>
              <a:gd name="connsiteY192" fmla="*/ 4455068 h 6855225"/>
              <a:gd name="connsiteX193" fmla="*/ 8970959 w 12199799"/>
              <a:gd name="connsiteY193" fmla="*/ 5361669 h 6855225"/>
              <a:gd name="connsiteX194" fmla="*/ 9752511 w 12199799"/>
              <a:gd name="connsiteY194" fmla="*/ 4908368 h 6855225"/>
              <a:gd name="connsiteX195" fmla="*/ 10567683 w 12199799"/>
              <a:gd name="connsiteY195" fmla="*/ 4455068 h 6855225"/>
              <a:gd name="connsiteX196" fmla="*/ 9786128 w 12199799"/>
              <a:gd name="connsiteY196" fmla="*/ 4908369 h 6855225"/>
              <a:gd name="connsiteX197" fmla="*/ 10567683 w 12199799"/>
              <a:gd name="connsiteY197" fmla="*/ 5361669 h 6855225"/>
              <a:gd name="connsiteX198" fmla="*/ 10603076 w 12199799"/>
              <a:gd name="connsiteY198" fmla="*/ 4455068 h 6855225"/>
              <a:gd name="connsiteX199" fmla="*/ 10603076 w 12199799"/>
              <a:gd name="connsiteY199" fmla="*/ 5361669 h 6855225"/>
              <a:gd name="connsiteX200" fmla="*/ 11384629 w 12199799"/>
              <a:gd name="connsiteY200" fmla="*/ 4908368 h 6855225"/>
              <a:gd name="connsiteX201" fmla="*/ 12199799 w 12199799"/>
              <a:gd name="connsiteY201" fmla="*/ 4455068 h 6855225"/>
              <a:gd name="connsiteX202" fmla="*/ 11418247 w 12199799"/>
              <a:gd name="connsiteY202" fmla="*/ 4908369 h 6855225"/>
              <a:gd name="connsiteX203" fmla="*/ 12199799 w 12199799"/>
              <a:gd name="connsiteY203" fmla="*/ 5361669 h 6855225"/>
              <a:gd name="connsiteX204" fmla="*/ 1596722 w 12199799"/>
              <a:gd name="connsiteY204" fmla="*/ 3960320 h 6855225"/>
              <a:gd name="connsiteX205" fmla="*/ 815170 w 12199799"/>
              <a:gd name="connsiteY205" fmla="*/ 4413620 h 6855225"/>
              <a:gd name="connsiteX206" fmla="*/ 1596722 w 12199799"/>
              <a:gd name="connsiteY206" fmla="*/ 4866921 h 6855225"/>
              <a:gd name="connsiteX207" fmla="*/ 3228838 w 12199799"/>
              <a:gd name="connsiteY207" fmla="*/ 3960320 h 6855225"/>
              <a:gd name="connsiteX208" fmla="*/ 2447286 w 12199799"/>
              <a:gd name="connsiteY208" fmla="*/ 4413620 h 6855225"/>
              <a:gd name="connsiteX209" fmla="*/ 3228838 w 12199799"/>
              <a:gd name="connsiteY209" fmla="*/ 4866921 h 6855225"/>
              <a:gd name="connsiteX210" fmla="*/ 4857957 w 12199799"/>
              <a:gd name="connsiteY210" fmla="*/ 3960320 h 6855225"/>
              <a:gd name="connsiteX211" fmla="*/ 4076405 w 12199799"/>
              <a:gd name="connsiteY211" fmla="*/ 4413620 h 6855225"/>
              <a:gd name="connsiteX212" fmla="*/ 4857957 w 12199799"/>
              <a:gd name="connsiteY212" fmla="*/ 4866921 h 6855225"/>
              <a:gd name="connsiteX213" fmla="*/ 6490069 w 12199799"/>
              <a:gd name="connsiteY213" fmla="*/ 3960320 h 6855225"/>
              <a:gd name="connsiteX214" fmla="*/ 5708521 w 12199799"/>
              <a:gd name="connsiteY214" fmla="*/ 4413620 h 6855225"/>
              <a:gd name="connsiteX215" fmla="*/ 6490069 w 12199799"/>
              <a:gd name="connsiteY215" fmla="*/ 4866921 h 6855225"/>
              <a:gd name="connsiteX216" fmla="*/ 8120394 w 12199799"/>
              <a:gd name="connsiteY216" fmla="*/ 3960320 h 6855225"/>
              <a:gd name="connsiteX217" fmla="*/ 7338859 w 12199799"/>
              <a:gd name="connsiteY217" fmla="*/ 4413620 h 6855225"/>
              <a:gd name="connsiteX218" fmla="*/ 8120394 w 12199799"/>
              <a:gd name="connsiteY218" fmla="*/ 4866921 h 6855225"/>
              <a:gd name="connsiteX219" fmla="*/ 9752510 w 12199799"/>
              <a:gd name="connsiteY219" fmla="*/ 3960320 h 6855225"/>
              <a:gd name="connsiteX220" fmla="*/ 8970960 w 12199799"/>
              <a:gd name="connsiteY220" fmla="*/ 4413620 h 6855225"/>
              <a:gd name="connsiteX221" fmla="*/ 9752510 w 12199799"/>
              <a:gd name="connsiteY221" fmla="*/ 4866921 h 6855225"/>
              <a:gd name="connsiteX222" fmla="*/ 11384629 w 12199799"/>
              <a:gd name="connsiteY222" fmla="*/ 3960320 h 6855225"/>
              <a:gd name="connsiteX223" fmla="*/ 10603076 w 12199799"/>
              <a:gd name="connsiteY223" fmla="*/ 4413620 h 6855225"/>
              <a:gd name="connsiteX224" fmla="*/ 11384629 w 12199799"/>
              <a:gd name="connsiteY224" fmla="*/ 4866921 h 6855225"/>
              <a:gd name="connsiteX225" fmla="*/ 0 w 12199799"/>
              <a:gd name="connsiteY225" fmla="*/ 3960320 h 6855225"/>
              <a:gd name="connsiteX226" fmla="*/ 0 w 12199799"/>
              <a:gd name="connsiteY226" fmla="*/ 4866922 h 6855225"/>
              <a:gd name="connsiteX227" fmla="*/ 781552 w 12199799"/>
              <a:gd name="connsiteY227" fmla="*/ 4413621 h 6855225"/>
              <a:gd name="connsiteX228" fmla="*/ 1630341 w 12199799"/>
              <a:gd name="connsiteY228" fmla="*/ 3960320 h 6855225"/>
              <a:gd name="connsiteX229" fmla="*/ 1630341 w 12199799"/>
              <a:gd name="connsiteY229" fmla="*/ 4866922 h 6855225"/>
              <a:gd name="connsiteX230" fmla="*/ 2411893 w 12199799"/>
              <a:gd name="connsiteY230" fmla="*/ 4413621 h 6855225"/>
              <a:gd name="connsiteX231" fmla="*/ 3261235 w 12199799"/>
              <a:gd name="connsiteY231" fmla="*/ 3960320 h 6855225"/>
              <a:gd name="connsiteX232" fmla="*/ 3261235 w 12199799"/>
              <a:gd name="connsiteY232" fmla="*/ 4866922 h 6855225"/>
              <a:gd name="connsiteX233" fmla="*/ 4042787 w 12199799"/>
              <a:gd name="connsiteY233" fmla="*/ 4413621 h 6855225"/>
              <a:gd name="connsiteX234" fmla="*/ 4891576 w 12199799"/>
              <a:gd name="connsiteY234" fmla="*/ 3960320 h 6855225"/>
              <a:gd name="connsiteX235" fmla="*/ 4891576 w 12199799"/>
              <a:gd name="connsiteY235" fmla="*/ 4866922 h 6855225"/>
              <a:gd name="connsiteX236" fmla="*/ 5673128 w 12199799"/>
              <a:gd name="connsiteY236" fmla="*/ 4413621 h 6855225"/>
              <a:gd name="connsiteX237" fmla="*/ 6523688 w 12199799"/>
              <a:gd name="connsiteY237" fmla="*/ 3960320 h 6855225"/>
              <a:gd name="connsiteX238" fmla="*/ 6523688 w 12199799"/>
              <a:gd name="connsiteY238" fmla="*/ 4866922 h 6855225"/>
              <a:gd name="connsiteX239" fmla="*/ 7305243 w 12199799"/>
              <a:gd name="connsiteY239" fmla="*/ 4413621 h 6855225"/>
              <a:gd name="connsiteX240" fmla="*/ 8154013 w 12199799"/>
              <a:gd name="connsiteY240" fmla="*/ 3960320 h 6855225"/>
              <a:gd name="connsiteX241" fmla="*/ 8154013 w 12199799"/>
              <a:gd name="connsiteY241" fmla="*/ 4866922 h 6855225"/>
              <a:gd name="connsiteX242" fmla="*/ 8935564 w 12199799"/>
              <a:gd name="connsiteY242" fmla="*/ 4413621 h 6855225"/>
              <a:gd name="connsiteX243" fmla="*/ 9786127 w 12199799"/>
              <a:gd name="connsiteY243" fmla="*/ 3960320 h 6855225"/>
              <a:gd name="connsiteX244" fmla="*/ 9786127 w 12199799"/>
              <a:gd name="connsiteY244" fmla="*/ 4866922 h 6855225"/>
              <a:gd name="connsiteX245" fmla="*/ 10567681 w 12199799"/>
              <a:gd name="connsiteY245" fmla="*/ 4413621 h 6855225"/>
              <a:gd name="connsiteX246" fmla="*/ 11418247 w 12199799"/>
              <a:gd name="connsiteY246" fmla="*/ 3960320 h 6855225"/>
              <a:gd name="connsiteX247" fmla="*/ 11418247 w 12199799"/>
              <a:gd name="connsiteY247" fmla="*/ 4866922 h 6855225"/>
              <a:gd name="connsiteX248" fmla="*/ 12199798 w 12199799"/>
              <a:gd name="connsiteY248" fmla="*/ 4413621 h 6855225"/>
              <a:gd name="connsiteX249" fmla="*/ 781554 w 12199799"/>
              <a:gd name="connsiteY249" fmla="*/ 3468161 h 6855225"/>
              <a:gd name="connsiteX250" fmla="*/ 1 w 12199799"/>
              <a:gd name="connsiteY250" fmla="*/ 3921462 h 6855225"/>
              <a:gd name="connsiteX251" fmla="*/ 781554 w 12199799"/>
              <a:gd name="connsiteY251" fmla="*/ 4374762 h 6855225"/>
              <a:gd name="connsiteX252" fmla="*/ 815170 w 12199799"/>
              <a:gd name="connsiteY252" fmla="*/ 3468161 h 6855225"/>
              <a:gd name="connsiteX253" fmla="*/ 815170 w 12199799"/>
              <a:gd name="connsiteY253" fmla="*/ 4374762 h 6855225"/>
              <a:gd name="connsiteX254" fmla="*/ 1596723 w 12199799"/>
              <a:gd name="connsiteY254" fmla="*/ 3921461 h 6855225"/>
              <a:gd name="connsiteX255" fmla="*/ 2411894 w 12199799"/>
              <a:gd name="connsiteY255" fmla="*/ 3468161 h 6855225"/>
              <a:gd name="connsiteX256" fmla="*/ 1630341 w 12199799"/>
              <a:gd name="connsiteY256" fmla="*/ 3921462 h 6855225"/>
              <a:gd name="connsiteX257" fmla="*/ 2411894 w 12199799"/>
              <a:gd name="connsiteY257" fmla="*/ 4374762 h 6855225"/>
              <a:gd name="connsiteX258" fmla="*/ 2447286 w 12199799"/>
              <a:gd name="connsiteY258" fmla="*/ 3468161 h 6855225"/>
              <a:gd name="connsiteX259" fmla="*/ 2447286 w 12199799"/>
              <a:gd name="connsiteY259" fmla="*/ 4374762 h 6855225"/>
              <a:gd name="connsiteX260" fmla="*/ 3228839 w 12199799"/>
              <a:gd name="connsiteY260" fmla="*/ 3921461 h 6855225"/>
              <a:gd name="connsiteX261" fmla="*/ 4042789 w 12199799"/>
              <a:gd name="connsiteY261" fmla="*/ 3468161 h 6855225"/>
              <a:gd name="connsiteX262" fmla="*/ 3261236 w 12199799"/>
              <a:gd name="connsiteY262" fmla="*/ 3921462 h 6855225"/>
              <a:gd name="connsiteX263" fmla="*/ 4042789 w 12199799"/>
              <a:gd name="connsiteY263" fmla="*/ 4374762 h 6855225"/>
              <a:gd name="connsiteX264" fmla="*/ 4076405 w 12199799"/>
              <a:gd name="connsiteY264" fmla="*/ 3468161 h 6855225"/>
              <a:gd name="connsiteX265" fmla="*/ 4076405 w 12199799"/>
              <a:gd name="connsiteY265" fmla="*/ 4374762 h 6855225"/>
              <a:gd name="connsiteX266" fmla="*/ 4857958 w 12199799"/>
              <a:gd name="connsiteY266" fmla="*/ 3921461 h 6855225"/>
              <a:gd name="connsiteX267" fmla="*/ 5673129 w 12199799"/>
              <a:gd name="connsiteY267" fmla="*/ 3468161 h 6855225"/>
              <a:gd name="connsiteX268" fmla="*/ 4891576 w 12199799"/>
              <a:gd name="connsiteY268" fmla="*/ 3921462 h 6855225"/>
              <a:gd name="connsiteX269" fmla="*/ 5673129 w 12199799"/>
              <a:gd name="connsiteY269" fmla="*/ 4374762 h 6855225"/>
              <a:gd name="connsiteX270" fmla="*/ 5708521 w 12199799"/>
              <a:gd name="connsiteY270" fmla="*/ 3468161 h 6855225"/>
              <a:gd name="connsiteX271" fmla="*/ 5708521 w 12199799"/>
              <a:gd name="connsiteY271" fmla="*/ 4374762 h 6855225"/>
              <a:gd name="connsiteX272" fmla="*/ 6490069 w 12199799"/>
              <a:gd name="connsiteY272" fmla="*/ 3921461 h 6855225"/>
              <a:gd name="connsiteX273" fmla="*/ 7305243 w 12199799"/>
              <a:gd name="connsiteY273" fmla="*/ 3468161 h 6855225"/>
              <a:gd name="connsiteX274" fmla="*/ 6523688 w 12199799"/>
              <a:gd name="connsiteY274" fmla="*/ 3921462 h 6855225"/>
              <a:gd name="connsiteX275" fmla="*/ 7305243 w 12199799"/>
              <a:gd name="connsiteY275" fmla="*/ 4374762 h 6855225"/>
              <a:gd name="connsiteX276" fmla="*/ 7338859 w 12199799"/>
              <a:gd name="connsiteY276" fmla="*/ 3468161 h 6855225"/>
              <a:gd name="connsiteX277" fmla="*/ 7338859 w 12199799"/>
              <a:gd name="connsiteY277" fmla="*/ 4374762 h 6855225"/>
              <a:gd name="connsiteX278" fmla="*/ 8120395 w 12199799"/>
              <a:gd name="connsiteY278" fmla="*/ 3921461 h 6855225"/>
              <a:gd name="connsiteX279" fmla="*/ 8935566 w 12199799"/>
              <a:gd name="connsiteY279" fmla="*/ 3468161 h 6855225"/>
              <a:gd name="connsiteX280" fmla="*/ 8154014 w 12199799"/>
              <a:gd name="connsiteY280" fmla="*/ 3921462 h 6855225"/>
              <a:gd name="connsiteX281" fmla="*/ 8935566 w 12199799"/>
              <a:gd name="connsiteY281" fmla="*/ 4374762 h 6855225"/>
              <a:gd name="connsiteX282" fmla="*/ 8970959 w 12199799"/>
              <a:gd name="connsiteY282" fmla="*/ 3468161 h 6855225"/>
              <a:gd name="connsiteX283" fmla="*/ 8970959 w 12199799"/>
              <a:gd name="connsiteY283" fmla="*/ 4374762 h 6855225"/>
              <a:gd name="connsiteX284" fmla="*/ 9752511 w 12199799"/>
              <a:gd name="connsiteY284" fmla="*/ 3921461 h 6855225"/>
              <a:gd name="connsiteX285" fmla="*/ 10567680 w 12199799"/>
              <a:gd name="connsiteY285" fmla="*/ 3468161 h 6855225"/>
              <a:gd name="connsiteX286" fmla="*/ 9786128 w 12199799"/>
              <a:gd name="connsiteY286" fmla="*/ 3921462 h 6855225"/>
              <a:gd name="connsiteX287" fmla="*/ 10567680 w 12199799"/>
              <a:gd name="connsiteY287" fmla="*/ 4374762 h 6855225"/>
              <a:gd name="connsiteX288" fmla="*/ 10603074 w 12199799"/>
              <a:gd name="connsiteY288" fmla="*/ 3468161 h 6855225"/>
              <a:gd name="connsiteX289" fmla="*/ 10603074 w 12199799"/>
              <a:gd name="connsiteY289" fmla="*/ 4374762 h 6855225"/>
              <a:gd name="connsiteX290" fmla="*/ 11384627 w 12199799"/>
              <a:gd name="connsiteY290" fmla="*/ 3921461 h 6855225"/>
              <a:gd name="connsiteX291" fmla="*/ 12199796 w 12199799"/>
              <a:gd name="connsiteY291" fmla="*/ 3468161 h 6855225"/>
              <a:gd name="connsiteX292" fmla="*/ 11418245 w 12199799"/>
              <a:gd name="connsiteY292" fmla="*/ 3921462 h 6855225"/>
              <a:gd name="connsiteX293" fmla="*/ 12199796 w 12199799"/>
              <a:gd name="connsiteY293" fmla="*/ 4374762 h 6855225"/>
              <a:gd name="connsiteX294" fmla="*/ 6523688 w 12199799"/>
              <a:gd name="connsiteY294" fmla="*/ 2973432 h 6855225"/>
              <a:gd name="connsiteX295" fmla="*/ 6523688 w 12199799"/>
              <a:gd name="connsiteY295" fmla="*/ 3880015 h 6855225"/>
              <a:gd name="connsiteX296" fmla="*/ 7305243 w 12199799"/>
              <a:gd name="connsiteY296" fmla="*/ 3426715 h 6855225"/>
              <a:gd name="connsiteX297" fmla="*/ 8120394 w 12199799"/>
              <a:gd name="connsiteY297" fmla="*/ 2973430 h 6855225"/>
              <a:gd name="connsiteX298" fmla="*/ 7338859 w 12199799"/>
              <a:gd name="connsiteY298" fmla="*/ 3426715 h 6855225"/>
              <a:gd name="connsiteX299" fmla="*/ 8120394 w 12199799"/>
              <a:gd name="connsiteY299" fmla="*/ 3880014 h 6855225"/>
              <a:gd name="connsiteX300" fmla="*/ 8154013 w 12199799"/>
              <a:gd name="connsiteY300" fmla="*/ 2973430 h 6855225"/>
              <a:gd name="connsiteX301" fmla="*/ 8154013 w 12199799"/>
              <a:gd name="connsiteY301" fmla="*/ 3880015 h 6855225"/>
              <a:gd name="connsiteX302" fmla="*/ 8935564 w 12199799"/>
              <a:gd name="connsiteY302" fmla="*/ 3426715 h 6855225"/>
              <a:gd name="connsiteX303" fmla="*/ 9752510 w 12199799"/>
              <a:gd name="connsiteY303" fmla="*/ 2973428 h 6855225"/>
              <a:gd name="connsiteX304" fmla="*/ 8970960 w 12199799"/>
              <a:gd name="connsiteY304" fmla="*/ 3426715 h 6855225"/>
              <a:gd name="connsiteX305" fmla="*/ 9752510 w 12199799"/>
              <a:gd name="connsiteY305" fmla="*/ 3880014 h 6855225"/>
              <a:gd name="connsiteX306" fmla="*/ 9786127 w 12199799"/>
              <a:gd name="connsiteY306" fmla="*/ 2973428 h 6855225"/>
              <a:gd name="connsiteX307" fmla="*/ 9786127 w 12199799"/>
              <a:gd name="connsiteY307" fmla="*/ 3880015 h 6855225"/>
              <a:gd name="connsiteX308" fmla="*/ 10567678 w 12199799"/>
              <a:gd name="connsiteY308" fmla="*/ 3426715 h 6855225"/>
              <a:gd name="connsiteX309" fmla="*/ 11384626 w 12199799"/>
              <a:gd name="connsiteY309" fmla="*/ 2973428 h 6855225"/>
              <a:gd name="connsiteX310" fmla="*/ 10603074 w 12199799"/>
              <a:gd name="connsiteY310" fmla="*/ 3426714 h 6855225"/>
              <a:gd name="connsiteX311" fmla="*/ 11384626 w 12199799"/>
              <a:gd name="connsiteY311" fmla="*/ 3880014 h 6855225"/>
              <a:gd name="connsiteX312" fmla="*/ 11418245 w 12199799"/>
              <a:gd name="connsiteY312" fmla="*/ 2973427 h 6855225"/>
              <a:gd name="connsiteX313" fmla="*/ 11418245 w 12199799"/>
              <a:gd name="connsiteY313" fmla="*/ 3880015 h 6855225"/>
              <a:gd name="connsiteX314" fmla="*/ 12199795 w 12199799"/>
              <a:gd name="connsiteY314" fmla="*/ 3426714 h 6855225"/>
              <a:gd name="connsiteX315" fmla="*/ 3261235 w 12199799"/>
              <a:gd name="connsiteY315" fmla="*/ 2973422 h 6855225"/>
              <a:gd name="connsiteX316" fmla="*/ 3261235 w 12199799"/>
              <a:gd name="connsiteY316" fmla="*/ 3880015 h 6855225"/>
              <a:gd name="connsiteX317" fmla="*/ 4042787 w 12199799"/>
              <a:gd name="connsiteY317" fmla="*/ 3426714 h 6855225"/>
              <a:gd name="connsiteX318" fmla="*/ 4857957 w 12199799"/>
              <a:gd name="connsiteY318" fmla="*/ 2973422 h 6855225"/>
              <a:gd name="connsiteX319" fmla="*/ 4076405 w 12199799"/>
              <a:gd name="connsiteY319" fmla="*/ 3426714 h 6855225"/>
              <a:gd name="connsiteX320" fmla="*/ 4857957 w 12199799"/>
              <a:gd name="connsiteY320" fmla="*/ 3880014 h 6855225"/>
              <a:gd name="connsiteX321" fmla="*/ 4891576 w 12199799"/>
              <a:gd name="connsiteY321" fmla="*/ 2973422 h 6855225"/>
              <a:gd name="connsiteX322" fmla="*/ 4891576 w 12199799"/>
              <a:gd name="connsiteY322" fmla="*/ 3880015 h 6855225"/>
              <a:gd name="connsiteX323" fmla="*/ 5673128 w 12199799"/>
              <a:gd name="connsiteY323" fmla="*/ 3426714 h 6855225"/>
              <a:gd name="connsiteX324" fmla="*/ 6490069 w 12199799"/>
              <a:gd name="connsiteY324" fmla="*/ 2973421 h 6855225"/>
              <a:gd name="connsiteX325" fmla="*/ 5708521 w 12199799"/>
              <a:gd name="connsiteY325" fmla="*/ 3426714 h 6855225"/>
              <a:gd name="connsiteX326" fmla="*/ 6490069 w 12199799"/>
              <a:gd name="connsiteY326" fmla="*/ 3880014 h 6855225"/>
              <a:gd name="connsiteX327" fmla="*/ 0 w 12199799"/>
              <a:gd name="connsiteY327" fmla="*/ 2973417 h 6855225"/>
              <a:gd name="connsiteX328" fmla="*/ 0 w 12199799"/>
              <a:gd name="connsiteY328" fmla="*/ 3880015 h 6855225"/>
              <a:gd name="connsiteX329" fmla="*/ 781552 w 12199799"/>
              <a:gd name="connsiteY329" fmla="*/ 3426714 h 6855225"/>
              <a:gd name="connsiteX330" fmla="*/ 1596722 w 12199799"/>
              <a:gd name="connsiteY330" fmla="*/ 2973417 h 6855225"/>
              <a:gd name="connsiteX331" fmla="*/ 815170 w 12199799"/>
              <a:gd name="connsiteY331" fmla="*/ 3426714 h 6855225"/>
              <a:gd name="connsiteX332" fmla="*/ 1596722 w 12199799"/>
              <a:gd name="connsiteY332" fmla="*/ 3880014 h 6855225"/>
              <a:gd name="connsiteX333" fmla="*/ 1630341 w 12199799"/>
              <a:gd name="connsiteY333" fmla="*/ 2973416 h 6855225"/>
              <a:gd name="connsiteX334" fmla="*/ 1630341 w 12199799"/>
              <a:gd name="connsiteY334" fmla="*/ 3880015 h 6855225"/>
              <a:gd name="connsiteX335" fmla="*/ 2411893 w 12199799"/>
              <a:gd name="connsiteY335" fmla="*/ 3426714 h 6855225"/>
              <a:gd name="connsiteX336" fmla="*/ 3228838 w 12199799"/>
              <a:gd name="connsiteY336" fmla="*/ 2973416 h 6855225"/>
              <a:gd name="connsiteX337" fmla="*/ 2447286 w 12199799"/>
              <a:gd name="connsiteY337" fmla="*/ 3426714 h 6855225"/>
              <a:gd name="connsiteX338" fmla="*/ 3228838 w 12199799"/>
              <a:gd name="connsiteY338" fmla="*/ 3880014 h 6855225"/>
              <a:gd name="connsiteX339" fmla="*/ 7305243 w 12199799"/>
              <a:gd name="connsiteY339" fmla="*/ 2484744 h 6855225"/>
              <a:gd name="connsiteX340" fmla="*/ 6523688 w 12199799"/>
              <a:gd name="connsiteY340" fmla="*/ 2938039 h 6855225"/>
              <a:gd name="connsiteX341" fmla="*/ 7305243 w 12199799"/>
              <a:gd name="connsiteY341" fmla="*/ 3391326 h 6855225"/>
              <a:gd name="connsiteX342" fmla="*/ 7338859 w 12199799"/>
              <a:gd name="connsiteY342" fmla="*/ 2484740 h 6855225"/>
              <a:gd name="connsiteX343" fmla="*/ 7338859 w 12199799"/>
              <a:gd name="connsiteY343" fmla="*/ 3391326 h 6855225"/>
              <a:gd name="connsiteX344" fmla="*/ 8120395 w 12199799"/>
              <a:gd name="connsiteY344" fmla="*/ 2938038 h 6855225"/>
              <a:gd name="connsiteX345" fmla="*/ 8935566 w 12199799"/>
              <a:gd name="connsiteY345" fmla="*/ 2484740 h 6855225"/>
              <a:gd name="connsiteX346" fmla="*/ 8154014 w 12199799"/>
              <a:gd name="connsiteY346" fmla="*/ 2938039 h 6855225"/>
              <a:gd name="connsiteX347" fmla="*/ 8935566 w 12199799"/>
              <a:gd name="connsiteY347" fmla="*/ 3391326 h 6855225"/>
              <a:gd name="connsiteX348" fmla="*/ 8970959 w 12199799"/>
              <a:gd name="connsiteY348" fmla="*/ 2484740 h 6855225"/>
              <a:gd name="connsiteX349" fmla="*/ 8970959 w 12199799"/>
              <a:gd name="connsiteY349" fmla="*/ 3391326 h 6855225"/>
              <a:gd name="connsiteX350" fmla="*/ 9752511 w 12199799"/>
              <a:gd name="connsiteY350" fmla="*/ 2938036 h 6855225"/>
              <a:gd name="connsiteX351" fmla="*/ 10567680 w 12199799"/>
              <a:gd name="connsiteY351" fmla="*/ 2484740 h 6855225"/>
              <a:gd name="connsiteX352" fmla="*/ 9786128 w 12199799"/>
              <a:gd name="connsiteY352" fmla="*/ 2938038 h 6855225"/>
              <a:gd name="connsiteX353" fmla="*/ 10567680 w 12199799"/>
              <a:gd name="connsiteY353" fmla="*/ 3391326 h 6855225"/>
              <a:gd name="connsiteX354" fmla="*/ 10603074 w 12199799"/>
              <a:gd name="connsiteY354" fmla="*/ 2484738 h 6855225"/>
              <a:gd name="connsiteX355" fmla="*/ 10603074 w 12199799"/>
              <a:gd name="connsiteY355" fmla="*/ 3391323 h 6855225"/>
              <a:gd name="connsiteX356" fmla="*/ 11384627 w 12199799"/>
              <a:gd name="connsiteY356" fmla="*/ 2938033 h 6855225"/>
              <a:gd name="connsiteX357" fmla="*/ 12199796 w 12199799"/>
              <a:gd name="connsiteY357" fmla="*/ 2484738 h 6855225"/>
              <a:gd name="connsiteX358" fmla="*/ 11418245 w 12199799"/>
              <a:gd name="connsiteY358" fmla="*/ 2938035 h 6855225"/>
              <a:gd name="connsiteX359" fmla="*/ 12199796 w 12199799"/>
              <a:gd name="connsiteY359" fmla="*/ 3391323 h 6855225"/>
              <a:gd name="connsiteX360" fmla="*/ 4042789 w 12199799"/>
              <a:gd name="connsiteY360" fmla="*/ 2484731 h 6855225"/>
              <a:gd name="connsiteX361" fmla="*/ 3261236 w 12199799"/>
              <a:gd name="connsiteY361" fmla="*/ 2938029 h 6855225"/>
              <a:gd name="connsiteX362" fmla="*/ 4042789 w 12199799"/>
              <a:gd name="connsiteY362" fmla="*/ 3391323 h 6855225"/>
              <a:gd name="connsiteX363" fmla="*/ 4076405 w 12199799"/>
              <a:gd name="connsiteY363" fmla="*/ 2484731 h 6855225"/>
              <a:gd name="connsiteX364" fmla="*/ 4076405 w 12199799"/>
              <a:gd name="connsiteY364" fmla="*/ 3391321 h 6855225"/>
              <a:gd name="connsiteX365" fmla="*/ 4857958 w 12199799"/>
              <a:gd name="connsiteY365" fmla="*/ 2938027 h 6855225"/>
              <a:gd name="connsiteX366" fmla="*/ 5673129 w 12199799"/>
              <a:gd name="connsiteY366" fmla="*/ 2484731 h 6855225"/>
              <a:gd name="connsiteX367" fmla="*/ 4891576 w 12199799"/>
              <a:gd name="connsiteY367" fmla="*/ 2938029 h 6855225"/>
              <a:gd name="connsiteX368" fmla="*/ 5673129 w 12199799"/>
              <a:gd name="connsiteY368" fmla="*/ 3391321 h 6855225"/>
              <a:gd name="connsiteX369" fmla="*/ 5708521 w 12199799"/>
              <a:gd name="connsiteY369" fmla="*/ 2484729 h 6855225"/>
              <a:gd name="connsiteX370" fmla="*/ 5708521 w 12199799"/>
              <a:gd name="connsiteY370" fmla="*/ 3391321 h 6855225"/>
              <a:gd name="connsiteX371" fmla="*/ 6490069 w 12199799"/>
              <a:gd name="connsiteY371" fmla="*/ 2938026 h 6855225"/>
              <a:gd name="connsiteX372" fmla="*/ 781554 w 12199799"/>
              <a:gd name="connsiteY372" fmla="*/ 2484725 h 6855225"/>
              <a:gd name="connsiteX373" fmla="*/ 1 w 12199799"/>
              <a:gd name="connsiteY373" fmla="*/ 2938024 h 6855225"/>
              <a:gd name="connsiteX374" fmla="*/ 781554 w 12199799"/>
              <a:gd name="connsiteY374" fmla="*/ 3391320 h 6855225"/>
              <a:gd name="connsiteX375" fmla="*/ 815170 w 12199799"/>
              <a:gd name="connsiteY375" fmla="*/ 2484723 h 6855225"/>
              <a:gd name="connsiteX376" fmla="*/ 815170 w 12199799"/>
              <a:gd name="connsiteY376" fmla="*/ 3391320 h 6855225"/>
              <a:gd name="connsiteX377" fmla="*/ 1596723 w 12199799"/>
              <a:gd name="connsiteY377" fmla="*/ 2938021 h 6855225"/>
              <a:gd name="connsiteX378" fmla="*/ 2411894 w 12199799"/>
              <a:gd name="connsiteY378" fmla="*/ 2484723 h 6855225"/>
              <a:gd name="connsiteX379" fmla="*/ 1630341 w 12199799"/>
              <a:gd name="connsiteY379" fmla="*/ 2938023 h 6855225"/>
              <a:gd name="connsiteX380" fmla="*/ 2411894 w 12199799"/>
              <a:gd name="connsiteY380" fmla="*/ 3391320 h 6855225"/>
              <a:gd name="connsiteX381" fmla="*/ 2447286 w 12199799"/>
              <a:gd name="connsiteY381" fmla="*/ 2484721 h 6855225"/>
              <a:gd name="connsiteX382" fmla="*/ 2447286 w 12199799"/>
              <a:gd name="connsiteY382" fmla="*/ 3391320 h 6855225"/>
              <a:gd name="connsiteX383" fmla="*/ 3228839 w 12199799"/>
              <a:gd name="connsiteY383" fmla="*/ 2938021 h 6855225"/>
              <a:gd name="connsiteX384" fmla="*/ 9752510 w 12199799"/>
              <a:gd name="connsiteY384" fmla="*/ 1989995 h 6855225"/>
              <a:gd name="connsiteX385" fmla="*/ 8970960 w 12199799"/>
              <a:gd name="connsiteY385" fmla="*/ 2443295 h 6855225"/>
              <a:gd name="connsiteX386" fmla="*/ 9752510 w 12199799"/>
              <a:gd name="connsiteY386" fmla="*/ 2896592 h 6855225"/>
              <a:gd name="connsiteX387" fmla="*/ 6523688 w 12199799"/>
              <a:gd name="connsiteY387" fmla="*/ 1989994 h 6855225"/>
              <a:gd name="connsiteX388" fmla="*/ 6523688 w 12199799"/>
              <a:gd name="connsiteY388" fmla="*/ 2896592 h 6855225"/>
              <a:gd name="connsiteX389" fmla="*/ 7305243 w 12199799"/>
              <a:gd name="connsiteY389" fmla="*/ 2443295 h 6855225"/>
              <a:gd name="connsiteX390" fmla="*/ 8120394 w 12199799"/>
              <a:gd name="connsiteY390" fmla="*/ 1989992 h 6855225"/>
              <a:gd name="connsiteX391" fmla="*/ 7338859 w 12199799"/>
              <a:gd name="connsiteY391" fmla="*/ 2443293 h 6855225"/>
              <a:gd name="connsiteX392" fmla="*/ 8120394 w 12199799"/>
              <a:gd name="connsiteY392" fmla="*/ 2896591 h 6855225"/>
              <a:gd name="connsiteX393" fmla="*/ 8154013 w 12199799"/>
              <a:gd name="connsiteY393" fmla="*/ 1989992 h 6855225"/>
              <a:gd name="connsiteX394" fmla="*/ 8154013 w 12199799"/>
              <a:gd name="connsiteY394" fmla="*/ 2896591 h 6855225"/>
              <a:gd name="connsiteX395" fmla="*/ 8935564 w 12199799"/>
              <a:gd name="connsiteY395" fmla="*/ 2443293 h 6855225"/>
              <a:gd name="connsiteX396" fmla="*/ 9786127 w 12199799"/>
              <a:gd name="connsiteY396" fmla="*/ 1989991 h 6855225"/>
              <a:gd name="connsiteX397" fmla="*/ 9786127 w 12199799"/>
              <a:gd name="connsiteY397" fmla="*/ 2896589 h 6855225"/>
              <a:gd name="connsiteX398" fmla="*/ 10567678 w 12199799"/>
              <a:gd name="connsiteY398" fmla="*/ 2443292 h 6855225"/>
              <a:gd name="connsiteX399" fmla="*/ 11384626 w 12199799"/>
              <a:gd name="connsiteY399" fmla="*/ 1989989 h 6855225"/>
              <a:gd name="connsiteX400" fmla="*/ 10603074 w 12199799"/>
              <a:gd name="connsiteY400" fmla="*/ 2443289 h 6855225"/>
              <a:gd name="connsiteX401" fmla="*/ 11384626 w 12199799"/>
              <a:gd name="connsiteY401" fmla="*/ 2896587 h 6855225"/>
              <a:gd name="connsiteX402" fmla="*/ 11418245 w 12199799"/>
              <a:gd name="connsiteY402" fmla="*/ 1989989 h 6855225"/>
              <a:gd name="connsiteX403" fmla="*/ 11418245 w 12199799"/>
              <a:gd name="connsiteY403" fmla="*/ 2896588 h 6855225"/>
              <a:gd name="connsiteX404" fmla="*/ 12199795 w 12199799"/>
              <a:gd name="connsiteY404" fmla="*/ 2443289 h 6855225"/>
              <a:gd name="connsiteX405" fmla="*/ 3261235 w 12199799"/>
              <a:gd name="connsiteY405" fmla="*/ 1989983 h 6855225"/>
              <a:gd name="connsiteX406" fmla="*/ 3261235 w 12199799"/>
              <a:gd name="connsiteY406" fmla="*/ 2896583 h 6855225"/>
              <a:gd name="connsiteX407" fmla="*/ 4042787 w 12199799"/>
              <a:gd name="connsiteY407" fmla="*/ 2443283 h 6855225"/>
              <a:gd name="connsiteX408" fmla="*/ 4857957 w 12199799"/>
              <a:gd name="connsiteY408" fmla="*/ 1989982 h 6855225"/>
              <a:gd name="connsiteX409" fmla="*/ 4076405 w 12199799"/>
              <a:gd name="connsiteY409" fmla="*/ 2443281 h 6855225"/>
              <a:gd name="connsiteX410" fmla="*/ 4857957 w 12199799"/>
              <a:gd name="connsiteY410" fmla="*/ 2896581 h 6855225"/>
              <a:gd name="connsiteX411" fmla="*/ 4891576 w 12199799"/>
              <a:gd name="connsiteY411" fmla="*/ 1989982 h 6855225"/>
              <a:gd name="connsiteX412" fmla="*/ 4891576 w 12199799"/>
              <a:gd name="connsiteY412" fmla="*/ 2896581 h 6855225"/>
              <a:gd name="connsiteX413" fmla="*/ 5673128 w 12199799"/>
              <a:gd name="connsiteY413" fmla="*/ 2443281 h 6855225"/>
              <a:gd name="connsiteX414" fmla="*/ 6490069 w 12199799"/>
              <a:gd name="connsiteY414" fmla="*/ 1989981 h 6855225"/>
              <a:gd name="connsiteX415" fmla="*/ 5708521 w 12199799"/>
              <a:gd name="connsiteY415" fmla="*/ 2443280 h 6855225"/>
              <a:gd name="connsiteX416" fmla="*/ 6490069 w 12199799"/>
              <a:gd name="connsiteY416" fmla="*/ 2896580 h 6855225"/>
              <a:gd name="connsiteX417" fmla="*/ 0 w 12199799"/>
              <a:gd name="connsiteY417" fmla="*/ 1989976 h 6855225"/>
              <a:gd name="connsiteX418" fmla="*/ 0 w 12199799"/>
              <a:gd name="connsiteY418" fmla="*/ 2896577 h 6855225"/>
              <a:gd name="connsiteX419" fmla="*/ 781552 w 12199799"/>
              <a:gd name="connsiteY419" fmla="*/ 2443276 h 6855225"/>
              <a:gd name="connsiteX420" fmla="*/ 1596722 w 12199799"/>
              <a:gd name="connsiteY420" fmla="*/ 1989975 h 6855225"/>
              <a:gd name="connsiteX421" fmla="*/ 815170 w 12199799"/>
              <a:gd name="connsiteY421" fmla="*/ 2443275 h 6855225"/>
              <a:gd name="connsiteX422" fmla="*/ 1596722 w 12199799"/>
              <a:gd name="connsiteY422" fmla="*/ 2896575 h 6855225"/>
              <a:gd name="connsiteX423" fmla="*/ 1630341 w 12199799"/>
              <a:gd name="connsiteY423" fmla="*/ 1989975 h 6855225"/>
              <a:gd name="connsiteX424" fmla="*/ 1630341 w 12199799"/>
              <a:gd name="connsiteY424" fmla="*/ 2896576 h 6855225"/>
              <a:gd name="connsiteX425" fmla="*/ 2411893 w 12199799"/>
              <a:gd name="connsiteY425" fmla="*/ 2443276 h 6855225"/>
              <a:gd name="connsiteX426" fmla="*/ 3228838 w 12199799"/>
              <a:gd name="connsiteY426" fmla="*/ 1989974 h 6855225"/>
              <a:gd name="connsiteX427" fmla="*/ 2447286 w 12199799"/>
              <a:gd name="connsiteY427" fmla="*/ 2443273 h 6855225"/>
              <a:gd name="connsiteX428" fmla="*/ 3228838 w 12199799"/>
              <a:gd name="connsiteY428" fmla="*/ 2896575 h 6855225"/>
              <a:gd name="connsiteX429" fmla="*/ 7305243 w 12199799"/>
              <a:gd name="connsiteY429" fmla="*/ 1503884 h 6855225"/>
              <a:gd name="connsiteX430" fmla="*/ 6523688 w 12199799"/>
              <a:gd name="connsiteY430" fmla="*/ 1957188 h 6855225"/>
              <a:gd name="connsiteX431" fmla="*/ 7305243 w 12199799"/>
              <a:gd name="connsiteY431" fmla="*/ 2410485 h 6855225"/>
              <a:gd name="connsiteX432" fmla="*/ 7338859 w 12199799"/>
              <a:gd name="connsiteY432" fmla="*/ 1503883 h 6855225"/>
              <a:gd name="connsiteX433" fmla="*/ 7338859 w 12199799"/>
              <a:gd name="connsiteY433" fmla="*/ 2410484 h 6855225"/>
              <a:gd name="connsiteX434" fmla="*/ 8120395 w 12199799"/>
              <a:gd name="connsiteY434" fmla="*/ 1957186 h 6855225"/>
              <a:gd name="connsiteX435" fmla="*/ 8935566 w 12199799"/>
              <a:gd name="connsiteY435" fmla="*/ 1503883 h 6855225"/>
              <a:gd name="connsiteX436" fmla="*/ 8154014 w 12199799"/>
              <a:gd name="connsiteY436" fmla="*/ 1957188 h 6855225"/>
              <a:gd name="connsiteX437" fmla="*/ 8935566 w 12199799"/>
              <a:gd name="connsiteY437" fmla="*/ 2410484 h 6855225"/>
              <a:gd name="connsiteX438" fmla="*/ 10567680 w 12199799"/>
              <a:gd name="connsiteY438" fmla="*/ 1503881 h 6855225"/>
              <a:gd name="connsiteX439" fmla="*/ 9786128 w 12199799"/>
              <a:gd name="connsiteY439" fmla="*/ 1957185 h 6855225"/>
              <a:gd name="connsiteX440" fmla="*/ 10567680 w 12199799"/>
              <a:gd name="connsiteY440" fmla="*/ 2410481 h 6855225"/>
              <a:gd name="connsiteX441" fmla="*/ 8970959 w 12199799"/>
              <a:gd name="connsiteY441" fmla="*/ 1503881 h 6855225"/>
              <a:gd name="connsiteX442" fmla="*/ 8970959 w 12199799"/>
              <a:gd name="connsiteY442" fmla="*/ 2410481 h 6855225"/>
              <a:gd name="connsiteX443" fmla="*/ 9752511 w 12199799"/>
              <a:gd name="connsiteY443" fmla="*/ 1957184 h 6855225"/>
              <a:gd name="connsiteX444" fmla="*/ 10603073 w 12199799"/>
              <a:gd name="connsiteY444" fmla="*/ 1503879 h 6855225"/>
              <a:gd name="connsiteX445" fmla="*/ 10603073 w 12199799"/>
              <a:gd name="connsiteY445" fmla="*/ 2410480 h 6855225"/>
              <a:gd name="connsiteX446" fmla="*/ 11384627 w 12199799"/>
              <a:gd name="connsiteY446" fmla="*/ 1957182 h 6855225"/>
              <a:gd name="connsiteX447" fmla="*/ 12199796 w 12199799"/>
              <a:gd name="connsiteY447" fmla="*/ 1503879 h 6855225"/>
              <a:gd name="connsiteX448" fmla="*/ 11418245 w 12199799"/>
              <a:gd name="connsiteY448" fmla="*/ 1957183 h 6855225"/>
              <a:gd name="connsiteX449" fmla="*/ 12199796 w 12199799"/>
              <a:gd name="connsiteY449" fmla="*/ 2410480 h 6855225"/>
              <a:gd name="connsiteX450" fmla="*/ 4042789 w 12199799"/>
              <a:gd name="connsiteY450" fmla="*/ 1503874 h 6855225"/>
              <a:gd name="connsiteX451" fmla="*/ 3261236 w 12199799"/>
              <a:gd name="connsiteY451" fmla="*/ 1957177 h 6855225"/>
              <a:gd name="connsiteX452" fmla="*/ 4042789 w 12199799"/>
              <a:gd name="connsiteY452" fmla="*/ 2410474 h 6855225"/>
              <a:gd name="connsiteX453" fmla="*/ 4076405 w 12199799"/>
              <a:gd name="connsiteY453" fmla="*/ 1503873 h 6855225"/>
              <a:gd name="connsiteX454" fmla="*/ 4076405 w 12199799"/>
              <a:gd name="connsiteY454" fmla="*/ 2410472 h 6855225"/>
              <a:gd name="connsiteX455" fmla="*/ 4857958 w 12199799"/>
              <a:gd name="connsiteY455" fmla="*/ 1957175 h 6855225"/>
              <a:gd name="connsiteX456" fmla="*/ 5673129 w 12199799"/>
              <a:gd name="connsiteY456" fmla="*/ 1503873 h 6855225"/>
              <a:gd name="connsiteX457" fmla="*/ 4891576 w 12199799"/>
              <a:gd name="connsiteY457" fmla="*/ 1957176 h 6855225"/>
              <a:gd name="connsiteX458" fmla="*/ 5673129 w 12199799"/>
              <a:gd name="connsiteY458" fmla="*/ 2410472 h 6855225"/>
              <a:gd name="connsiteX459" fmla="*/ 5708521 w 12199799"/>
              <a:gd name="connsiteY459" fmla="*/ 1503872 h 6855225"/>
              <a:gd name="connsiteX460" fmla="*/ 5708521 w 12199799"/>
              <a:gd name="connsiteY460" fmla="*/ 2410471 h 6855225"/>
              <a:gd name="connsiteX461" fmla="*/ 6490069 w 12199799"/>
              <a:gd name="connsiteY461" fmla="*/ 1957174 h 6855225"/>
              <a:gd name="connsiteX462" fmla="*/ 781554 w 12199799"/>
              <a:gd name="connsiteY462" fmla="*/ 1503868 h 6855225"/>
              <a:gd name="connsiteX463" fmla="*/ 1 w 12199799"/>
              <a:gd name="connsiteY463" fmla="*/ 1957170 h 6855225"/>
              <a:gd name="connsiteX464" fmla="*/ 781554 w 12199799"/>
              <a:gd name="connsiteY464" fmla="*/ 2410469 h 6855225"/>
              <a:gd name="connsiteX465" fmla="*/ 2411894 w 12199799"/>
              <a:gd name="connsiteY465" fmla="*/ 1503867 h 6855225"/>
              <a:gd name="connsiteX466" fmla="*/ 1630341 w 12199799"/>
              <a:gd name="connsiteY466" fmla="*/ 1957169 h 6855225"/>
              <a:gd name="connsiteX467" fmla="*/ 2411894 w 12199799"/>
              <a:gd name="connsiteY467" fmla="*/ 2410468 h 6855225"/>
              <a:gd name="connsiteX468" fmla="*/ 815170 w 12199799"/>
              <a:gd name="connsiteY468" fmla="*/ 1503867 h 6855225"/>
              <a:gd name="connsiteX469" fmla="*/ 815170 w 12199799"/>
              <a:gd name="connsiteY469" fmla="*/ 2410468 h 6855225"/>
              <a:gd name="connsiteX470" fmla="*/ 1596723 w 12199799"/>
              <a:gd name="connsiteY470" fmla="*/ 1957168 h 6855225"/>
              <a:gd name="connsiteX471" fmla="*/ 2447286 w 12199799"/>
              <a:gd name="connsiteY471" fmla="*/ 1503866 h 6855225"/>
              <a:gd name="connsiteX472" fmla="*/ 2447286 w 12199799"/>
              <a:gd name="connsiteY472" fmla="*/ 2410467 h 6855225"/>
              <a:gd name="connsiteX473" fmla="*/ 3228839 w 12199799"/>
              <a:gd name="connsiteY473" fmla="*/ 1957166 h 6855225"/>
              <a:gd name="connsiteX474" fmla="*/ 6523688 w 12199799"/>
              <a:gd name="connsiteY474" fmla="*/ 1009133 h 6855225"/>
              <a:gd name="connsiteX475" fmla="*/ 6523688 w 12199799"/>
              <a:gd name="connsiteY475" fmla="*/ 1915742 h 6855225"/>
              <a:gd name="connsiteX476" fmla="*/ 7305243 w 12199799"/>
              <a:gd name="connsiteY476" fmla="*/ 1462437 h 6855225"/>
              <a:gd name="connsiteX477" fmla="*/ 8120394 w 12199799"/>
              <a:gd name="connsiteY477" fmla="*/ 1009133 h 6855225"/>
              <a:gd name="connsiteX478" fmla="*/ 7338859 w 12199799"/>
              <a:gd name="connsiteY478" fmla="*/ 1462436 h 6855225"/>
              <a:gd name="connsiteX479" fmla="*/ 8120394 w 12199799"/>
              <a:gd name="connsiteY479" fmla="*/ 1915740 h 6855225"/>
              <a:gd name="connsiteX480" fmla="*/ 8154013 w 12199799"/>
              <a:gd name="connsiteY480" fmla="*/ 1009132 h 6855225"/>
              <a:gd name="connsiteX481" fmla="*/ 8154013 w 12199799"/>
              <a:gd name="connsiteY481" fmla="*/ 1915741 h 6855225"/>
              <a:gd name="connsiteX482" fmla="*/ 8935564 w 12199799"/>
              <a:gd name="connsiteY482" fmla="*/ 1462436 h 6855225"/>
              <a:gd name="connsiteX483" fmla="*/ 9752510 w 12199799"/>
              <a:gd name="connsiteY483" fmla="*/ 1009131 h 6855225"/>
              <a:gd name="connsiteX484" fmla="*/ 8970960 w 12199799"/>
              <a:gd name="connsiteY484" fmla="*/ 1462434 h 6855225"/>
              <a:gd name="connsiteX485" fmla="*/ 9752510 w 12199799"/>
              <a:gd name="connsiteY485" fmla="*/ 1915739 h 6855225"/>
              <a:gd name="connsiteX486" fmla="*/ 9786127 w 12199799"/>
              <a:gd name="connsiteY486" fmla="*/ 1009131 h 6855225"/>
              <a:gd name="connsiteX487" fmla="*/ 9786127 w 12199799"/>
              <a:gd name="connsiteY487" fmla="*/ 1915739 h 6855225"/>
              <a:gd name="connsiteX488" fmla="*/ 10567678 w 12199799"/>
              <a:gd name="connsiteY488" fmla="*/ 1462435 h 6855225"/>
              <a:gd name="connsiteX489" fmla="*/ 11384626 w 12199799"/>
              <a:gd name="connsiteY489" fmla="*/ 1009130 h 6855225"/>
              <a:gd name="connsiteX490" fmla="*/ 10603074 w 12199799"/>
              <a:gd name="connsiteY490" fmla="*/ 1462432 h 6855225"/>
              <a:gd name="connsiteX491" fmla="*/ 11384626 w 12199799"/>
              <a:gd name="connsiteY491" fmla="*/ 1915737 h 6855225"/>
              <a:gd name="connsiteX492" fmla="*/ 11418245 w 12199799"/>
              <a:gd name="connsiteY492" fmla="*/ 1009129 h 6855225"/>
              <a:gd name="connsiteX493" fmla="*/ 11418245 w 12199799"/>
              <a:gd name="connsiteY493" fmla="*/ 1915737 h 6855225"/>
              <a:gd name="connsiteX494" fmla="*/ 12199795 w 12199799"/>
              <a:gd name="connsiteY494" fmla="*/ 1462433 h 6855225"/>
              <a:gd name="connsiteX495" fmla="*/ 3261235 w 12199799"/>
              <a:gd name="connsiteY495" fmla="*/ 1009125 h 6855225"/>
              <a:gd name="connsiteX496" fmla="*/ 3261235 w 12199799"/>
              <a:gd name="connsiteY496" fmla="*/ 1915731 h 6855225"/>
              <a:gd name="connsiteX497" fmla="*/ 4042787 w 12199799"/>
              <a:gd name="connsiteY497" fmla="*/ 1462428 h 6855225"/>
              <a:gd name="connsiteX498" fmla="*/ 4857957 w 12199799"/>
              <a:gd name="connsiteY498" fmla="*/ 1009125 h 6855225"/>
              <a:gd name="connsiteX499" fmla="*/ 4076405 w 12199799"/>
              <a:gd name="connsiteY499" fmla="*/ 1462427 h 6855225"/>
              <a:gd name="connsiteX500" fmla="*/ 4857957 w 12199799"/>
              <a:gd name="connsiteY500" fmla="*/ 1915729 h 6855225"/>
              <a:gd name="connsiteX501" fmla="*/ 4891576 w 12199799"/>
              <a:gd name="connsiteY501" fmla="*/ 1009124 h 6855225"/>
              <a:gd name="connsiteX502" fmla="*/ 4891576 w 12199799"/>
              <a:gd name="connsiteY502" fmla="*/ 1915730 h 6855225"/>
              <a:gd name="connsiteX503" fmla="*/ 5673128 w 12199799"/>
              <a:gd name="connsiteY503" fmla="*/ 1462427 h 6855225"/>
              <a:gd name="connsiteX504" fmla="*/ 6490069 w 12199799"/>
              <a:gd name="connsiteY504" fmla="*/ 1009123 h 6855225"/>
              <a:gd name="connsiteX505" fmla="*/ 5708521 w 12199799"/>
              <a:gd name="connsiteY505" fmla="*/ 1462425 h 6855225"/>
              <a:gd name="connsiteX506" fmla="*/ 6490069 w 12199799"/>
              <a:gd name="connsiteY506" fmla="*/ 1915727 h 6855225"/>
              <a:gd name="connsiteX507" fmla="*/ 0 w 12199799"/>
              <a:gd name="connsiteY507" fmla="*/ 1009120 h 6855225"/>
              <a:gd name="connsiteX508" fmla="*/ 0 w 12199799"/>
              <a:gd name="connsiteY508" fmla="*/ 1915724 h 6855225"/>
              <a:gd name="connsiteX509" fmla="*/ 781552 w 12199799"/>
              <a:gd name="connsiteY509" fmla="*/ 1462422 h 6855225"/>
              <a:gd name="connsiteX510" fmla="*/ 1596722 w 12199799"/>
              <a:gd name="connsiteY510" fmla="*/ 1009119 h 6855225"/>
              <a:gd name="connsiteX511" fmla="*/ 815170 w 12199799"/>
              <a:gd name="connsiteY511" fmla="*/ 1462420 h 6855225"/>
              <a:gd name="connsiteX512" fmla="*/ 1596722 w 12199799"/>
              <a:gd name="connsiteY512" fmla="*/ 1915722 h 6855225"/>
              <a:gd name="connsiteX513" fmla="*/ 1630341 w 12199799"/>
              <a:gd name="connsiteY513" fmla="*/ 1009119 h 6855225"/>
              <a:gd name="connsiteX514" fmla="*/ 1630341 w 12199799"/>
              <a:gd name="connsiteY514" fmla="*/ 1915722 h 6855225"/>
              <a:gd name="connsiteX515" fmla="*/ 2411893 w 12199799"/>
              <a:gd name="connsiteY515" fmla="*/ 1462420 h 6855225"/>
              <a:gd name="connsiteX516" fmla="*/ 3228838 w 12199799"/>
              <a:gd name="connsiteY516" fmla="*/ 1009118 h 6855225"/>
              <a:gd name="connsiteX517" fmla="*/ 2447286 w 12199799"/>
              <a:gd name="connsiteY517" fmla="*/ 1462419 h 6855225"/>
              <a:gd name="connsiteX518" fmla="*/ 3228838 w 12199799"/>
              <a:gd name="connsiteY518" fmla="*/ 1915720 h 6855225"/>
              <a:gd name="connsiteX519" fmla="*/ 7305243 w 12199799"/>
              <a:gd name="connsiteY519" fmla="*/ 520440 h 6855225"/>
              <a:gd name="connsiteX520" fmla="*/ 6523688 w 12199799"/>
              <a:gd name="connsiteY520" fmla="*/ 973739 h 6855225"/>
              <a:gd name="connsiteX521" fmla="*/ 7305243 w 12199799"/>
              <a:gd name="connsiteY521" fmla="*/ 1427041 h 6855225"/>
              <a:gd name="connsiteX522" fmla="*/ 8935566 w 12199799"/>
              <a:gd name="connsiteY522" fmla="*/ 520439 h 6855225"/>
              <a:gd name="connsiteX523" fmla="*/ 8154014 w 12199799"/>
              <a:gd name="connsiteY523" fmla="*/ 973739 h 6855225"/>
              <a:gd name="connsiteX524" fmla="*/ 8935566 w 12199799"/>
              <a:gd name="connsiteY524" fmla="*/ 1427041 h 6855225"/>
              <a:gd name="connsiteX525" fmla="*/ 7338859 w 12199799"/>
              <a:gd name="connsiteY525" fmla="*/ 520439 h 6855225"/>
              <a:gd name="connsiteX526" fmla="*/ 7338859 w 12199799"/>
              <a:gd name="connsiteY526" fmla="*/ 1427041 h 6855225"/>
              <a:gd name="connsiteX527" fmla="*/ 8120395 w 12199799"/>
              <a:gd name="connsiteY527" fmla="*/ 973738 h 6855225"/>
              <a:gd name="connsiteX528" fmla="*/ 8970959 w 12199799"/>
              <a:gd name="connsiteY528" fmla="*/ 520437 h 6855225"/>
              <a:gd name="connsiteX529" fmla="*/ 8970959 w 12199799"/>
              <a:gd name="connsiteY529" fmla="*/ 1427040 h 6855225"/>
              <a:gd name="connsiteX530" fmla="*/ 9752511 w 12199799"/>
              <a:gd name="connsiteY530" fmla="*/ 973736 h 6855225"/>
              <a:gd name="connsiteX531" fmla="*/ 10567680 w 12199799"/>
              <a:gd name="connsiteY531" fmla="*/ 520437 h 6855225"/>
              <a:gd name="connsiteX532" fmla="*/ 9786128 w 12199799"/>
              <a:gd name="connsiteY532" fmla="*/ 973737 h 6855225"/>
              <a:gd name="connsiteX533" fmla="*/ 10567680 w 12199799"/>
              <a:gd name="connsiteY533" fmla="*/ 1427040 h 6855225"/>
              <a:gd name="connsiteX534" fmla="*/ 10603073 w 12199799"/>
              <a:gd name="connsiteY534" fmla="*/ 520436 h 6855225"/>
              <a:gd name="connsiteX535" fmla="*/ 10603073 w 12199799"/>
              <a:gd name="connsiteY535" fmla="*/ 1427037 h 6855225"/>
              <a:gd name="connsiteX536" fmla="*/ 11384626 w 12199799"/>
              <a:gd name="connsiteY536" fmla="*/ 973735 h 6855225"/>
              <a:gd name="connsiteX537" fmla="*/ 12199795 w 12199799"/>
              <a:gd name="connsiteY537" fmla="*/ 520436 h 6855225"/>
              <a:gd name="connsiteX538" fmla="*/ 11418245 w 12199799"/>
              <a:gd name="connsiteY538" fmla="*/ 973736 h 6855225"/>
              <a:gd name="connsiteX539" fmla="*/ 12199795 w 12199799"/>
              <a:gd name="connsiteY539" fmla="*/ 1427037 h 6855225"/>
              <a:gd name="connsiteX540" fmla="*/ 4042789 w 12199799"/>
              <a:gd name="connsiteY540" fmla="*/ 520431 h 6855225"/>
              <a:gd name="connsiteX541" fmla="*/ 3261236 w 12199799"/>
              <a:gd name="connsiteY541" fmla="*/ 973731 h 6855225"/>
              <a:gd name="connsiteX542" fmla="*/ 4042789 w 12199799"/>
              <a:gd name="connsiteY542" fmla="*/ 1427033 h 6855225"/>
              <a:gd name="connsiteX543" fmla="*/ 5673129 w 12199799"/>
              <a:gd name="connsiteY543" fmla="*/ 520430 h 6855225"/>
              <a:gd name="connsiteX544" fmla="*/ 4891576 w 12199799"/>
              <a:gd name="connsiteY544" fmla="*/ 973730 h 6855225"/>
              <a:gd name="connsiteX545" fmla="*/ 5673129 w 12199799"/>
              <a:gd name="connsiteY545" fmla="*/ 1427032 h 6855225"/>
              <a:gd name="connsiteX546" fmla="*/ 4076405 w 12199799"/>
              <a:gd name="connsiteY546" fmla="*/ 520430 h 6855225"/>
              <a:gd name="connsiteX547" fmla="*/ 4076405 w 12199799"/>
              <a:gd name="connsiteY547" fmla="*/ 1427032 h 6855225"/>
              <a:gd name="connsiteX548" fmla="*/ 4857958 w 12199799"/>
              <a:gd name="connsiteY548" fmla="*/ 973729 h 6855225"/>
              <a:gd name="connsiteX549" fmla="*/ 5708521 w 12199799"/>
              <a:gd name="connsiteY549" fmla="*/ 520429 h 6855225"/>
              <a:gd name="connsiteX550" fmla="*/ 5708521 w 12199799"/>
              <a:gd name="connsiteY550" fmla="*/ 1427030 h 6855225"/>
              <a:gd name="connsiteX551" fmla="*/ 6490069 w 12199799"/>
              <a:gd name="connsiteY551" fmla="*/ 973728 h 6855225"/>
              <a:gd name="connsiteX552" fmla="*/ 781554 w 12199799"/>
              <a:gd name="connsiteY552" fmla="*/ 520425 h 6855225"/>
              <a:gd name="connsiteX553" fmla="*/ 1 w 12199799"/>
              <a:gd name="connsiteY553" fmla="*/ 973726 h 6855225"/>
              <a:gd name="connsiteX554" fmla="*/ 781554 w 12199799"/>
              <a:gd name="connsiteY554" fmla="*/ 1427027 h 6855225"/>
              <a:gd name="connsiteX555" fmla="*/ 2411894 w 12199799"/>
              <a:gd name="connsiteY555" fmla="*/ 520424 h 6855225"/>
              <a:gd name="connsiteX556" fmla="*/ 1630341 w 12199799"/>
              <a:gd name="connsiteY556" fmla="*/ 973725 h 6855225"/>
              <a:gd name="connsiteX557" fmla="*/ 2411894 w 12199799"/>
              <a:gd name="connsiteY557" fmla="*/ 1427026 h 6855225"/>
              <a:gd name="connsiteX558" fmla="*/ 815170 w 12199799"/>
              <a:gd name="connsiteY558" fmla="*/ 520424 h 6855225"/>
              <a:gd name="connsiteX559" fmla="*/ 815170 w 12199799"/>
              <a:gd name="connsiteY559" fmla="*/ 1427026 h 6855225"/>
              <a:gd name="connsiteX560" fmla="*/ 1596723 w 12199799"/>
              <a:gd name="connsiteY560" fmla="*/ 973724 h 6855225"/>
              <a:gd name="connsiteX561" fmla="*/ 2447286 w 12199799"/>
              <a:gd name="connsiteY561" fmla="*/ 520423 h 6855225"/>
              <a:gd name="connsiteX562" fmla="*/ 2447286 w 12199799"/>
              <a:gd name="connsiteY562" fmla="*/ 1427024 h 6855225"/>
              <a:gd name="connsiteX563" fmla="*/ 3228839 w 12199799"/>
              <a:gd name="connsiteY563" fmla="*/ 973723 h 6855225"/>
              <a:gd name="connsiteX564" fmla="*/ 6523688 w 12199799"/>
              <a:gd name="connsiteY564" fmla="*/ 25693 h 6855225"/>
              <a:gd name="connsiteX565" fmla="*/ 6523688 w 12199799"/>
              <a:gd name="connsiteY565" fmla="*/ 932293 h 6855225"/>
              <a:gd name="connsiteX566" fmla="*/ 7305243 w 12199799"/>
              <a:gd name="connsiteY566" fmla="*/ 478993 h 6855225"/>
              <a:gd name="connsiteX567" fmla="*/ 8120394 w 12199799"/>
              <a:gd name="connsiteY567" fmla="*/ 25693 h 6855225"/>
              <a:gd name="connsiteX568" fmla="*/ 7338859 w 12199799"/>
              <a:gd name="connsiteY568" fmla="*/ 478992 h 6855225"/>
              <a:gd name="connsiteX569" fmla="*/ 8120394 w 12199799"/>
              <a:gd name="connsiteY569" fmla="*/ 932291 h 6855225"/>
              <a:gd name="connsiteX570" fmla="*/ 8154013 w 12199799"/>
              <a:gd name="connsiteY570" fmla="*/ 25692 h 6855225"/>
              <a:gd name="connsiteX571" fmla="*/ 8154013 w 12199799"/>
              <a:gd name="connsiteY571" fmla="*/ 932292 h 6855225"/>
              <a:gd name="connsiteX572" fmla="*/ 8935564 w 12199799"/>
              <a:gd name="connsiteY572" fmla="*/ 478992 h 6855225"/>
              <a:gd name="connsiteX573" fmla="*/ 9752510 w 12199799"/>
              <a:gd name="connsiteY573" fmla="*/ 25691 h 6855225"/>
              <a:gd name="connsiteX574" fmla="*/ 8970960 w 12199799"/>
              <a:gd name="connsiteY574" fmla="*/ 478990 h 6855225"/>
              <a:gd name="connsiteX575" fmla="*/ 9752510 w 12199799"/>
              <a:gd name="connsiteY575" fmla="*/ 932290 h 6855225"/>
              <a:gd name="connsiteX576" fmla="*/ 9786127 w 12199799"/>
              <a:gd name="connsiteY576" fmla="*/ 25691 h 6855225"/>
              <a:gd name="connsiteX577" fmla="*/ 9786127 w 12199799"/>
              <a:gd name="connsiteY577" fmla="*/ 932290 h 6855225"/>
              <a:gd name="connsiteX578" fmla="*/ 10567678 w 12199799"/>
              <a:gd name="connsiteY578" fmla="*/ 478990 h 6855225"/>
              <a:gd name="connsiteX579" fmla="*/ 11384626 w 12199799"/>
              <a:gd name="connsiteY579" fmla="*/ 25690 h 6855225"/>
              <a:gd name="connsiteX580" fmla="*/ 10603073 w 12199799"/>
              <a:gd name="connsiteY580" fmla="*/ 478989 h 6855225"/>
              <a:gd name="connsiteX581" fmla="*/ 11384626 w 12199799"/>
              <a:gd name="connsiteY581" fmla="*/ 932289 h 6855225"/>
              <a:gd name="connsiteX582" fmla="*/ 11418244 w 12199799"/>
              <a:gd name="connsiteY582" fmla="*/ 25689 h 6855225"/>
              <a:gd name="connsiteX583" fmla="*/ 11418244 w 12199799"/>
              <a:gd name="connsiteY583" fmla="*/ 932289 h 6855225"/>
              <a:gd name="connsiteX584" fmla="*/ 12199794 w 12199799"/>
              <a:gd name="connsiteY584" fmla="*/ 478989 h 6855225"/>
              <a:gd name="connsiteX585" fmla="*/ 3261235 w 12199799"/>
              <a:gd name="connsiteY585" fmla="*/ 25684 h 6855225"/>
              <a:gd name="connsiteX586" fmla="*/ 3261235 w 12199799"/>
              <a:gd name="connsiteY586" fmla="*/ 932284 h 6855225"/>
              <a:gd name="connsiteX587" fmla="*/ 4042787 w 12199799"/>
              <a:gd name="connsiteY587" fmla="*/ 478984 h 6855225"/>
              <a:gd name="connsiteX588" fmla="*/ 4857957 w 12199799"/>
              <a:gd name="connsiteY588" fmla="*/ 25684 h 6855225"/>
              <a:gd name="connsiteX589" fmla="*/ 4076405 w 12199799"/>
              <a:gd name="connsiteY589" fmla="*/ 478983 h 6855225"/>
              <a:gd name="connsiteX590" fmla="*/ 4857957 w 12199799"/>
              <a:gd name="connsiteY590" fmla="*/ 932283 h 6855225"/>
              <a:gd name="connsiteX591" fmla="*/ 4891576 w 12199799"/>
              <a:gd name="connsiteY591" fmla="*/ 25683 h 6855225"/>
              <a:gd name="connsiteX592" fmla="*/ 4891576 w 12199799"/>
              <a:gd name="connsiteY592" fmla="*/ 932283 h 6855225"/>
              <a:gd name="connsiteX593" fmla="*/ 5673128 w 12199799"/>
              <a:gd name="connsiteY593" fmla="*/ 478983 h 6855225"/>
              <a:gd name="connsiteX594" fmla="*/ 6490069 w 12199799"/>
              <a:gd name="connsiteY594" fmla="*/ 25682 h 6855225"/>
              <a:gd name="connsiteX595" fmla="*/ 5708521 w 12199799"/>
              <a:gd name="connsiteY595" fmla="*/ 478981 h 6855225"/>
              <a:gd name="connsiteX596" fmla="*/ 6490069 w 12199799"/>
              <a:gd name="connsiteY596" fmla="*/ 932282 h 6855225"/>
              <a:gd name="connsiteX597" fmla="*/ 0 w 12199799"/>
              <a:gd name="connsiteY597" fmla="*/ 25678 h 6855225"/>
              <a:gd name="connsiteX598" fmla="*/ 0 w 12199799"/>
              <a:gd name="connsiteY598" fmla="*/ 932279 h 6855225"/>
              <a:gd name="connsiteX599" fmla="*/ 781552 w 12199799"/>
              <a:gd name="connsiteY599" fmla="*/ 478978 h 6855225"/>
              <a:gd name="connsiteX600" fmla="*/ 1596722 w 12199799"/>
              <a:gd name="connsiteY600" fmla="*/ 25677 h 6855225"/>
              <a:gd name="connsiteX601" fmla="*/ 815170 w 12199799"/>
              <a:gd name="connsiteY601" fmla="*/ 478977 h 6855225"/>
              <a:gd name="connsiteX602" fmla="*/ 1596722 w 12199799"/>
              <a:gd name="connsiteY602" fmla="*/ 932278 h 6855225"/>
              <a:gd name="connsiteX603" fmla="*/ 1630341 w 12199799"/>
              <a:gd name="connsiteY603" fmla="*/ 25677 h 6855225"/>
              <a:gd name="connsiteX604" fmla="*/ 1630341 w 12199799"/>
              <a:gd name="connsiteY604" fmla="*/ 932278 h 6855225"/>
              <a:gd name="connsiteX605" fmla="*/ 2411893 w 12199799"/>
              <a:gd name="connsiteY605" fmla="*/ 478978 h 6855225"/>
              <a:gd name="connsiteX606" fmla="*/ 3228838 w 12199799"/>
              <a:gd name="connsiteY606" fmla="*/ 25676 h 6855225"/>
              <a:gd name="connsiteX607" fmla="*/ 2447286 w 12199799"/>
              <a:gd name="connsiteY607" fmla="*/ 478976 h 6855225"/>
              <a:gd name="connsiteX608" fmla="*/ 3228838 w 12199799"/>
              <a:gd name="connsiteY608" fmla="*/ 932276 h 6855225"/>
              <a:gd name="connsiteX609" fmla="*/ 8098742 w 12199799"/>
              <a:gd name="connsiteY609" fmla="*/ 12 h 6855225"/>
              <a:gd name="connsiteX610" fmla="*/ 6544450 w 12199799"/>
              <a:gd name="connsiteY610" fmla="*/ 12 h 6855225"/>
              <a:gd name="connsiteX611" fmla="*/ 7321607 w 12199799"/>
              <a:gd name="connsiteY611" fmla="*/ 445615 h 6855225"/>
              <a:gd name="connsiteX612" fmla="*/ 9729969 w 12199799"/>
              <a:gd name="connsiteY612" fmla="*/ 12 h 6855225"/>
              <a:gd name="connsiteX613" fmla="*/ 8175665 w 12199799"/>
              <a:gd name="connsiteY613" fmla="*/ 12 h 6855225"/>
              <a:gd name="connsiteX614" fmla="*/ 8952816 w 12199799"/>
              <a:gd name="connsiteY614" fmla="*/ 445615 h 6855225"/>
              <a:gd name="connsiteX615" fmla="*/ 11361201 w 12199799"/>
              <a:gd name="connsiteY615" fmla="*/ 12 h 6855225"/>
              <a:gd name="connsiteX616" fmla="*/ 9806891 w 12199799"/>
              <a:gd name="connsiteY616" fmla="*/ 12 h 6855225"/>
              <a:gd name="connsiteX617" fmla="*/ 10584048 w 12199799"/>
              <a:gd name="connsiteY617" fmla="*/ 445615 h 6855225"/>
              <a:gd name="connsiteX618" fmla="*/ 4835861 w 12199799"/>
              <a:gd name="connsiteY618" fmla="*/ 7 h 6855225"/>
              <a:gd name="connsiteX619" fmla="*/ 3281555 w 12199799"/>
              <a:gd name="connsiteY619" fmla="*/ 7 h 6855225"/>
              <a:gd name="connsiteX620" fmla="*/ 4058708 w 12199799"/>
              <a:gd name="connsiteY620" fmla="*/ 445610 h 6855225"/>
              <a:gd name="connsiteX621" fmla="*/ 6467087 w 12199799"/>
              <a:gd name="connsiteY621" fmla="*/ 6 h 6855225"/>
              <a:gd name="connsiteX622" fmla="*/ 4912784 w 12199799"/>
              <a:gd name="connsiteY622" fmla="*/ 6 h 6855225"/>
              <a:gd name="connsiteX623" fmla="*/ 5689937 w 12199799"/>
              <a:gd name="connsiteY623" fmla="*/ 445610 h 6855225"/>
              <a:gd name="connsiteX624" fmla="*/ 1574626 w 12199799"/>
              <a:gd name="connsiteY624" fmla="*/ 1 h 6855225"/>
              <a:gd name="connsiteX625" fmla="*/ 20320 w 12199799"/>
              <a:gd name="connsiteY625" fmla="*/ 1 h 6855225"/>
              <a:gd name="connsiteX626" fmla="*/ 797473 w 12199799"/>
              <a:gd name="connsiteY626" fmla="*/ 445605 h 6855225"/>
              <a:gd name="connsiteX627" fmla="*/ 3205855 w 12199799"/>
              <a:gd name="connsiteY627" fmla="*/ 0 h 6855225"/>
              <a:gd name="connsiteX628" fmla="*/ 1651549 w 12199799"/>
              <a:gd name="connsiteY628" fmla="*/ 0 h 6855225"/>
              <a:gd name="connsiteX629" fmla="*/ 2428702 w 12199799"/>
              <a:gd name="connsiteY629" fmla="*/ 445604 h 6855225"/>
              <a:gd name="connsiteX630" fmla="*/ 12191998 w 12199799"/>
              <a:gd name="connsiteY630" fmla="*/ 0 h 6855225"/>
              <a:gd name="connsiteX631" fmla="*/ 11438139 w 12199799"/>
              <a:gd name="connsiteY631" fmla="*/ 0 h 6855225"/>
              <a:gd name="connsiteX632" fmla="*/ 12191998 w 12199799"/>
              <a:gd name="connsiteY632" fmla="*/ 432248 h 68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</a:cxnLst>
            <a:rect l="l" t="t" r="r" b="b"/>
            <a:pathLst>
              <a:path w="12199799" h="6855225">
                <a:moveTo>
                  <a:pt x="12191972" y="6422977"/>
                </a:moveTo>
                <a:lnTo>
                  <a:pt x="11438115" y="6855225"/>
                </a:lnTo>
                <a:lnTo>
                  <a:pt x="12191972" y="6855225"/>
                </a:lnTo>
                <a:close/>
                <a:moveTo>
                  <a:pt x="797473" y="6406846"/>
                </a:moveTo>
                <a:lnTo>
                  <a:pt x="20320" y="6852450"/>
                </a:lnTo>
                <a:lnTo>
                  <a:pt x="1574626" y="6852450"/>
                </a:lnTo>
                <a:close/>
                <a:moveTo>
                  <a:pt x="2428702" y="6406846"/>
                </a:moveTo>
                <a:lnTo>
                  <a:pt x="1651549" y="6852450"/>
                </a:lnTo>
                <a:lnTo>
                  <a:pt x="3205855" y="6852450"/>
                </a:lnTo>
                <a:close/>
                <a:moveTo>
                  <a:pt x="4058708" y="6406846"/>
                </a:moveTo>
                <a:lnTo>
                  <a:pt x="3281555" y="6852450"/>
                </a:lnTo>
                <a:lnTo>
                  <a:pt x="4835861" y="6852450"/>
                </a:lnTo>
                <a:close/>
                <a:moveTo>
                  <a:pt x="5689937" y="6406846"/>
                </a:moveTo>
                <a:lnTo>
                  <a:pt x="4912784" y="6852450"/>
                </a:lnTo>
                <a:lnTo>
                  <a:pt x="6467087" y="6852450"/>
                </a:lnTo>
                <a:close/>
                <a:moveTo>
                  <a:pt x="7321607" y="6406846"/>
                </a:moveTo>
                <a:lnTo>
                  <a:pt x="6544450" y="6852450"/>
                </a:lnTo>
                <a:lnTo>
                  <a:pt x="8098751" y="6852450"/>
                </a:lnTo>
                <a:close/>
                <a:moveTo>
                  <a:pt x="8952824" y="6406846"/>
                </a:moveTo>
                <a:lnTo>
                  <a:pt x="8175673" y="6852450"/>
                </a:lnTo>
                <a:lnTo>
                  <a:pt x="9729977" y="6852450"/>
                </a:lnTo>
                <a:close/>
                <a:moveTo>
                  <a:pt x="10584056" y="6406846"/>
                </a:moveTo>
                <a:lnTo>
                  <a:pt x="9806900" y="6852450"/>
                </a:lnTo>
                <a:lnTo>
                  <a:pt x="11361208" y="6852450"/>
                </a:lnTo>
                <a:close/>
                <a:moveTo>
                  <a:pt x="1596722" y="5924618"/>
                </a:moveTo>
                <a:lnTo>
                  <a:pt x="815170" y="6377918"/>
                </a:lnTo>
                <a:lnTo>
                  <a:pt x="1596722" y="6831220"/>
                </a:lnTo>
                <a:close/>
                <a:moveTo>
                  <a:pt x="3228838" y="5924618"/>
                </a:moveTo>
                <a:lnTo>
                  <a:pt x="2447286" y="6377918"/>
                </a:lnTo>
                <a:lnTo>
                  <a:pt x="3228838" y="6831220"/>
                </a:lnTo>
                <a:close/>
                <a:moveTo>
                  <a:pt x="4857957" y="5924618"/>
                </a:moveTo>
                <a:lnTo>
                  <a:pt x="4076405" y="6377918"/>
                </a:lnTo>
                <a:lnTo>
                  <a:pt x="4857957" y="6831220"/>
                </a:lnTo>
                <a:close/>
                <a:moveTo>
                  <a:pt x="6490069" y="5924618"/>
                </a:moveTo>
                <a:lnTo>
                  <a:pt x="5708521" y="6377918"/>
                </a:lnTo>
                <a:lnTo>
                  <a:pt x="6490069" y="6831220"/>
                </a:lnTo>
                <a:close/>
                <a:moveTo>
                  <a:pt x="8120394" y="5924618"/>
                </a:moveTo>
                <a:lnTo>
                  <a:pt x="7338859" y="6377918"/>
                </a:lnTo>
                <a:lnTo>
                  <a:pt x="8120394" y="6831220"/>
                </a:lnTo>
                <a:close/>
                <a:moveTo>
                  <a:pt x="9752510" y="5924618"/>
                </a:moveTo>
                <a:lnTo>
                  <a:pt x="8970960" y="6377918"/>
                </a:lnTo>
                <a:lnTo>
                  <a:pt x="9752510" y="6831220"/>
                </a:lnTo>
                <a:close/>
                <a:moveTo>
                  <a:pt x="11384629" y="5924618"/>
                </a:moveTo>
                <a:lnTo>
                  <a:pt x="10603077" y="6377918"/>
                </a:lnTo>
                <a:lnTo>
                  <a:pt x="11384629" y="6831220"/>
                </a:lnTo>
                <a:close/>
                <a:moveTo>
                  <a:pt x="0" y="5924618"/>
                </a:moveTo>
                <a:lnTo>
                  <a:pt x="0" y="6831220"/>
                </a:lnTo>
                <a:lnTo>
                  <a:pt x="781552" y="6377919"/>
                </a:lnTo>
                <a:close/>
                <a:moveTo>
                  <a:pt x="1630341" y="5924618"/>
                </a:moveTo>
                <a:lnTo>
                  <a:pt x="1630341" y="6831220"/>
                </a:lnTo>
                <a:lnTo>
                  <a:pt x="2411893" y="6377919"/>
                </a:lnTo>
                <a:close/>
                <a:moveTo>
                  <a:pt x="3261235" y="5924618"/>
                </a:moveTo>
                <a:lnTo>
                  <a:pt x="3261235" y="6831220"/>
                </a:lnTo>
                <a:lnTo>
                  <a:pt x="4042787" y="6377919"/>
                </a:lnTo>
                <a:close/>
                <a:moveTo>
                  <a:pt x="4891576" y="5924618"/>
                </a:moveTo>
                <a:lnTo>
                  <a:pt x="4891576" y="6831220"/>
                </a:lnTo>
                <a:lnTo>
                  <a:pt x="5673128" y="6377919"/>
                </a:lnTo>
                <a:close/>
                <a:moveTo>
                  <a:pt x="6523688" y="5924618"/>
                </a:moveTo>
                <a:lnTo>
                  <a:pt x="6523688" y="6831220"/>
                </a:lnTo>
                <a:lnTo>
                  <a:pt x="7305243" y="6377919"/>
                </a:lnTo>
                <a:close/>
                <a:moveTo>
                  <a:pt x="8154013" y="5924618"/>
                </a:moveTo>
                <a:lnTo>
                  <a:pt x="8154013" y="6831220"/>
                </a:lnTo>
                <a:lnTo>
                  <a:pt x="8935564" y="6377919"/>
                </a:lnTo>
                <a:close/>
                <a:moveTo>
                  <a:pt x="9786128" y="5924618"/>
                </a:moveTo>
                <a:lnTo>
                  <a:pt x="9786128" y="6831220"/>
                </a:lnTo>
                <a:lnTo>
                  <a:pt x="10567682" y="6377919"/>
                </a:lnTo>
                <a:close/>
                <a:moveTo>
                  <a:pt x="11418248" y="5924618"/>
                </a:moveTo>
                <a:lnTo>
                  <a:pt x="11418248" y="6831220"/>
                </a:lnTo>
                <a:lnTo>
                  <a:pt x="12199798" y="6377919"/>
                </a:lnTo>
                <a:close/>
                <a:moveTo>
                  <a:pt x="781554" y="5438511"/>
                </a:moveTo>
                <a:lnTo>
                  <a:pt x="1" y="5891812"/>
                </a:lnTo>
                <a:lnTo>
                  <a:pt x="781554" y="6345112"/>
                </a:lnTo>
                <a:close/>
                <a:moveTo>
                  <a:pt x="815170" y="5438511"/>
                </a:moveTo>
                <a:lnTo>
                  <a:pt x="815170" y="6345112"/>
                </a:lnTo>
                <a:lnTo>
                  <a:pt x="1596723" y="5891811"/>
                </a:lnTo>
                <a:close/>
                <a:moveTo>
                  <a:pt x="2411894" y="5438511"/>
                </a:moveTo>
                <a:lnTo>
                  <a:pt x="1630341" y="5891812"/>
                </a:lnTo>
                <a:lnTo>
                  <a:pt x="2411894" y="6345112"/>
                </a:lnTo>
                <a:close/>
                <a:moveTo>
                  <a:pt x="2447286" y="5438511"/>
                </a:moveTo>
                <a:lnTo>
                  <a:pt x="2447286" y="6345112"/>
                </a:lnTo>
                <a:lnTo>
                  <a:pt x="3228839" y="5891811"/>
                </a:lnTo>
                <a:close/>
                <a:moveTo>
                  <a:pt x="4042789" y="5438511"/>
                </a:moveTo>
                <a:lnTo>
                  <a:pt x="3261236" y="5891812"/>
                </a:lnTo>
                <a:lnTo>
                  <a:pt x="4042789" y="6345112"/>
                </a:lnTo>
                <a:close/>
                <a:moveTo>
                  <a:pt x="4076405" y="5438511"/>
                </a:moveTo>
                <a:lnTo>
                  <a:pt x="4076405" y="6345112"/>
                </a:lnTo>
                <a:lnTo>
                  <a:pt x="4857958" y="5891811"/>
                </a:lnTo>
                <a:close/>
                <a:moveTo>
                  <a:pt x="5673129" y="5438511"/>
                </a:moveTo>
                <a:lnTo>
                  <a:pt x="4891576" y="5891812"/>
                </a:lnTo>
                <a:lnTo>
                  <a:pt x="5673129" y="6345112"/>
                </a:lnTo>
                <a:close/>
                <a:moveTo>
                  <a:pt x="5708521" y="5438511"/>
                </a:moveTo>
                <a:lnTo>
                  <a:pt x="5708521" y="6345112"/>
                </a:lnTo>
                <a:lnTo>
                  <a:pt x="6490069" y="5891811"/>
                </a:lnTo>
                <a:close/>
                <a:moveTo>
                  <a:pt x="7305243" y="5438511"/>
                </a:moveTo>
                <a:lnTo>
                  <a:pt x="6523688" y="5891812"/>
                </a:lnTo>
                <a:lnTo>
                  <a:pt x="7305243" y="6345112"/>
                </a:lnTo>
                <a:close/>
                <a:moveTo>
                  <a:pt x="7338859" y="5438511"/>
                </a:moveTo>
                <a:lnTo>
                  <a:pt x="7338859" y="6345112"/>
                </a:lnTo>
                <a:lnTo>
                  <a:pt x="8120395" y="5891811"/>
                </a:lnTo>
                <a:close/>
                <a:moveTo>
                  <a:pt x="8935566" y="5438511"/>
                </a:moveTo>
                <a:lnTo>
                  <a:pt x="8154014" y="5891812"/>
                </a:lnTo>
                <a:lnTo>
                  <a:pt x="8935566" y="6345112"/>
                </a:lnTo>
                <a:close/>
                <a:moveTo>
                  <a:pt x="8970959" y="5438511"/>
                </a:moveTo>
                <a:lnTo>
                  <a:pt x="8970959" y="6345112"/>
                </a:lnTo>
                <a:lnTo>
                  <a:pt x="9752511" y="5891811"/>
                </a:lnTo>
                <a:close/>
                <a:moveTo>
                  <a:pt x="10567683" y="5438511"/>
                </a:moveTo>
                <a:lnTo>
                  <a:pt x="9786128" y="5891812"/>
                </a:lnTo>
                <a:lnTo>
                  <a:pt x="10567683" y="6345112"/>
                </a:lnTo>
                <a:close/>
                <a:moveTo>
                  <a:pt x="10603076" y="5438511"/>
                </a:moveTo>
                <a:lnTo>
                  <a:pt x="10603076" y="6345112"/>
                </a:lnTo>
                <a:lnTo>
                  <a:pt x="11384630" y="5891811"/>
                </a:lnTo>
                <a:close/>
                <a:moveTo>
                  <a:pt x="12199799" y="5438511"/>
                </a:moveTo>
                <a:lnTo>
                  <a:pt x="11418248" y="5891812"/>
                </a:lnTo>
                <a:lnTo>
                  <a:pt x="12199799" y="6345112"/>
                </a:lnTo>
                <a:close/>
                <a:moveTo>
                  <a:pt x="1596722" y="4943763"/>
                </a:moveTo>
                <a:lnTo>
                  <a:pt x="815170" y="5397063"/>
                </a:lnTo>
                <a:lnTo>
                  <a:pt x="1596722" y="5850364"/>
                </a:lnTo>
                <a:close/>
                <a:moveTo>
                  <a:pt x="3228838" y="4943763"/>
                </a:moveTo>
                <a:lnTo>
                  <a:pt x="2447286" y="5397063"/>
                </a:lnTo>
                <a:lnTo>
                  <a:pt x="3228838" y="5850364"/>
                </a:lnTo>
                <a:close/>
                <a:moveTo>
                  <a:pt x="4857957" y="4943763"/>
                </a:moveTo>
                <a:lnTo>
                  <a:pt x="4076405" y="5397063"/>
                </a:lnTo>
                <a:lnTo>
                  <a:pt x="4857957" y="5850364"/>
                </a:lnTo>
                <a:close/>
                <a:moveTo>
                  <a:pt x="6490069" y="4943763"/>
                </a:moveTo>
                <a:lnTo>
                  <a:pt x="5708521" y="5397063"/>
                </a:lnTo>
                <a:lnTo>
                  <a:pt x="6490069" y="5850364"/>
                </a:lnTo>
                <a:close/>
                <a:moveTo>
                  <a:pt x="8120394" y="4943763"/>
                </a:moveTo>
                <a:lnTo>
                  <a:pt x="7338859" y="5397063"/>
                </a:lnTo>
                <a:lnTo>
                  <a:pt x="8120394" y="5850364"/>
                </a:lnTo>
                <a:close/>
                <a:moveTo>
                  <a:pt x="9752510" y="4943763"/>
                </a:moveTo>
                <a:lnTo>
                  <a:pt x="8970960" y="5397063"/>
                </a:lnTo>
                <a:lnTo>
                  <a:pt x="9752510" y="5850364"/>
                </a:lnTo>
                <a:close/>
                <a:moveTo>
                  <a:pt x="11384629" y="4943763"/>
                </a:moveTo>
                <a:lnTo>
                  <a:pt x="10603076" y="5397063"/>
                </a:lnTo>
                <a:lnTo>
                  <a:pt x="11384629" y="5850364"/>
                </a:lnTo>
                <a:close/>
                <a:moveTo>
                  <a:pt x="0" y="4943763"/>
                </a:moveTo>
                <a:lnTo>
                  <a:pt x="0" y="5850365"/>
                </a:lnTo>
                <a:lnTo>
                  <a:pt x="781552" y="5397064"/>
                </a:lnTo>
                <a:close/>
                <a:moveTo>
                  <a:pt x="1630341" y="4943763"/>
                </a:moveTo>
                <a:lnTo>
                  <a:pt x="1630341" y="5850365"/>
                </a:lnTo>
                <a:lnTo>
                  <a:pt x="2411893" y="5397064"/>
                </a:lnTo>
                <a:close/>
                <a:moveTo>
                  <a:pt x="3261235" y="4943763"/>
                </a:moveTo>
                <a:lnTo>
                  <a:pt x="3261235" y="5850365"/>
                </a:lnTo>
                <a:lnTo>
                  <a:pt x="4042787" y="5397064"/>
                </a:lnTo>
                <a:close/>
                <a:moveTo>
                  <a:pt x="4891576" y="4943763"/>
                </a:moveTo>
                <a:lnTo>
                  <a:pt x="4891576" y="5850365"/>
                </a:lnTo>
                <a:lnTo>
                  <a:pt x="5673128" y="5397064"/>
                </a:lnTo>
                <a:close/>
                <a:moveTo>
                  <a:pt x="6523688" y="4943763"/>
                </a:moveTo>
                <a:lnTo>
                  <a:pt x="6523688" y="5850365"/>
                </a:lnTo>
                <a:lnTo>
                  <a:pt x="7305243" y="5397064"/>
                </a:lnTo>
                <a:close/>
                <a:moveTo>
                  <a:pt x="8154013" y="4943763"/>
                </a:moveTo>
                <a:lnTo>
                  <a:pt x="8154013" y="5850365"/>
                </a:lnTo>
                <a:lnTo>
                  <a:pt x="8935564" y="5397064"/>
                </a:lnTo>
                <a:close/>
                <a:moveTo>
                  <a:pt x="9786128" y="4943763"/>
                </a:moveTo>
                <a:lnTo>
                  <a:pt x="9786128" y="5850365"/>
                </a:lnTo>
                <a:lnTo>
                  <a:pt x="10567681" y="5397064"/>
                </a:lnTo>
                <a:close/>
                <a:moveTo>
                  <a:pt x="11418247" y="4943763"/>
                </a:moveTo>
                <a:lnTo>
                  <a:pt x="11418247" y="5850365"/>
                </a:lnTo>
                <a:lnTo>
                  <a:pt x="12199798" y="5397064"/>
                </a:lnTo>
                <a:close/>
                <a:moveTo>
                  <a:pt x="781554" y="4455068"/>
                </a:moveTo>
                <a:lnTo>
                  <a:pt x="1" y="4908369"/>
                </a:lnTo>
                <a:lnTo>
                  <a:pt x="781554" y="5361669"/>
                </a:lnTo>
                <a:close/>
                <a:moveTo>
                  <a:pt x="815170" y="4455068"/>
                </a:moveTo>
                <a:lnTo>
                  <a:pt x="815170" y="5361669"/>
                </a:lnTo>
                <a:lnTo>
                  <a:pt x="1596723" y="4908368"/>
                </a:lnTo>
                <a:close/>
                <a:moveTo>
                  <a:pt x="2411894" y="4455068"/>
                </a:moveTo>
                <a:lnTo>
                  <a:pt x="1630341" y="4908369"/>
                </a:lnTo>
                <a:lnTo>
                  <a:pt x="2411894" y="5361669"/>
                </a:lnTo>
                <a:close/>
                <a:moveTo>
                  <a:pt x="2447286" y="4455068"/>
                </a:moveTo>
                <a:lnTo>
                  <a:pt x="2447286" y="5361669"/>
                </a:lnTo>
                <a:lnTo>
                  <a:pt x="3228839" y="4908368"/>
                </a:lnTo>
                <a:close/>
                <a:moveTo>
                  <a:pt x="4042789" y="4455068"/>
                </a:moveTo>
                <a:lnTo>
                  <a:pt x="3261236" y="4908369"/>
                </a:lnTo>
                <a:lnTo>
                  <a:pt x="4042789" y="5361669"/>
                </a:lnTo>
                <a:close/>
                <a:moveTo>
                  <a:pt x="4076405" y="4455068"/>
                </a:moveTo>
                <a:lnTo>
                  <a:pt x="4076405" y="5361669"/>
                </a:lnTo>
                <a:lnTo>
                  <a:pt x="4857958" y="4908368"/>
                </a:lnTo>
                <a:close/>
                <a:moveTo>
                  <a:pt x="5673129" y="4455068"/>
                </a:moveTo>
                <a:lnTo>
                  <a:pt x="4891576" y="4908369"/>
                </a:lnTo>
                <a:lnTo>
                  <a:pt x="5673129" y="5361669"/>
                </a:lnTo>
                <a:close/>
                <a:moveTo>
                  <a:pt x="5708521" y="4455068"/>
                </a:moveTo>
                <a:lnTo>
                  <a:pt x="5708521" y="5361669"/>
                </a:lnTo>
                <a:lnTo>
                  <a:pt x="6490069" y="4908368"/>
                </a:lnTo>
                <a:close/>
                <a:moveTo>
                  <a:pt x="7305243" y="4455068"/>
                </a:moveTo>
                <a:lnTo>
                  <a:pt x="6523688" y="4908369"/>
                </a:lnTo>
                <a:lnTo>
                  <a:pt x="7305243" y="5361669"/>
                </a:lnTo>
                <a:close/>
                <a:moveTo>
                  <a:pt x="7338859" y="4455068"/>
                </a:moveTo>
                <a:lnTo>
                  <a:pt x="7338859" y="5361669"/>
                </a:lnTo>
                <a:lnTo>
                  <a:pt x="8120395" y="4908368"/>
                </a:lnTo>
                <a:close/>
                <a:moveTo>
                  <a:pt x="8935566" y="4455068"/>
                </a:moveTo>
                <a:lnTo>
                  <a:pt x="8154014" y="4908369"/>
                </a:lnTo>
                <a:lnTo>
                  <a:pt x="8935566" y="5361669"/>
                </a:lnTo>
                <a:close/>
                <a:moveTo>
                  <a:pt x="8970959" y="4455068"/>
                </a:moveTo>
                <a:lnTo>
                  <a:pt x="8970959" y="5361669"/>
                </a:lnTo>
                <a:lnTo>
                  <a:pt x="9752511" y="4908368"/>
                </a:lnTo>
                <a:close/>
                <a:moveTo>
                  <a:pt x="10567683" y="4455068"/>
                </a:moveTo>
                <a:lnTo>
                  <a:pt x="9786128" y="4908369"/>
                </a:lnTo>
                <a:lnTo>
                  <a:pt x="10567683" y="5361669"/>
                </a:lnTo>
                <a:close/>
                <a:moveTo>
                  <a:pt x="10603076" y="4455068"/>
                </a:moveTo>
                <a:lnTo>
                  <a:pt x="10603076" y="5361669"/>
                </a:lnTo>
                <a:lnTo>
                  <a:pt x="11384629" y="4908368"/>
                </a:lnTo>
                <a:close/>
                <a:moveTo>
                  <a:pt x="12199799" y="4455068"/>
                </a:moveTo>
                <a:lnTo>
                  <a:pt x="11418247" y="4908369"/>
                </a:lnTo>
                <a:lnTo>
                  <a:pt x="12199799" y="5361669"/>
                </a:lnTo>
                <a:close/>
                <a:moveTo>
                  <a:pt x="1596722" y="3960320"/>
                </a:moveTo>
                <a:lnTo>
                  <a:pt x="815170" y="4413620"/>
                </a:lnTo>
                <a:lnTo>
                  <a:pt x="1596722" y="4866921"/>
                </a:lnTo>
                <a:close/>
                <a:moveTo>
                  <a:pt x="3228838" y="3960320"/>
                </a:moveTo>
                <a:lnTo>
                  <a:pt x="2447286" y="4413620"/>
                </a:lnTo>
                <a:lnTo>
                  <a:pt x="3228838" y="4866921"/>
                </a:lnTo>
                <a:close/>
                <a:moveTo>
                  <a:pt x="4857957" y="3960320"/>
                </a:moveTo>
                <a:lnTo>
                  <a:pt x="4076405" y="4413620"/>
                </a:lnTo>
                <a:lnTo>
                  <a:pt x="4857957" y="4866921"/>
                </a:lnTo>
                <a:close/>
                <a:moveTo>
                  <a:pt x="6490069" y="3960320"/>
                </a:moveTo>
                <a:lnTo>
                  <a:pt x="5708521" y="4413620"/>
                </a:lnTo>
                <a:lnTo>
                  <a:pt x="6490069" y="4866921"/>
                </a:lnTo>
                <a:close/>
                <a:moveTo>
                  <a:pt x="8120394" y="3960320"/>
                </a:moveTo>
                <a:lnTo>
                  <a:pt x="7338859" y="4413620"/>
                </a:lnTo>
                <a:lnTo>
                  <a:pt x="8120394" y="4866921"/>
                </a:lnTo>
                <a:close/>
                <a:moveTo>
                  <a:pt x="9752510" y="3960320"/>
                </a:moveTo>
                <a:lnTo>
                  <a:pt x="8970960" y="4413620"/>
                </a:lnTo>
                <a:lnTo>
                  <a:pt x="9752510" y="4866921"/>
                </a:lnTo>
                <a:close/>
                <a:moveTo>
                  <a:pt x="11384629" y="3960320"/>
                </a:moveTo>
                <a:lnTo>
                  <a:pt x="10603076" y="4413620"/>
                </a:lnTo>
                <a:lnTo>
                  <a:pt x="11384629" y="4866921"/>
                </a:lnTo>
                <a:close/>
                <a:moveTo>
                  <a:pt x="0" y="3960320"/>
                </a:moveTo>
                <a:lnTo>
                  <a:pt x="0" y="4866922"/>
                </a:lnTo>
                <a:lnTo>
                  <a:pt x="781552" y="4413621"/>
                </a:lnTo>
                <a:close/>
                <a:moveTo>
                  <a:pt x="1630341" y="3960320"/>
                </a:moveTo>
                <a:lnTo>
                  <a:pt x="1630341" y="4866922"/>
                </a:lnTo>
                <a:lnTo>
                  <a:pt x="2411893" y="4413621"/>
                </a:lnTo>
                <a:close/>
                <a:moveTo>
                  <a:pt x="3261235" y="3960320"/>
                </a:moveTo>
                <a:lnTo>
                  <a:pt x="3261235" y="4866922"/>
                </a:lnTo>
                <a:lnTo>
                  <a:pt x="4042787" y="4413621"/>
                </a:lnTo>
                <a:close/>
                <a:moveTo>
                  <a:pt x="4891576" y="3960320"/>
                </a:moveTo>
                <a:lnTo>
                  <a:pt x="4891576" y="4866922"/>
                </a:lnTo>
                <a:lnTo>
                  <a:pt x="5673128" y="4413621"/>
                </a:lnTo>
                <a:close/>
                <a:moveTo>
                  <a:pt x="6523688" y="3960320"/>
                </a:moveTo>
                <a:lnTo>
                  <a:pt x="6523688" y="4866922"/>
                </a:lnTo>
                <a:lnTo>
                  <a:pt x="7305243" y="4413621"/>
                </a:lnTo>
                <a:close/>
                <a:moveTo>
                  <a:pt x="8154013" y="3960320"/>
                </a:moveTo>
                <a:lnTo>
                  <a:pt x="8154013" y="4866922"/>
                </a:lnTo>
                <a:lnTo>
                  <a:pt x="8935564" y="4413621"/>
                </a:lnTo>
                <a:close/>
                <a:moveTo>
                  <a:pt x="9786127" y="3960320"/>
                </a:moveTo>
                <a:lnTo>
                  <a:pt x="9786127" y="4866922"/>
                </a:lnTo>
                <a:lnTo>
                  <a:pt x="10567681" y="4413621"/>
                </a:lnTo>
                <a:close/>
                <a:moveTo>
                  <a:pt x="11418247" y="3960320"/>
                </a:moveTo>
                <a:lnTo>
                  <a:pt x="11418247" y="4866922"/>
                </a:lnTo>
                <a:lnTo>
                  <a:pt x="12199798" y="4413621"/>
                </a:lnTo>
                <a:close/>
                <a:moveTo>
                  <a:pt x="781554" y="3468161"/>
                </a:moveTo>
                <a:lnTo>
                  <a:pt x="1" y="3921462"/>
                </a:lnTo>
                <a:lnTo>
                  <a:pt x="781554" y="4374762"/>
                </a:lnTo>
                <a:close/>
                <a:moveTo>
                  <a:pt x="815170" y="3468161"/>
                </a:moveTo>
                <a:lnTo>
                  <a:pt x="815170" y="4374762"/>
                </a:lnTo>
                <a:lnTo>
                  <a:pt x="1596723" y="3921461"/>
                </a:lnTo>
                <a:close/>
                <a:moveTo>
                  <a:pt x="2411894" y="3468161"/>
                </a:moveTo>
                <a:lnTo>
                  <a:pt x="1630341" y="3921462"/>
                </a:lnTo>
                <a:lnTo>
                  <a:pt x="2411894" y="4374762"/>
                </a:lnTo>
                <a:close/>
                <a:moveTo>
                  <a:pt x="2447286" y="3468161"/>
                </a:moveTo>
                <a:lnTo>
                  <a:pt x="2447286" y="4374762"/>
                </a:lnTo>
                <a:lnTo>
                  <a:pt x="3228839" y="3921461"/>
                </a:lnTo>
                <a:close/>
                <a:moveTo>
                  <a:pt x="4042789" y="3468161"/>
                </a:moveTo>
                <a:lnTo>
                  <a:pt x="3261236" y="3921462"/>
                </a:lnTo>
                <a:lnTo>
                  <a:pt x="4042789" y="4374762"/>
                </a:lnTo>
                <a:close/>
                <a:moveTo>
                  <a:pt x="4076405" y="3468161"/>
                </a:moveTo>
                <a:lnTo>
                  <a:pt x="4076405" y="4374762"/>
                </a:lnTo>
                <a:lnTo>
                  <a:pt x="4857958" y="3921461"/>
                </a:lnTo>
                <a:close/>
                <a:moveTo>
                  <a:pt x="5673129" y="3468161"/>
                </a:moveTo>
                <a:lnTo>
                  <a:pt x="4891576" y="3921462"/>
                </a:lnTo>
                <a:lnTo>
                  <a:pt x="5673129" y="4374762"/>
                </a:lnTo>
                <a:close/>
                <a:moveTo>
                  <a:pt x="5708521" y="3468161"/>
                </a:moveTo>
                <a:lnTo>
                  <a:pt x="5708521" y="4374762"/>
                </a:lnTo>
                <a:lnTo>
                  <a:pt x="6490069" y="3921461"/>
                </a:lnTo>
                <a:close/>
                <a:moveTo>
                  <a:pt x="7305243" y="3468161"/>
                </a:moveTo>
                <a:lnTo>
                  <a:pt x="6523688" y="3921462"/>
                </a:lnTo>
                <a:lnTo>
                  <a:pt x="7305243" y="4374762"/>
                </a:lnTo>
                <a:close/>
                <a:moveTo>
                  <a:pt x="7338859" y="3468161"/>
                </a:moveTo>
                <a:lnTo>
                  <a:pt x="7338859" y="4374762"/>
                </a:lnTo>
                <a:lnTo>
                  <a:pt x="8120395" y="3921461"/>
                </a:lnTo>
                <a:close/>
                <a:moveTo>
                  <a:pt x="8935566" y="3468161"/>
                </a:moveTo>
                <a:lnTo>
                  <a:pt x="8154014" y="3921462"/>
                </a:lnTo>
                <a:lnTo>
                  <a:pt x="8935566" y="4374762"/>
                </a:lnTo>
                <a:close/>
                <a:moveTo>
                  <a:pt x="8970959" y="3468161"/>
                </a:moveTo>
                <a:lnTo>
                  <a:pt x="8970959" y="4374762"/>
                </a:lnTo>
                <a:lnTo>
                  <a:pt x="9752511" y="3921461"/>
                </a:lnTo>
                <a:close/>
                <a:moveTo>
                  <a:pt x="10567680" y="3468161"/>
                </a:moveTo>
                <a:lnTo>
                  <a:pt x="9786128" y="3921462"/>
                </a:lnTo>
                <a:lnTo>
                  <a:pt x="10567680" y="4374762"/>
                </a:lnTo>
                <a:close/>
                <a:moveTo>
                  <a:pt x="10603074" y="3468161"/>
                </a:moveTo>
                <a:lnTo>
                  <a:pt x="10603074" y="4374762"/>
                </a:lnTo>
                <a:lnTo>
                  <a:pt x="11384627" y="3921461"/>
                </a:lnTo>
                <a:close/>
                <a:moveTo>
                  <a:pt x="12199796" y="3468161"/>
                </a:moveTo>
                <a:lnTo>
                  <a:pt x="11418245" y="3921462"/>
                </a:lnTo>
                <a:lnTo>
                  <a:pt x="12199796" y="4374762"/>
                </a:lnTo>
                <a:close/>
                <a:moveTo>
                  <a:pt x="6523688" y="2973432"/>
                </a:moveTo>
                <a:lnTo>
                  <a:pt x="6523688" y="3880015"/>
                </a:lnTo>
                <a:lnTo>
                  <a:pt x="7305243" y="3426715"/>
                </a:lnTo>
                <a:close/>
                <a:moveTo>
                  <a:pt x="8120394" y="2973430"/>
                </a:moveTo>
                <a:lnTo>
                  <a:pt x="7338859" y="3426715"/>
                </a:lnTo>
                <a:lnTo>
                  <a:pt x="8120394" y="3880014"/>
                </a:lnTo>
                <a:close/>
                <a:moveTo>
                  <a:pt x="8154013" y="2973430"/>
                </a:moveTo>
                <a:lnTo>
                  <a:pt x="8154013" y="3880015"/>
                </a:lnTo>
                <a:lnTo>
                  <a:pt x="8935564" y="3426715"/>
                </a:lnTo>
                <a:close/>
                <a:moveTo>
                  <a:pt x="9752510" y="2973428"/>
                </a:moveTo>
                <a:lnTo>
                  <a:pt x="8970960" y="3426715"/>
                </a:lnTo>
                <a:lnTo>
                  <a:pt x="9752510" y="3880014"/>
                </a:lnTo>
                <a:close/>
                <a:moveTo>
                  <a:pt x="9786127" y="2973428"/>
                </a:moveTo>
                <a:lnTo>
                  <a:pt x="9786127" y="3880015"/>
                </a:lnTo>
                <a:lnTo>
                  <a:pt x="10567678" y="3426715"/>
                </a:lnTo>
                <a:close/>
                <a:moveTo>
                  <a:pt x="11384626" y="2973428"/>
                </a:moveTo>
                <a:lnTo>
                  <a:pt x="10603074" y="3426714"/>
                </a:lnTo>
                <a:lnTo>
                  <a:pt x="11384626" y="3880014"/>
                </a:lnTo>
                <a:close/>
                <a:moveTo>
                  <a:pt x="11418245" y="2973427"/>
                </a:moveTo>
                <a:lnTo>
                  <a:pt x="11418245" y="3880015"/>
                </a:lnTo>
                <a:lnTo>
                  <a:pt x="12199795" y="3426714"/>
                </a:lnTo>
                <a:close/>
                <a:moveTo>
                  <a:pt x="3261235" y="2973422"/>
                </a:moveTo>
                <a:lnTo>
                  <a:pt x="3261235" y="3880015"/>
                </a:lnTo>
                <a:lnTo>
                  <a:pt x="4042787" y="3426714"/>
                </a:lnTo>
                <a:close/>
                <a:moveTo>
                  <a:pt x="4857957" y="2973422"/>
                </a:moveTo>
                <a:lnTo>
                  <a:pt x="4076405" y="3426714"/>
                </a:lnTo>
                <a:lnTo>
                  <a:pt x="4857957" y="3880014"/>
                </a:lnTo>
                <a:close/>
                <a:moveTo>
                  <a:pt x="4891576" y="2973422"/>
                </a:moveTo>
                <a:lnTo>
                  <a:pt x="4891576" y="3880015"/>
                </a:lnTo>
                <a:lnTo>
                  <a:pt x="5673128" y="3426714"/>
                </a:lnTo>
                <a:close/>
                <a:moveTo>
                  <a:pt x="6490069" y="2973421"/>
                </a:moveTo>
                <a:lnTo>
                  <a:pt x="5708521" y="3426714"/>
                </a:lnTo>
                <a:lnTo>
                  <a:pt x="6490069" y="3880014"/>
                </a:lnTo>
                <a:close/>
                <a:moveTo>
                  <a:pt x="0" y="2973417"/>
                </a:moveTo>
                <a:lnTo>
                  <a:pt x="0" y="3880015"/>
                </a:lnTo>
                <a:lnTo>
                  <a:pt x="781552" y="3426714"/>
                </a:lnTo>
                <a:close/>
                <a:moveTo>
                  <a:pt x="1596722" y="2973417"/>
                </a:moveTo>
                <a:lnTo>
                  <a:pt x="815170" y="3426714"/>
                </a:lnTo>
                <a:lnTo>
                  <a:pt x="1596722" y="3880014"/>
                </a:lnTo>
                <a:close/>
                <a:moveTo>
                  <a:pt x="1630341" y="2973416"/>
                </a:moveTo>
                <a:lnTo>
                  <a:pt x="1630341" y="3880015"/>
                </a:lnTo>
                <a:lnTo>
                  <a:pt x="2411893" y="3426714"/>
                </a:lnTo>
                <a:close/>
                <a:moveTo>
                  <a:pt x="3228838" y="2973416"/>
                </a:moveTo>
                <a:lnTo>
                  <a:pt x="2447286" y="3426714"/>
                </a:lnTo>
                <a:lnTo>
                  <a:pt x="3228838" y="3880014"/>
                </a:lnTo>
                <a:close/>
                <a:moveTo>
                  <a:pt x="7305243" y="2484744"/>
                </a:moveTo>
                <a:lnTo>
                  <a:pt x="6523688" y="2938039"/>
                </a:lnTo>
                <a:lnTo>
                  <a:pt x="7305243" y="3391326"/>
                </a:lnTo>
                <a:close/>
                <a:moveTo>
                  <a:pt x="7338859" y="2484740"/>
                </a:moveTo>
                <a:lnTo>
                  <a:pt x="7338859" y="3391326"/>
                </a:lnTo>
                <a:lnTo>
                  <a:pt x="8120395" y="2938038"/>
                </a:lnTo>
                <a:close/>
                <a:moveTo>
                  <a:pt x="8935566" y="2484740"/>
                </a:moveTo>
                <a:lnTo>
                  <a:pt x="8154014" y="2938039"/>
                </a:lnTo>
                <a:lnTo>
                  <a:pt x="8935566" y="3391326"/>
                </a:lnTo>
                <a:close/>
                <a:moveTo>
                  <a:pt x="8970959" y="2484740"/>
                </a:moveTo>
                <a:lnTo>
                  <a:pt x="8970959" y="3391326"/>
                </a:lnTo>
                <a:lnTo>
                  <a:pt x="9752511" y="2938036"/>
                </a:lnTo>
                <a:close/>
                <a:moveTo>
                  <a:pt x="10567680" y="2484740"/>
                </a:moveTo>
                <a:lnTo>
                  <a:pt x="9786128" y="2938038"/>
                </a:lnTo>
                <a:lnTo>
                  <a:pt x="10567680" y="3391326"/>
                </a:lnTo>
                <a:close/>
                <a:moveTo>
                  <a:pt x="10603074" y="2484738"/>
                </a:moveTo>
                <a:lnTo>
                  <a:pt x="10603074" y="3391323"/>
                </a:lnTo>
                <a:lnTo>
                  <a:pt x="11384627" y="2938033"/>
                </a:lnTo>
                <a:close/>
                <a:moveTo>
                  <a:pt x="12199796" y="2484738"/>
                </a:moveTo>
                <a:lnTo>
                  <a:pt x="11418245" y="2938035"/>
                </a:lnTo>
                <a:lnTo>
                  <a:pt x="12199796" y="3391323"/>
                </a:lnTo>
                <a:close/>
                <a:moveTo>
                  <a:pt x="4042789" y="2484731"/>
                </a:moveTo>
                <a:lnTo>
                  <a:pt x="3261236" y="2938029"/>
                </a:lnTo>
                <a:lnTo>
                  <a:pt x="4042789" y="3391323"/>
                </a:lnTo>
                <a:close/>
                <a:moveTo>
                  <a:pt x="4076405" y="2484731"/>
                </a:moveTo>
                <a:lnTo>
                  <a:pt x="4076405" y="3391321"/>
                </a:lnTo>
                <a:lnTo>
                  <a:pt x="4857958" y="2938027"/>
                </a:lnTo>
                <a:close/>
                <a:moveTo>
                  <a:pt x="5673129" y="2484731"/>
                </a:moveTo>
                <a:lnTo>
                  <a:pt x="4891576" y="2938029"/>
                </a:lnTo>
                <a:lnTo>
                  <a:pt x="5673129" y="3391321"/>
                </a:lnTo>
                <a:close/>
                <a:moveTo>
                  <a:pt x="5708521" y="2484729"/>
                </a:moveTo>
                <a:lnTo>
                  <a:pt x="5708521" y="3391321"/>
                </a:lnTo>
                <a:lnTo>
                  <a:pt x="6490069" y="2938026"/>
                </a:lnTo>
                <a:close/>
                <a:moveTo>
                  <a:pt x="781554" y="2484725"/>
                </a:moveTo>
                <a:lnTo>
                  <a:pt x="1" y="2938024"/>
                </a:lnTo>
                <a:lnTo>
                  <a:pt x="781554" y="3391320"/>
                </a:lnTo>
                <a:close/>
                <a:moveTo>
                  <a:pt x="815170" y="2484723"/>
                </a:moveTo>
                <a:lnTo>
                  <a:pt x="815170" y="3391320"/>
                </a:lnTo>
                <a:lnTo>
                  <a:pt x="1596723" y="2938021"/>
                </a:lnTo>
                <a:close/>
                <a:moveTo>
                  <a:pt x="2411894" y="2484723"/>
                </a:moveTo>
                <a:lnTo>
                  <a:pt x="1630341" y="2938023"/>
                </a:lnTo>
                <a:lnTo>
                  <a:pt x="2411894" y="3391320"/>
                </a:lnTo>
                <a:close/>
                <a:moveTo>
                  <a:pt x="2447286" y="2484721"/>
                </a:moveTo>
                <a:lnTo>
                  <a:pt x="2447286" y="3391320"/>
                </a:lnTo>
                <a:lnTo>
                  <a:pt x="3228839" y="2938021"/>
                </a:lnTo>
                <a:close/>
                <a:moveTo>
                  <a:pt x="9752510" y="1989995"/>
                </a:moveTo>
                <a:lnTo>
                  <a:pt x="8970960" y="2443295"/>
                </a:lnTo>
                <a:lnTo>
                  <a:pt x="9752510" y="2896592"/>
                </a:lnTo>
                <a:close/>
                <a:moveTo>
                  <a:pt x="6523688" y="1989994"/>
                </a:moveTo>
                <a:lnTo>
                  <a:pt x="6523688" y="2896592"/>
                </a:lnTo>
                <a:lnTo>
                  <a:pt x="7305243" y="2443295"/>
                </a:lnTo>
                <a:close/>
                <a:moveTo>
                  <a:pt x="8120394" y="1989992"/>
                </a:moveTo>
                <a:lnTo>
                  <a:pt x="7338859" y="2443293"/>
                </a:lnTo>
                <a:lnTo>
                  <a:pt x="8120394" y="2896591"/>
                </a:lnTo>
                <a:close/>
                <a:moveTo>
                  <a:pt x="8154013" y="1989992"/>
                </a:moveTo>
                <a:lnTo>
                  <a:pt x="8154013" y="2896591"/>
                </a:lnTo>
                <a:lnTo>
                  <a:pt x="8935564" y="2443293"/>
                </a:lnTo>
                <a:close/>
                <a:moveTo>
                  <a:pt x="9786127" y="1989991"/>
                </a:moveTo>
                <a:lnTo>
                  <a:pt x="9786127" y="2896589"/>
                </a:lnTo>
                <a:lnTo>
                  <a:pt x="10567678" y="2443292"/>
                </a:lnTo>
                <a:close/>
                <a:moveTo>
                  <a:pt x="11384626" y="1989989"/>
                </a:moveTo>
                <a:lnTo>
                  <a:pt x="10603074" y="2443289"/>
                </a:lnTo>
                <a:lnTo>
                  <a:pt x="11384626" y="2896587"/>
                </a:lnTo>
                <a:close/>
                <a:moveTo>
                  <a:pt x="11418245" y="1989989"/>
                </a:moveTo>
                <a:lnTo>
                  <a:pt x="11418245" y="2896588"/>
                </a:lnTo>
                <a:lnTo>
                  <a:pt x="12199795" y="2443289"/>
                </a:lnTo>
                <a:close/>
                <a:moveTo>
                  <a:pt x="3261235" y="1989983"/>
                </a:moveTo>
                <a:lnTo>
                  <a:pt x="3261235" y="2896583"/>
                </a:lnTo>
                <a:lnTo>
                  <a:pt x="4042787" y="2443283"/>
                </a:lnTo>
                <a:close/>
                <a:moveTo>
                  <a:pt x="4857957" y="1989982"/>
                </a:moveTo>
                <a:lnTo>
                  <a:pt x="4076405" y="2443281"/>
                </a:lnTo>
                <a:lnTo>
                  <a:pt x="4857957" y="2896581"/>
                </a:lnTo>
                <a:close/>
                <a:moveTo>
                  <a:pt x="4891576" y="1989982"/>
                </a:moveTo>
                <a:lnTo>
                  <a:pt x="4891576" y="2896581"/>
                </a:lnTo>
                <a:lnTo>
                  <a:pt x="5673128" y="2443281"/>
                </a:lnTo>
                <a:close/>
                <a:moveTo>
                  <a:pt x="6490069" y="1989981"/>
                </a:moveTo>
                <a:lnTo>
                  <a:pt x="5708521" y="2443280"/>
                </a:lnTo>
                <a:lnTo>
                  <a:pt x="6490069" y="2896580"/>
                </a:lnTo>
                <a:close/>
                <a:moveTo>
                  <a:pt x="0" y="1989976"/>
                </a:moveTo>
                <a:lnTo>
                  <a:pt x="0" y="2896577"/>
                </a:lnTo>
                <a:lnTo>
                  <a:pt x="781552" y="2443276"/>
                </a:lnTo>
                <a:close/>
                <a:moveTo>
                  <a:pt x="1596722" y="1989975"/>
                </a:moveTo>
                <a:lnTo>
                  <a:pt x="815170" y="2443275"/>
                </a:lnTo>
                <a:lnTo>
                  <a:pt x="1596722" y="2896575"/>
                </a:lnTo>
                <a:close/>
                <a:moveTo>
                  <a:pt x="1630341" y="1989975"/>
                </a:moveTo>
                <a:lnTo>
                  <a:pt x="1630341" y="2896576"/>
                </a:lnTo>
                <a:lnTo>
                  <a:pt x="2411893" y="2443276"/>
                </a:lnTo>
                <a:close/>
                <a:moveTo>
                  <a:pt x="3228838" y="1989974"/>
                </a:moveTo>
                <a:lnTo>
                  <a:pt x="2447286" y="2443273"/>
                </a:lnTo>
                <a:lnTo>
                  <a:pt x="3228838" y="2896575"/>
                </a:lnTo>
                <a:close/>
                <a:moveTo>
                  <a:pt x="7305243" y="1503884"/>
                </a:moveTo>
                <a:lnTo>
                  <a:pt x="6523688" y="1957188"/>
                </a:lnTo>
                <a:lnTo>
                  <a:pt x="7305243" y="2410485"/>
                </a:lnTo>
                <a:close/>
                <a:moveTo>
                  <a:pt x="7338859" y="1503883"/>
                </a:moveTo>
                <a:lnTo>
                  <a:pt x="7338859" y="2410484"/>
                </a:lnTo>
                <a:lnTo>
                  <a:pt x="8120395" y="1957186"/>
                </a:lnTo>
                <a:close/>
                <a:moveTo>
                  <a:pt x="8935566" y="1503883"/>
                </a:moveTo>
                <a:lnTo>
                  <a:pt x="8154014" y="1957188"/>
                </a:lnTo>
                <a:lnTo>
                  <a:pt x="8935566" y="2410484"/>
                </a:lnTo>
                <a:close/>
                <a:moveTo>
                  <a:pt x="10567680" y="1503881"/>
                </a:moveTo>
                <a:lnTo>
                  <a:pt x="9786128" y="1957185"/>
                </a:lnTo>
                <a:lnTo>
                  <a:pt x="10567680" y="2410481"/>
                </a:lnTo>
                <a:close/>
                <a:moveTo>
                  <a:pt x="8970959" y="1503881"/>
                </a:moveTo>
                <a:lnTo>
                  <a:pt x="8970959" y="2410481"/>
                </a:lnTo>
                <a:lnTo>
                  <a:pt x="9752511" y="1957184"/>
                </a:lnTo>
                <a:close/>
                <a:moveTo>
                  <a:pt x="10603073" y="1503879"/>
                </a:moveTo>
                <a:lnTo>
                  <a:pt x="10603073" y="2410480"/>
                </a:lnTo>
                <a:lnTo>
                  <a:pt x="11384627" y="1957182"/>
                </a:lnTo>
                <a:close/>
                <a:moveTo>
                  <a:pt x="12199796" y="1503879"/>
                </a:moveTo>
                <a:lnTo>
                  <a:pt x="11418245" y="1957183"/>
                </a:lnTo>
                <a:lnTo>
                  <a:pt x="12199796" y="2410480"/>
                </a:lnTo>
                <a:close/>
                <a:moveTo>
                  <a:pt x="4042789" y="1503874"/>
                </a:moveTo>
                <a:lnTo>
                  <a:pt x="3261236" y="1957177"/>
                </a:lnTo>
                <a:lnTo>
                  <a:pt x="4042789" y="2410474"/>
                </a:lnTo>
                <a:close/>
                <a:moveTo>
                  <a:pt x="4076405" y="1503873"/>
                </a:moveTo>
                <a:lnTo>
                  <a:pt x="4076405" y="2410472"/>
                </a:lnTo>
                <a:lnTo>
                  <a:pt x="4857958" y="1957175"/>
                </a:lnTo>
                <a:close/>
                <a:moveTo>
                  <a:pt x="5673129" y="1503873"/>
                </a:moveTo>
                <a:lnTo>
                  <a:pt x="4891576" y="1957176"/>
                </a:lnTo>
                <a:lnTo>
                  <a:pt x="5673129" y="2410472"/>
                </a:lnTo>
                <a:close/>
                <a:moveTo>
                  <a:pt x="5708521" y="1503872"/>
                </a:moveTo>
                <a:lnTo>
                  <a:pt x="5708521" y="2410471"/>
                </a:lnTo>
                <a:lnTo>
                  <a:pt x="6490069" y="1957174"/>
                </a:lnTo>
                <a:close/>
                <a:moveTo>
                  <a:pt x="781554" y="1503868"/>
                </a:moveTo>
                <a:lnTo>
                  <a:pt x="1" y="1957170"/>
                </a:lnTo>
                <a:lnTo>
                  <a:pt x="781554" y="2410469"/>
                </a:lnTo>
                <a:close/>
                <a:moveTo>
                  <a:pt x="2411894" y="1503867"/>
                </a:moveTo>
                <a:lnTo>
                  <a:pt x="1630341" y="1957169"/>
                </a:lnTo>
                <a:lnTo>
                  <a:pt x="2411894" y="2410468"/>
                </a:lnTo>
                <a:close/>
                <a:moveTo>
                  <a:pt x="815170" y="1503867"/>
                </a:moveTo>
                <a:lnTo>
                  <a:pt x="815170" y="2410468"/>
                </a:lnTo>
                <a:lnTo>
                  <a:pt x="1596723" y="1957168"/>
                </a:lnTo>
                <a:close/>
                <a:moveTo>
                  <a:pt x="2447286" y="1503866"/>
                </a:moveTo>
                <a:lnTo>
                  <a:pt x="2447286" y="2410467"/>
                </a:lnTo>
                <a:lnTo>
                  <a:pt x="3228839" y="1957166"/>
                </a:lnTo>
                <a:close/>
                <a:moveTo>
                  <a:pt x="6523688" y="1009133"/>
                </a:moveTo>
                <a:lnTo>
                  <a:pt x="6523688" y="1915742"/>
                </a:lnTo>
                <a:lnTo>
                  <a:pt x="7305243" y="1462437"/>
                </a:lnTo>
                <a:close/>
                <a:moveTo>
                  <a:pt x="8120394" y="1009133"/>
                </a:moveTo>
                <a:lnTo>
                  <a:pt x="7338859" y="1462436"/>
                </a:lnTo>
                <a:lnTo>
                  <a:pt x="8120394" y="1915740"/>
                </a:lnTo>
                <a:close/>
                <a:moveTo>
                  <a:pt x="8154013" y="1009132"/>
                </a:moveTo>
                <a:lnTo>
                  <a:pt x="8154013" y="1915741"/>
                </a:lnTo>
                <a:lnTo>
                  <a:pt x="8935564" y="1462436"/>
                </a:lnTo>
                <a:close/>
                <a:moveTo>
                  <a:pt x="9752510" y="1009131"/>
                </a:moveTo>
                <a:lnTo>
                  <a:pt x="8970960" y="1462434"/>
                </a:lnTo>
                <a:lnTo>
                  <a:pt x="9752510" y="1915739"/>
                </a:lnTo>
                <a:close/>
                <a:moveTo>
                  <a:pt x="9786127" y="1009131"/>
                </a:moveTo>
                <a:lnTo>
                  <a:pt x="9786127" y="1915739"/>
                </a:lnTo>
                <a:lnTo>
                  <a:pt x="10567678" y="1462435"/>
                </a:lnTo>
                <a:close/>
                <a:moveTo>
                  <a:pt x="11384626" y="1009130"/>
                </a:moveTo>
                <a:lnTo>
                  <a:pt x="10603074" y="1462432"/>
                </a:lnTo>
                <a:lnTo>
                  <a:pt x="11384626" y="1915737"/>
                </a:lnTo>
                <a:close/>
                <a:moveTo>
                  <a:pt x="11418245" y="1009129"/>
                </a:moveTo>
                <a:lnTo>
                  <a:pt x="11418245" y="1915737"/>
                </a:lnTo>
                <a:lnTo>
                  <a:pt x="12199795" y="1462433"/>
                </a:lnTo>
                <a:close/>
                <a:moveTo>
                  <a:pt x="3261235" y="1009125"/>
                </a:moveTo>
                <a:lnTo>
                  <a:pt x="3261235" y="1915731"/>
                </a:lnTo>
                <a:lnTo>
                  <a:pt x="4042787" y="1462428"/>
                </a:lnTo>
                <a:close/>
                <a:moveTo>
                  <a:pt x="4857957" y="1009125"/>
                </a:moveTo>
                <a:lnTo>
                  <a:pt x="4076405" y="1462427"/>
                </a:lnTo>
                <a:lnTo>
                  <a:pt x="4857957" y="1915729"/>
                </a:lnTo>
                <a:close/>
                <a:moveTo>
                  <a:pt x="4891576" y="1009124"/>
                </a:moveTo>
                <a:lnTo>
                  <a:pt x="4891576" y="1915730"/>
                </a:lnTo>
                <a:lnTo>
                  <a:pt x="5673128" y="1462427"/>
                </a:lnTo>
                <a:close/>
                <a:moveTo>
                  <a:pt x="6490069" y="1009123"/>
                </a:moveTo>
                <a:lnTo>
                  <a:pt x="5708521" y="1462425"/>
                </a:lnTo>
                <a:lnTo>
                  <a:pt x="6490069" y="1915727"/>
                </a:lnTo>
                <a:close/>
                <a:moveTo>
                  <a:pt x="0" y="1009120"/>
                </a:moveTo>
                <a:lnTo>
                  <a:pt x="0" y="1915724"/>
                </a:lnTo>
                <a:lnTo>
                  <a:pt x="781552" y="1462422"/>
                </a:lnTo>
                <a:close/>
                <a:moveTo>
                  <a:pt x="1596722" y="1009119"/>
                </a:moveTo>
                <a:lnTo>
                  <a:pt x="815170" y="1462420"/>
                </a:lnTo>
                <a:lnTo>
                  <a:pt x="1596722" y="1915722"/>
                </a:lnTo>
                <a:close/>
                <a:moveTo>
                  <a:pt x="1630341" y="1009119"/>
                </a:moveTo>
                <a:lnTo>
                  <a:pt x="1630341" y="1915722"/>
                </a:lnTo>
                <a:lnTo>
                  <a:pt x="2411893" y="1462420"/>
                </a:lnTo>
                <a:close/>
                <a:moveTo>
                  <a:pt x="3228838" y="1009118"/>
                </a:moveTo>
                <a:lnTo>
                  <a:pt x="2447286" y="1462419"/>
                </a:lnTo>
                <a:lnTo>
                  <a:pt x="3228838" y="1915720"/>
                </a:lnTo>
                <a:close/>
                <a:moveTo>
                  <a:pt x="7305243" y="520440"/>
                </a:moveTo>
                <a:lnTo>
                  <a:pt x="6523688" y="973739"/>
                </a:lnTo>
                <a:lnTo>
                  <a:pt x="7305243" y="1427041"/>
                </a:lnTo>
                <a:close/>
                <a:moveTo>
                  <a:pt x="8935566" y="520439"/>
                </a:moveTo>
                <a:lnTo>
                  <a:pt x="8154014" y="973739"/>
                </a:lnTo>
                <a:lnTo>
                  <a:pt x="8935566" y="1427041"/>
                </a:lnTo>
                <a:close/>
                <a:moveTo>
                  <a:pt x="7338859" y="520439"/>
                </a:moveTo>
                <a:lnTo>
                  <a:pt x="7338859" y="1427041"/>
                </a:lnTo>
                <a:lnTo>
                  <a:pt x="8120395" y="973738"/>
                </a:lnTo>
                <a:close/>
                <a:moveTo>
                  <a:pt x="8970959" y="520437"/>
                </a:moveTo>
                <a:lnTo>
                  <a:pt x="8970959" y="1427040"/>
                </a:lnTo>
                <a:lnTo>
                  <a:pt x="9752511" y="973736"/>
                </a:lnTo>
                <a:close/>
                <a:moveTo>
                  <a:pt x="10567680" y="520437"/>
                </a:moveTo>
                <a:lnTo>
                  <a:pt x="9786128" y="973737"/>
                </a:lnTo>
                <a:lnTo>
                  <a:pt x="10567680" y="1427040"/>
                </a:lnTo>
                <a:close/>
                <a:moveTo>
                  <a:pt x="10603073" y="520436"/>
                </a:moveTo>
                <a:lnTo>
                  <a:pt x="10603073" y="1427037"/>
                </a:lnTo>
                <a:lnTo>
                  <a:pt x="11384626" y="973735"/>
                </a:lnTo>
                <a:close/>
                <a:moveTo>
                  <a:pt x="12199795" y="520436"/>
                </a:moveTo>
                <a:lnTo>
                  <a:pt x="11418245" y="973736"/>
                </a:lnTo>
                <a:lnTo>
                  <a:pt x="12199795" y="1427037"/>
                </a:lnTo>
                <a:close/>
                <a:moveTo>
                  <a:pt x="4042789" y="520431"/>
                </a:moveTo>
                <a:lnTo>
                  <a:pt x="3261236" y="973731"/>
                </a:lnTo>
                <a:lnTo>
                  <a:pt x="4042789" y="1427033"/>
                </a:lnTo>
                <a:close/>
                <a:moveTo>
                  <a:pt x="5673129" y="520430"/>
                </a:moveTo>
                <a:lnTo>
                  <a:pt x="4891576" y="973730"/>
                </a:lnTo>
                <a:lnTo>
                  <a:pt x="5673129" y="1427032"/>
                </a:lnTo>
                <a:close/>
                <a:moveTo>
                  <a:pt x="4076405" y="520430"/>
                </a:moveTo>
                <a:lnTo>
                  <a:pt x="4076405" y="1427032"/>
                </a:lnTo>
                <a:lnTo>
                  <a:pt x="4857958" y="973729"/>
                </a:lnTo>
                <a:close/>
                <a:moveTo>
                  <a:pt x="5708521" y="520429"/>
                </a:moveTo>
                <a:lnTo>
                  <a:pt x="5708521" y="1427030"/>
                </a:lnTo>
                <a:lnTo>
                  <a:pt x="6490069" y="973728"/>
                </a:lnTo>
                <a:close/>
                <a:moveTo>
                  <a:pt x="781554" y="520425"/>
                </a:moveTo>
                <a:lnTo>
                  <a:pt x="1" y="973726"/>
                </a:lnTo>
                <a:lnTo>
                  <a:pt x="781554" y="1427027"/>
                </a:lnTo>
                <a:close/>
                <a:moveTo>
                  <a:pt x="2411894" y="520424"/>
                </a:moveTo>
                <a:lnTo>
                  <a:pt x="1630341" y="973725"/>
                </a:lnTo>
                <a:lnTo>
                  <a:pt x="2411894" y="1427026"/>
                </a:lnTo>
                <a:close/>
                <a:moveTo>
                  <a:pt x="815170" y="520424"/>
                </a:moveTo>
                <a:lnTo>
                  <a:pt x="815170" y="1427026"/>
                </a:lnTo>
                <a:lnTo>
                  <a:pt x="1596723" y="973724"/>
                </a:lnTo>
                <a:close/>
                <a:moveTo>
                  <a:pt x="2447286" y="520423"/>
                </a:moveTo>
                <a:lnTo>
                  <a:pt x="2447286" y="1427024"/>
                </a:lnTo>
                <a:lnTo>
                  <a:pt x="3228839" y="973723"/>
                </a:lnTo>
                <a:close/>
                <a:moveTo>
                  <a:pt x="6523688" y="25693"/>
                </a:moveTo>
                <a:lnTo>
                  <a:pt x="6523688" y="932293"/>
                </a:lnTo>
                <a:lnTo>
                  <a:pt x="7305243" y="478993"/>
                </a:lnTo>
                <a:close/>
                <a:moveTo>
                  <a:pt x="8120394" y="25693"/>
                </a:moveTo>
                <a:lnTo>
                  <a:pt x="7338859" y="478992"/>
                </a:lnTo>
                <a:lnTo>
                  <a:pt x="8120394" y="932291"/>
                </a:lnTo>
                <a:close/>
                <a:moveTo>
                  <a:pt x="8154013" y="25692"/>
                </a:moveTo>
                <a:lnTo>
                  <a:pt x="8154013" y="932292"/>
                </a:lnTo>
                <a:lnTo>
                  <a:pt x="8935564" y="478992"/>
                </a:lnTo>
                <a:close/>
                <a:moveTo>
                  <a:pt x="9752510" y="25691"/>
                </a:moveTo>
                <a:lnTo>
                  <a:pt x="8970960" y="478990"/>
                </a:lnTo>
                <a:lnTo>
                  <a:pt x="9752510" y="932290"/>
                </a:lnTo>
                <a:close/>
                <a:moveTo>
                  <a:pt x="9786127" y="25691"/>
                </a:moveTo>
                <a:lnTo>
                  <a:pt x="9786127" y="932290"/>
                </a:lnTo>
                <a:lnTo>
                  <a:pt x="10567678" y="478990"/>
                </a:lnTo>
                <a:close/>
                <a:moveTo>
                  <a:pt x="11384626" y="25690"/>
                </a:moveTo>
                <a:lnTo>
                  <a:pt x="10603073" y="478989"/>
                </a:lnTo>
                <a:lnTo>
                  <a:pt x="11384626" y="932289"/>
                </a:lnTo>
                <a:close/>
                <a:moveTo>
                  <a:pt x="11418244" y="25689"/>
                </a:moveTo>
                <a:lnTo>
                  <a:pt x="11418244" y="932289"/>
                </a:lnTo>
                <a:lnTo>
                  <a:pt x="12199794" y="478989"/>
                </a:lnTo>
                <a:close/>
                <a:moveTo>
                  <a:pt x="3261235" y="25684"/>
                </a:moveTo>
                <a:lnTo>
                  <a:pt x="3261235" y="932284"/>
                </a:lnTo>
                <a:lnTo>
                  <a:pt x="4042787" y="478984"/>
                </a:lnTo>
                <a:close/>
                <a:moveTo>
                  <a:pt x="4857957" y="25684"/>
                </a:moveTo>
                <a:lnTo>
                  <a:pt x="4076405" y="478983"/>
                </a:lnTo>
                <a:lnTo>
                  <a:pt x="4857957" y="932283"/>
                </a:lnTo>
                <a:close/>
                <a:moveTo>
                  <a:pt x="4891576" y="25683"/>
                </a:moveTo>
                <a:lnTo>
                  <a:pt x="4891576" y="932283"/>
                </a:lnTo>
                <a:lnTo>
                  <a:pt x="5673128" y="478983"/>
                </a:lnTo>
                <a:close/>
                <a:moveTo>
                  <a:pt x="6490069" y="25682"/>
                </a:moveTo>
                <a:lnTo>
                  <a:pt x="5708521" y="478981"/>
                </a:lnTo>
                <a:lnTo>
                  <a:pt x="6490069" y="932282"/>
                </a:lnTo>
                <a:close/>
                <a:moveTo>
                  <a:pt x="0" y="25678"/>
                </a:moveTo>
                <a:lnTo>
                  <a:pt x="0" y="932279"/>
                </a:lnTo>
                <a:lnTo>
                  <a:pt x="781552" y="478978"/>
                </a:lnTo>
                <a:close/>
                <a:moveTo>
                  <a:pt x="1596722" y="25677"/>
                </a:moveTo>
                <a:lnTo>
                  <a:pt x="815170" y="478977"/>
                </a:lnTo>
                <a:lnTo>
                  <a:pt x="1596722" y="932278"/>
                </a:lnTo>
                <a:close/>
                <a:moveTo>
                  <a:pt x="1630341" y="25677"/>
                </a:moveTo>
                <a:lnTo>
                  <a:pt x="1630341" y="932278"/>
                </a:lnTo>
                <a:lnTo>
                  <a:pt x="2411893" y="478978"/>
                </a:lnTo>
                <a:close/>
                <a:moveTo>
                  <a:pt x="3228838" y="25676"/>
                </a:moveTo>
                <a:lnTo>
                  <a:pt x="2447286" y="478976"/>
                </a:lnTo>
                <a:lnTo>
                  <a:pt x="3228838" y="932276"/>
                </a:lnTo>
                <a:close/>
                <a:moveTo>
                  <a:pt x="8098742" y="12"/>
                </a:moveTo>
                <a:lnTo>
                  <a:pt x="6544450" y="12"/>
                </a:lnTo>
                <a:lnTo>
                  <a:pt x="7321607" y="445615"/>
                </a:lnTo>
                <a:close/>
                <a:moveTo>
                  <a:pt x="9729969" y="12"/>
                </a:moveTo>
                <a:lnTo>
                  <a:pt x="8175665" y="12"/>
                </a:lnTo>
                <a:lnTo>
                  <a:pt x="8952816" y="445615"/>
                </a:lnTo>
                <a:close/>
                <a:moveTo>
                  <a:pt x="11361201" y="12"/>
                </a:moveTo>
                <a:lnTo>
                  <a:pt x="9806891" y="12"/>
                </a:lnTo>
                <a:lnTo>
                  <a:pt x="10584048" y="445615"/>
                </a:lnTo>
                <a:close/>
                <a:moveTo>
                  <a:pt x="4835861" y="7"/>
                </a:moveTo>
                <a:lnTo>
                  <a:pt x="3281555" y="7"/>
                </a:lnTo>
                <a:lnTo>
                  <a:pt x="4058708" y="445610"/>
                </a:lnTo>
                <a:close/>
                <a:moveTo>
                  <a:pt x="6467087" y="6"/>
                </a:moveTo>
                <a:lnTo>
                  <a:pt x="4912784" y="6"/>
                </a:lnTo>
                <a:lnTo>
                  <a:pt x="5689937" y="445610"/>
                </a:lnTo>
                <a:close/>
                <a:moveTo>
                  <a:pt x="1574626" y="1"/>
                </a:moveTo>
                <a:lnTo>
                  <a:pt x="20320" y="1"/>
                </a:lnTo>
                <a:lnTo>
                  <a:pt x="797473" y="445605"/>
                </a:lnTo>
                <a:close/>
                <a:moveTo>
                  <a:pt x="3205855" y="0"/>
                </a:moveTo>
                <a:lnTo>
                  <a:pt x="1651549" y="0"/>
                </a:lnTo>
                <a:lnTo>
                  <a:pt x="2428702" y="445604"/>
                </a:lnTo>
                <a:close/>
                <a:moveTo>
                  <a:pt x="12191998" y="0"/>
                </a:moveTo>
                <a:lnTo>
                  <a:pt x="11438139" y="0"/>
                </a:lnTo>
                <a:lnTo>
                  <a:pt x="12191998" y="432248"/>
                </a:lnTo>
                <a:close/>
              </a:path>
            </a:pathLst>
          </a:custGeom>
          <a:noFill/>
          <a:ln w="6350">
            <a:solidFill>
              <a:schemeClr val="bg1">
                <a:lumMod val="8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7329119" y="33847"/>
            <a:ext cx="4862883" cy="6800245"/>
            <a:chOff x="7529493" y="1369453"/>
            <a:chExt cx="4662509" cy="6520045"/>
          </a:xfrm>
        </p:grpSpPr>
        <p:sp>
          <p:nvSpPr>
            <p:cNvPr id="9" name="Isosceles Triangle 8"/>
            <p:cNvSpPr/>
            <p:nvPr userDrawn="1"/>
          </p:nvSpPr>
          <p:spPr>
            <a:xfrm rot="16200000" flipH="1">
              <a:off x="11384041" y="5196892"/>
              <a:ext cx="867810" cy="748112"/>
            </a:xfrm>
            <a:prstGeom prst="triangl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16200000" flipH="1">
              <a:off x="10600810" y="6610982"/>
              <a:ext cx="867810" cy="748112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1" name="Isosceles Triangle 10"/>
            <p:cNvSpPr/>
            <p:nvPr userDrawn="1"/>
          </p:nvSpPr>
          <p:spPr>
            <a:xfrm rot="16200000" flipH="1">
              <a:off x="9817579" y="7081537"/>
              <a:ext cx="867810" cy="74811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2" name="Isosceles Triangle 11"/>
            <p:cNvSpPr/>
            <p:nvPr userDrawn="1"/>
          </p:nvSpPr>
          <p:spPr>
            <a:xfrm rot="16200000" flipH="1">
              <a:off x="9034349" y="5668804"/>
              <a:ext cx="867810" cy="748112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3" name="Isosceles Triangle 12"/>
            <p:cNvSpPr/>
            <p:nvPr userDrawn="1"/>
          </p:nvSpPr>
          <p:spPr>
            <a:xfrm rot="16200000" flipH="1">
              <a:off x="11384040" y="2365595"/>
              <a:ext cx="867810" cy="748112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6200000" flipH="1">
              <a:off x="9817579" y="1429302"/>
              <a:ext cx="867810" cy="74811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5" name="Isosceles Triangle 14"/>
            <p:cNvSpPr/>
            <p:nvPr userDrawn="1"/>
          </p:nvSpPr>
          <p:spPr>
            <a:xfrm rot="16200000" flipH="1">
              <a:off x="7469644" y="3786694"/>
              <a:ext cx="867810" cy="748112"/>
            </a:xfrm>
            <a:prstGeom prst="triangle">
              <a:avLst/>
            </a:prstGeom>
            <a:solidFill>
              <a:schemeClr val="accent3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6" name="Isosceles Triangle 15"/>
            <p:cNvSpPr/>
            <p:nvPr userDrawn="1"/>
          </p:nvSpPr>
          <p:spPr>
            <a:xfrm rot="16200000" flipH="1">
              <a:off x="9034351" y="2841639"/>
              <a:ext cx="867810" cy="748112"/>
            </a:xfrm>
            <a:prstGeom prst="triangle">
              <a:avLst/>
            </a:prstGeom>
            <a:solidFill>
              <a:schemeClr val="accent3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17" name="Isosceles Triangle 16"/>
            <p:cNvSpPr/>
            <p:nvPr userDrawn="1"/>
          </p:nvSpPr>
          <p:spPr>
            <a:xfrm rot="16200000" flipH="1">
              <a:off x="9817581" y="4252938"/>
              <a:ext cx="867810" cy="748112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2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75307" y="465269"/>
            <a:ext cx="2108758" cy="400110"/>
            <a:chOff x="675307" y="465269"/>
            <a:chExt cx="2108758" cy="400110"/>
          </a:xfrm>
        </p:grpSpPr>
        <p:grpSp>
          <p:nvGrpSpPr>
            <p:cNvPr id="20" name="Group 19"/>
            <p:cNvGrpSpPr/>
            <p:nvPr/>
          </p:nvGrpSpPr>
          <p:grpSpPr>
            <a:xfrm>
              <a:off x="675307" y="498305"/>
              <a:ext cx="343838" cy="287946"/>
              <a:chOff x="656543" y="153248"/>
              <a:chExt cx="2054797" cy="1720781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656543" y="153248"/>
                <a:ext cx="2054797" cy="1720775"/>
                <a:chOff x="656543" y="153248"/>
                <a:chExt cx="2054797" cy="1720775"/>
              </a:xfrm>
            </p:grpSpPr>
            <p:sp>
              <p:nvSpPr>
                <p:cNvPr id="26" name="Isosceles Triangle 25"/>
                <p:cNvSpPr/>
                <p:nvPr/>
              </p:nvSpPr>
              <p:spPr>
                <a:xfrm>
                  <a:off x="656543" y="153248"/>
                  <a:ext cx="964146" cy="831160"/>
                </a:xfrm>
                <a:prstGeom prst="triangl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grpSp>
              <p:nvGrpSpPr>
                <p:cNvPr id="27" name="Group 26"/>
                <p:cNvGrpSpPr/>
                <p:nvPr/>
              </p:nvGrpSpPr>
              <p:grpSpPr>
                <a:xfrm>
                  <a:off x="656543" y="1042863"/>
                  <a:ext cx="2054797" cy="831160"/>
                  <a:chOff x="656543" y="1042863"/>
                  <a:chExt cx="2054797" cy="831160"/>
                </a:xfrm>
              </p:grpSpPr>
              <p:sp>
                <p:nvSpPr>
                  <p:cNvPr id="28" name="Isosceles Triangle 27"/>
                  <p:cNvSpPr/>
                  <p:nvPr/>
                </p:nvSpPr>
                <p:spPr>
                  <a:xfrm rot="10800000">
                    <a:off x="656543" y="1042863"/>
                    <a:ext cx="964145" cy="831160"/>
                  </a:xfrm>
                  <a:prstGeom prst="triangl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  <p:sp>
                <p:nvSpPr>
                  <p:cNvPr id="29" name="Isosceles Triangle 28"/>
                  <p:cNvSpPr/>
                  <p:nvPr/>
                </p:nvSpPr>
                <p:spPr>
                  <a:xfrm rot="10800000">
                    <a:off x="1747194" y="1042864"/>
                    <a:ext cx="964146" cy="831159"/>
                  </a:xfrm>
                  <a:prstGeom prst="triangle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/>
                  </a:p>
                </p:txBody>
              </p:sp>
            </p:grpSp>
          </p:grpSp>
          <p:grpSp>
            <p:nvGrpSpPr>
              <p:cNvPr id="23" name="Group 22"/>
              <p:cNvGrpSpPr/>
              <p:nvPr/>
            </p:nvGrpSpPr>
            <p:grpSpPr>
              <a:xfrm rot="16200000">
                <a:off x="823553" y="531567"/>
                <a:ext cx="1720779" cy="964145"/>
                <a:chOff x="6458550" y="1508208"/>
                <a:chExt cx="1985075" cy="1112229"/>
              </a:xfrm>
            </p:grpSpPr>
            <p:sp>
              <p:nvSpPr>
                <p:cNvPr id="24" name="Isosceles Triangle 23"/>
                <p:cNvSpPr/>
                <p:nvPr/>
              </p:nvSpPr>
              <p:spPr>
                <a:xfrm rot="16200000" flipH="1">
                  <a:off x="7408101" y="1584913"/>
                  <a:ext cx="1112227" cy="958820"/>
                </a:xfrm>
                <a:prstGeom prst="triangl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5" name="Isosceles Triangle 24"/>
                <p:cNvSpPr/>
                <p:nvPr/>
              </p:nvSpPr>
              <p:spPr>
                <a:xfrm rot="5400000" flipH="1">
                  <a:off x="6381845" y="1584913"/>
                  <a:ext cx="1112229" cy="958819"/>
                </a:xfrm>
                <a:prstGeom prst="triangl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</p:grpSp>
        <p:sp>
          <p:nvSpPr>
            <p:cNvPr id="21" name="TextBox 20"/>
            <p:cNvSpPr txBox="1"/>
            <p:nvPr/>
          </p:nvSpPr>
          <p:spPr>
            <a:xfrm>
              <a:off x="1084618" y="465269"/>
              <a:ext cx="16994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Century Gothic" panose="020B0502020202020204" pitchFamily="34" charset="0"/>
                </a:rPr>
                <a:t>G</a:t>
              </a:r>
              <a:r>
                <a:rPr lang="en-US" sz="2000" b="1" dirty="0">
                  <a:solidFill>
                    <a:schemeClr val="accent1"/>
                  </a:solidFill>
                  <a:latin typeface="Century Gothic" panose="020B0502020202020204" pitchFamily="34" charset="0"/>
                </a:rPr>
                <a:t>e</a:t>
              </a:r>
              <a:r>
                <a:rPr lang="en-US" sz="2000" b="1" dirty="0">
                  <a:solidFill>
                    <a:schemeClr val="accent3"/>
                  </a:solidFill>
                  <a:latin typeface="Century Gothic" panose="020B0502020202020204" pitchFamily="34" charset="0"/>
                </a:rPr>
                <a:t>o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</a:rPr>
                <a:t>logic</a:t>
              </a:r>
              <a:endParaRPr lang="id-ID" sz="2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30" name="TextBox 29"/>
          <p:cNvSpPr txBox="1"/>
          <p:nvPr userDrawn="1"/>
        </p:nvSpPr>
        <p:spPr>
          <a:xfrm>
            <a:off x="635858" y="6382643"/>
            <a:ext cx="2681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sz="1200" b="1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Company Address </a:t>
            </a:r>
            <a:r>
              <a:rPr lang="id-ID" sz="1200" spc="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Goes Here</a:t>
            </a:r>
            <a:endParaRPr lang="id-ID" sz="1200" spc="0" dirty="0">
              <a:solidFill>
                <a:schemeClr val="bg1">
                  <a:lumMod val="6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10984979" y="6367254"/>
            <a:ext cx="885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60E2A6B-A809-4840-BF14-8648BC0BDF87}" type="slidenum">
              <a:rPr lang="id-ID" sz="1400" i="0" strike="noStrike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Roboto Condensed Light" panose="02000000000000000000" pitchFamily="2" charset="0"/>
                <a:cs typeface="Lato Heavy" panose="020F0502020204030203" pitchFamily="34" charset="0"/>
              </a:rPr>
            </a:fld>
            <a:endParaRPr lang="id-ID" sz="1400" i="0" strike="noStrike" spc="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  <a:ea typeface="Roboto Condensed Light" panose="02000000000000000000" pitchFamily="2" charset="0"/>
              <a:cs typeface="Lato Heavy" panose="020F0502020204030203" pitchFamily="34" charset="0"/>
            </a:endParaRPr>
          </a:p>
        </p:txBody>
      </p:sp>
      <p:cxnSp>
        <p:nvCxnSpPr>
          <p:cNvPr id="32" name="Straight Connector 31"/>
          <p:cNvCxnSpPr/>
          <p:nvPr userDrawn="1"/>
        </p:nvCxnSpPr>
        <p:spPr>
          <a:xfrm>
            <a:off x="0" y="6215062"/>
            <a:ext cx="12192000" cy="0"/>
          </a:xfrm>
          <a:prstGeom prst="line">
            <a:avLst/>
          </a:prstGeom>
          <a:ln w="6350">
            <a:gradFill>
              <a:gsLst>
                <a:gs pos="0">
                  <a:schemeClr val="bg1">
                    <a:lumMod val="85000"/>
                    <a:alpha val="23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85000"/>
                    <a:alpha val="23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/>
          <p:cNvSpPr/>
          <p:nvPr/>
        </p:nvSpPr>
        <p:spPr>
          <a:xfrm flipH="1">
            <a:off x="-7799" y="2775"/>
            <a:ext cx="12199799" cy="6855225"/>
          </a:xfrm>
          <a:custGeom>
            <a:avLst/>
            <a:gdLst>
              <a:gd name="connsiteX0" fmla="*/ 12191972 w 12199799"/>
              <a:gd name="connsiteY0" fmla="*/ 6422977 h 6855225"/>
              <a:gd name="connsiteX1" fmla="*/ 11438115 w 12199799"/>
              <a:gd name="connsiteY1" fmla="*/ 6855225 h 6855225"/>
              <a:gd name="connsiteX2" fmla="*/ 12191972 w 12199799"/>
              <a:gd name="connsiteY2" fmla="*/ 6855225 h 6855225"/>
              <a:gd name="connsiteX3" fmla="*/ 797473 w 12199799"/>
              <a:gd name="connsiteY3" fmla="*/ 6406846 h 6855225"/>
              <a:gd name="connsiteX4" fmla="*/ 20320 w 12199799"/>
              <a:gd name="connsiteY4" fmla="*/ 6852450 h 6855225"/>
              <a:gd name="connsiteX5" fmla="*/ 1574626 w 12199799"/>
              <a:gd name="connsiteY5" fmla="*/ 6852450 h 6855225"/>
              <a:gd name="connsiteX6" fmla="*/ 2428702 w 12199799"/>
              <a:gd name="connsiteY6" fmla="*/ 6406846 h 6855225"/>
              <a:gd name="connsiteX7" fmla="*/ 1651549 w 12199799"/>
              <a:gd name="connsiteY7" fmla="*/ 6852450 h 6855225"/>
              <a:gd name="connsiteX8" fmla="*/ 3205855 w 12199799"/>
              <a:gd name="connsiteY8" fmla="*/ 6852450 h 6855225"/>
              <a:gd name="connsiteX9" fmla="*/ 4058708 w 12199799"/>
              <a:gd name="connsiteY9" fmla="*/ 6406846 h 6855225"/>
              <a:gd name="connsiteX10" fmla="*/ 3281555 w 12199799"/>
              <a:gd name="connsiteY10" fmla="*/ 6852450 h 6855225"/>
              <a:gd name="connsiteX11" fmla="*/ 4835861 w 12199799"/>
              <a:gd name="connsiteY11" fmla="*/ 6852450 h 6855225"/>
              <a:gd name="connsiteX12" fmla="*/ 5689937 w 12199799"/>
              <a:gd name="connsiteY12" fmla="*/ 6406846 h 6855225"/>
              <a:gd name="connsiteX13" fmla="*/ 4912784 w 12199799"/>
              <a:gd name="connsiteY13" fmla="*/ 6852450 h 6855225"/>
              <a:gd name="connsiteX14" fmla="*/ 6467087 w 12199799"/>
              <a:gd name="connsiteY14" fmla="*/ 6852450 h 6855225"/>
              <a:gd name="connsiteX15" fmla="*/ 7321607 w 12199799"/>
              <a:gd name="connsiteY15" fmla="*/ 6406846 h 6855225"/>
              <a:gd name="connsiteX16" fmla="*/ 6544450 w 12199799"/>
              <a:gd name="connsiteY16" fmla="*/ 6852450 h 6855225"/>
              <a:gd name="connsiteX17" fmla="*/ 8098751 w 12199799"/>
              <a:gd name="connsiteY17" fmla="*/ 6852450 h 6855225"/>
              <a:gd name="connsiteX18" fmla="*/ 8952824 w 12199799"/>
              <a:gd name="connsiteY18" fmla="*/ 6406846 h 6855225"/>
              <a:gd name="connsiteX19" fmla="*/ 8175673 w 12199799"/>
              <a:gd name="connsiteY19" fmla="*/ 6852450 h 6855225"/>
              <a:gd name="connsiteX20" fmla="*/ 9729977 w 12199799"/>
              <a:gd name="connsiteY20" fmla="*/ 6852450 h 6855225"/>
              <a:gd name="connsiteX21" fmla="*/ 10584056 w 12199799"/>
              <a:gd name="connsiteY21" fmla="*/ 6406846 h 6855225"/>
              <a:gd name="connsiteX22" fmla="*/ 9806900 w 12199799"/>
              <a:gd name="connsiteY22" fmla="*/ 6852450 h 6855225"/>
              <a:gd name="connsiteX23" fmla="*/ 11361208 w 12199799"/>
              <a:gd name="connsiteY23" fmla="*/ 6852450 h 6855225"/>
              <a:gd name="connsiteX24" fmla="*/ 1596722 w 12199799"/>
              <a:gd name="connsiteY24" fmla="*/ 5924618 h 6855225"/>
              <a:gd name="connsiteX25" fmla="*/ 815170 w 12199799"/>
              <a:gd name="connsiteY25" fmla="*/ 6377918 h 6855225"/>
              <a:gd name="connsiteX26" fmla="*/ 1596722 w 12199799"/>
              <a:gd name="connsiteY26" fmla="*/ 6831220 h 6855225"/>
              <a:gd name="connsiteX27" fmla="*/ 3228838 w 12199799"/>
              <a:gd name="connsiteY27" fmla="*/ 5924618 h 6855225"/>
              <a:gd name="connsiteX28" fmla="*/ 2447286 w 12199799"/>
              <a:gd name="connsiteY28" fmla="*/ 6377918 h 6855225"/>
              <a:gd name="connsiteX29" fmla="*/ 3228838 w 12199799"/>
              <a:gd name="connsiteY29" fmla="*/ 6831220 h 6855225"/>
              <a:gd name="connsiteX30" fmla="*/ 4857957 w 12199799"/>
              <a:gd name="connsiteY30" fmla="*/ 5924618 h 6855225"/>
              <a:gd name="connsiteX31" fmla="*/ 4076405 w 12199799"/>
              <a:gd name="connsiteY31" fmla="*/ 6377918 h 6855225"/>
              <a:gd name="connsiteX32" fmla="*/ 4857957 w 12199799"/>
              <a:gd name="connsiteY32" fmla="*/ 6831220 h 6855225"/>
              <a:gd name="connsiteX33" fmla="*/ 6490069 w 12199799"/>
              <a:gd name="connsiteY33" fmla="*/ 5924618 h 6855225"/>
              <a:gd name="connsiteX34" fmla="*/ 5708521 w 12199799"/>
              <a:gd name="connsiteY34" fmla="*/ 6377918 h 6855225"/>
              <a:gd name="connsiteX35" fmla="*/ 6490069 w 12199799"/>
              <a:gd name="connsiteY35" fmla="*/ 6831220 h 6855225"/>
              <a:gd name="connsiteX36" fmla="*/ 8120394 w 12199799"/>
              <a:gd name="connsiteY36" fmla="*/ 5924618 h 6855225"/>
              <a:gd name="connsiteX37" fmla="*/ 7338859 w 12199799"/>
              <a:gd name="connsiteY37" fmla="*/ 6377918 h 6855225"/>
              <a:gd name="connsiteX38" fmla="*/ 8120394 w 12199799"/>
              <a:gd name="connsiteY38" fmla="*/ 6831220 h 6855225"/>
              <a:gd name="connsiteX39" fmla="*/ 9752510 w 12199799"/>
              <a:gd name="connsiteY39" fmla="*/ 5924618 h 6855225"/>
              <a:gd name="connsiteX40" fmla="*/ 8970960 w 12199799"/>
              <a:gd name="connsiteY40" fmla="*/ 6377918 h 6855225"/>
              <a:gd name="connsiteX41" fmla="*/ 9752510 w 12199799"/>
              <a:gd name="connsiteY41" fmla="*/ 6831220 h 6855225"/>
              <a:gd name="connsiteX42" fmla="*/ 11384629 w 12199799"/>
              <a:gd name="connsiteY42" fmla="*/ 5924618 h 6855225"/>
              <a:gd name="connsiteX43" fmla="*/ 10603077 w 12199799"/>
              <a:gd name="connsiteY43" fmla="*/ 6377918 h 6855225"/>
              <a:gd name="connsiteX44" fmla="*/ 11384629 w 12199799"/>
              <a:gd name="connsiteY44" fmla="*/ 6831220 h 6855225"/>
              <a:gd name="connsiteX45" fmla="*/ 0 w 12199799"/>
              <a:gd name="connsiteY45" fmla="*/ 5924618 h 6855225"/>
              <a:gd name="connsiteX46" fmla="*/ 0 w 12199799"/>
              <a:gd name="connsiteY46" fmla="*/ 6831220 h 6855225"/>
              <a:gd name="connsiteX47" fmla="*/ 781552 w 12199799"/>
              <a:gd name="connsiteY47" fmla="*/ 6377919 h 6855225"/>
              <a:gd name="connsiteX48" fmla="*/ 1630341 w 12199799"/>
              <a:gd name="connsiteY48" fmla="*/ 5924618 h 6855225"/>
              <a:gd name="connsiteX49" fmla="*/ 1630341 w 12199799"/>
              <a:gd name="connsiteY49" fmla="*/ 6831220 h 6855225"/>
              <a:gd name="connsiteX50" fmla="*/ 2411893 w 12199799"/>
              <a:gd name="connsiteY50" fmla="*/ 6377919 h 6855225"/>
              <a:gd name="connsiteX51" fmla="*/ 3261235 w 12199799"/>
              <a:gd name="connsiteY51" fmla="*/ 5924618 h 6855225"/>
              <a:gd name="connsiteX52" fmla="*/ 3261235 w 12199799"/>
              <a:gd name="connsiteY52" fmla="*/ 6831220 h 6855225"/>
              <a:gd name="connsiteX53" fmla="*/ 4042787 w 12199799"/>
              <a:gd name="connsiteY53" fmla="*/ 6377919 h 6855225"/>
              <a:gd name="connsiteX54" fmla="*/ 4891576 w 12199799"/>
              <a:gd name="connsiteY54" fmla="*/ 5924618 h 6855225"/>
              <a:gd name="connsiteX55" fmla="*/ 4891576 w 12199799"/>
              <a:gd name="connsiteY55" fmla="*/ 6831220 h 6855225"/>
              <a:gd name="connsiteX56" fmla="*/ 5673128 w 12199799"/>
              <a:gd name="connsiteY56" fmla="*/ 6377919 h 6855225"/>
              <a:gd name="connsiteX57" fmla="*/ 6523688 w 12199799"/>
              <a:gd name="connsiteY57" fmla="*/ 5924618 h 6855225"/>
              <a:gd name="connsiteX58" fmla="*/ 6523688 w 12199799"/>
              <a:gd name="connsiteY58" fmla="*/ 6831220 h 6855225"/>
              <a:gd name="connsiteX59" fmla="*/ 7305243 w 12199799"/>
              <a:gd name="connsiteY59" fmla="*/ 6377919 h 6855225"/>
              <a:gd name="connsiteX60" fmla="*/ 8154013 w 12199799"/>
              <a:gd name="connsiteY60" fmla="*/ 5924618 h 6855225"/>
              <a:gd name="connsiteX61" fmla="*/ 8154013 w 12199799"/>
              <a:gd name="connsiteY61" fmla="*/ 6831220 h 6855225"/>
              <a:gd name="connsiteX62" fmla="*/ 8935564 w 12199799"/>
              <a:gd name="connsiteY62" fmla="*/ 6377919 h 6855225"/>
              <a:gd name="connsiteX63" fmla="*/ 9786128 w 12199799"/>
              <a:gd name="connsiteY63" fmla="*/ 5924618 h 6855225"/>
              <a:gd name="connsiteX64" fmla="*/ 9786128 w 12199799"/>
              <a:gd name="connsiteY64" fmla="*/ 6831220 h 6855225"/>
              <a:gd name="connsiteX65" fmla="*/ 10567682 w 12199799"/>
              <a:gd name="connsiteY65" fmla="*/ 6377919 h 6855225"/>
              <a:gd name="connsiteX66" fmla="*/ 11418248 w 12199799"/>
              <a:gd name="connsiteY66" fmla="*/ 5924618 h 6855225"/>
              <a:gd name="connsiteX67" fmla="*/ 11418248 w 12199799"/>
              <a:gd name="connsiteY67" fmla="*/ 6831220 h 6855225"/>
              <a:gd name="connsiteX68" fmla="*/ 12199798 w 12199799"/>
              <a:gd name="connsiteY68" fmla="*/ 6377919 h 6855225"/>
              <a:gd name="connsiteX69" fmla="*/ 781554 w 12199799"/>
              <a:gd name="connsiteY69" fmla="*/ 5438511 h 6855225"/>
              <a:gd name="connsiteX70" fmla="*/ 1 w 12199799"/>
              <a:gd name="connsiteY70" fmla="*/ 5891812 h 6855225"/>
              <a:gd name="connsiteX71" fmla="*/ 781554 w 12199799"/>
              <a:gd name="connsiteY71" fmla="*/ 6345112 h 6855225"/>
              <a:gd name="connsiteX72" fmla="*/ 815170 w 12199799"/>
              <a:gd name="connsiteY72" fmla="*/ 5438511 h 6855225"/>
              <a:gd name="connsiteX73" fmla="*/ 815170 w 12199799"/>
              <a:gd name="connsiteY73" fmla="*/ 6345112 h 6855225"/>
              <a:gd name="connsiteX74" fmla="*/ 1596723 w 12199799"/>
              <a:gd name="connsiteY74" fmla="*/ 5891811 h 6855225"/>
              <a:gd name="connsiteX75" fmla="*/ 2411894 w 12199799"/>
              <a:gd name="connsiteY75" fmla="*/ 5438511 h 6855225"/>
              <a:gd name="connsiteX76" fmla="*/ 1630341 w 12199799"/>
              <a:gd name="connsiteY76" fmla="*/ 5891812 h 6855225"/>
              <a:gd name="connsiteX77" fmla="*/ 2411894 w 12199799"/>
              <a:gd name="connsiteY77" fmla="*/ 6345112 h 6855225"/>
              <a:gd name="connsiteX78" fmla="*/ 2447286 w 12199799"/>
              <a:gd name="connsiteY78" fmla="*/ 5438511 h 6855225"/>
              <a:gd name="connsiteX79" fmla="*/ 2447286 w 12199799"/>
              <a:gd name="connsiteY79" fmla="*/ 6345112 h 6855225"/>
              <a:gd name="connsiteX80" fmla="*/ 3228839 w 12199799"/>
              <a:gd name="connsiteY80" fmla="*/ 5891811 h 6855225"/>
              <a:gd name="connsiteX81" fmla="*/ 4042789 w 12199799"/>
              <a:gd name="connsiteY81" fmla="*/ 5438511 h 6855225"/>
              <a:gd name="connsiteX82" fmla="*/ 3261236 w 12199799"/>
              <a:gd name="connsiteY82" fmla="*/ 5891812 h 6855225"/>
              <a:gd name="connsiteX83" fmla="*/ 4042789 w 12199799"/>
              <a:gd name="connsiteY83" fmla="*/ 6345112 h 6855225"/>
              <a:gd name="connsiteX84" fmla="*/ 4076405 w 12199799"/>
              <a:gd name="connsiteY84" fmla="*/ 5438511 h 6855225"/>
              <a:gd name="connsiteX85" fmla="*/ 4076405 w 12199799"/>
              <a:gd name="connsiteY85" fmla="*/ 6345112 h 6855225"/>
              <a:gd name="connsiteX86" fmla="*/ 4857958 w 12199799"/>
              <a:gd name="connsiteY86" fmla="*/ 5891811 h 6855225"/>
              <a:gd name="connsiteX87" fmla="*/ 5673129 w 12199799"/>
              <a:gd name="connsiteY87" fmla="*/ 5438511 h 6855225"/>
              <a:gd name="connsiteX88" fmla="*/ 4891576 w 12199799"/>
              <a:gd name="connsiteY88" fmla="*/ 5891812 h 6855225"/>
              <a:gd name="connsiteX89" fmla="*/ 5673129 w 12199799"/>
              <a:gd name="connsiteY89" fmla="*/ 6345112 h 6855225"/>
              <a:gd name="connsiteX90" fmla="*/ 5708521 w 12199799"/>
              <a:gd name="connsiteY90" fmla="*/ 5438511 h 6855225"/>
              <a:gd name="connsiteX91" fmla="*/ 5708521 w 12199799"/>
              <a:gd name="connsiteY91" fmla="*/ 6345112 h 6855225"/>
              <a:gd name="connsiteX92" fmla="*/ 6490069 w 12199799"/>
              <a:gd name="connsiteY92" fmla="*/ 5891811 h 6855225"/>
              <a:gd name="connsiteX93" fmla="*/ 7305243 w 12199799"/>
              <a:gd name="connsiteY93" fmla="*/ 5438511 h 6855225"/>
              <a:gd name="connsiteX94" fmla="*/ 6523688 w 12199799"/>
              <a:gd name="connsiteY94" fmla="*/ 5891812 h 6855225"/>
              <a:gd name="connsiteX95" fmla="*/ 7305243 w 12199799"/>
              <a:gd name="connsiteY95" fmla="*/ 6345112 h 6855225"/>
              <a:gd name="connsiteX96" fmla="*/ 7338859 w 12199799"/>
              <a:gd name="connsiteY96" fmla="*/ 5438511 h 6855225"/>
              <a:gd name="connsiteX97" fmla="*/ 7338859 w 12199799"/>
              <a:gd name="connsiteY97" fmla="*/ 6345112 h 6855225"/>
              <a:gd name="connsiteX98" fmla="*/ 8120395 w 12199799"/>
              <a:gd name="connsiteY98" fmla="*/ 5891811 h 6855225"/>
              <a:gd name="connsiteX99" fmla="*/ 8935566 w 12199799"/>
              <a:gd name="connsiteY99" fmla="*/ 5438511 h 6855225"/>
              <a:gd name="connsiteX100" fmla="*/ 8154014 w 12199799"/>
              <a:gd name="connsiteY100" fmla="*/ 5891812 h 6855225"/>
              <a:gd name="connsiteX101" fmla="*/ 8935566 w 12199799"/>
              <a:gd name="connsiteY101" fmla="*/ 6345112 h 6855225"/>
              <a:gd name="connsiteX102" fmla="*/ 8970959 w 12199799"/>
              <a:gd name="connsiteY102" fmla="*/ 5438511 h 6855225"/>
              <a:gd name="connsiteX103" fmla="*/ 8970959 w 12199799"/>
              <a:gd name="connsiteY103" fmla="*/ 6345112 h 6855225"/>
              <a:gd name="connsiteX104" fmla="*/ 9752511 w 12199799"/>
              <a:gd name="connsiteY104" fmla="*/ 5891811 h 6855225"/>
              <a:gd name="connsiteX105" fmla="*/ 10567683 w 12199799"/>
              <a:gd name="connsiteY105" fmla="*/ 5438511 h 6855225"/>
              <a:gd name="connsiteX106" fmla="*/ 9786128 w 12199799"/>
              <a:gd name="connsiteY106" fmla="*/ 5891812 h 6855225"/>
              <a:gd name="connsiteX107" fmla="*/ 10567683 w 12199799"/>
              <a:gd name="connsiteY107" fmla="*/ 6345112 h 6855225"/>
              <a:gd name="connsiteX108" fmla="*/ 10603076 w 12199799"/>
              <a:gd name="connsiteY108" fmla="*/ 5438511 h 6855225"/>
              <a:gd name="connsiteX109" fmla="*/ 10603076 w 12199799"/>
              <a:gd name="connsiteY109" fmla="*/ 6345112 h 6855225"/>
              <a:gd name="connsiteX110" fmla="*/ 11384630 w 12199799"/>
              <a:gd name="connsiteY110" fmla="*/ 5891811 h 6855225"/>
              <a:gd name="connsiteX111" fmla="*/ 12199799 w 12199799"/>
              <a:gd name="connsiteY111" fmla="*/ 5438511 h 6855225"/>
              <a:gd name="connsiteX112" fmla="*/ 11418248 w 12199799"/>
              <a:gd name="connsiteY112" fmla="*/ 5891812 h 6855225"/>
              <a:gd name="connsiteX113" fmla="*/ 12199799 w 12199799"/>
              <a:gd name="connsiteY113" fmla="*/ 6345112 h 6855225"/>
              <a:gd name="connsiteX114" fmla="*/ 1596722 w 12199799"/>
              <a:gd name="connsiteY114" fmla="*/ 4943763 h 6855225"/>
              <a:gd name="connsiteX115" fmla="*/ 815170 w 12199799"/>
              <a:gd name="connsiteY115" fmla="*/ 5397063 h 6855225"/>
              <a:gd name="connsiteX116" fmla="*/ 1596722 w 12199799"/>
              <a:gd name="connsiteY116" fmla="*/ 5850364 h 6855225"/>
              <a:gd name="connsiteX117" fmla="*/ 3228838 w 12199799"/>
              <a:gd name="connsiteY117" fmla="*/ 4943763 h 6855225"/>
              <a:gd name="connsiteX118" fmla="*/ 2447286 w 12199799"/>
              <a:gd name="connsiteY118" fmla="*/ 5397063 h 6855225"/>
              <a:gd name="connsiteX119" fmla="*/ 3228838 w 12199799"/>
              <a:gd name="connsiteY119" fmla="*/ 5850364 h 6855225"/>
              <a:gd name="connsiteX120" fmla="*/ 4857957 w 12199799"/>
              <a:gd name="connsiteY120" fmla="*/ 4943763 h 6855225"/>
              <a:gd name="connsiteX121" fmla="*/ 4076405 w 12199799"/>
              <a:gd name="connsiteY121" fmla="*/ 5397063 h 6855225"/>
              <a:gd name="connsiteX122" fmla="*/ 4857957 w 12199799"/>
              <a:gd name="connsiteY122" fmla="*/ 5850364 h 6855225"/>
              <a:gd name="connsiteX123" fmla="*/ 6490069 w 12199799"/>
              <a:gd name="connsiteY123" fmla="*/ 4943763 h 6855225"/>
              <a:gd name="connsiteX124" fmla="*/ 5708521 w 12199799"/>
              <a:gd name="connsiteY124" fmla="*/ 5397063 h 6855225"/>
              <a:gd name="connsiteX125" fmla="*/ 6490069 w 12199799"/>
              <a:gd name="connsiteY125" fmla="*/ 5850364 h 6855225"/>
              <a:gd name="connsiteX126" fmla="*/ 8120394 w 12199799"/>
              <a:gd name="connsiteY126" fmla="*/ 4943763 h 6855225"/>
              <a:gd name="connsiteX127" fmla="*/ 7338859 w 12199799"/>
              <a:gd name="connsiteY127" fmla="*/ 5397063 h 6855225"/>
              <a:gd name="connsiteX128" fmla="*/ 8120394 w 12199799"/>
              <a:gd name="connsiteY128" fmla="*/ 5850364 h 6855225"/>
              <a:gd name="connsiteX129" fmla="*/ 9752510 w 12199799"/>
              <a:gd name="connsiteY129" fmla="*/ 4943763 h 6855225"/>
              <a:gd name="connsiteX130" fmla="*/ 8970960 w 12199799"/>
              <a:gd name="connsiteY130" fmla="*/ 5397063 h 6855225"/>
              <a:gd name="connsiteX131" fmla="*/ 9752510 w 12199799"/>
              <a:gd name="connsiteY131" fmla="*/ 5850364 h 6855225"/>
              <a:gd name="connsiteX132" fmla="*/ 11384629 w 12199799"/>
              <a:gd name="connsiteY132" fmla="*/ 4943763 h 6855225"/>
              <a:gd name="connsiteX133" fmla="*/ 10603076 w 12199799"/>
              <a:gd name="connsiteY133" fmla="*/ 5397063 h 6855225"/>
              <a:gd name="connsiteX134" fmla="*/ 11384629 w 12199799"/>
              <a:gd name="connsiteY134" fmla="*/ 5850364 h 6855225"/>
              <a:gd name="connsiteX135" fmla="*/ 0 w 12199799"/>
              <a:gd name="connsiteY135" fmla="*/ 4943763 h 6855225"/>
              <a:gd name="connsiteX136" fmla="*/ 0 w 12199799"/>
              <a:gd name="connsiteY136" fmla="*/ 5850365 h 6855225"/>
              <a:gd name="connsiteX137" fmla="*/ 781552 w 12199799"/>
              <a:gd name="connsiteY137" fmla="*/ 5397064 h 6855225"/>
              <a:gd name="connsiteX138" fmla="*/ 1630341 w 12199799"/>
              <a:gd name="connsiteY138" fmla="*/ 4943763 h 6855225"/>
              <a:gd name="connsiteX139" fmla="*/ 1630341 w 12199799"/>
              <a:gd name="connsiteY139" fmla="*/ 5850365 h 6855225"/>
              <a:gd name="connsiteX140" fmla="*/ 2411893 w 12199799"/>
              <a:gd name="connsiteY140" fmla="*/ 5397064 h 6855225"/>
              <a:gd name="connsiteX141" fmla="*/ 3261235 w 12199799"/>
              <a:gd name="connsiteY141" fmla="*/ 4943763 h 6855225"/>
              <a:gd name="connsiteX142" fmla="*/ 3261235 w 12199799"/>
              <a:gd name="connsiteY142" fmla="*/ 5850365 h 6855225"/>
              <a:gd name="connsiteX143" fmla="*/ 4042787 w 12199799"/>
              <a:gd name="connsiteY143" fmla="*/ 5397064 h 6855225"/>
              <a:gd name="connsiteX144" fmla="*/ 4891576 w 12199799"/>
              <a:gd name="connsiteY144" fmla="*/ 4943763 h 6855225"/>
              <a:gd name="connsiteX145" fmla="*/ 4891576 w 12199799"/>
              <a:gd name="connsiteY145" fmla="*/ 5850365 h 6855225"/>
              <a:gd name="connsiteX146" fmla="*/ 5673128 w 12199799"/>
              <a:gd name="connsiteY146" fmla="*/ 5397064 h 6855225"/>
              <a:gd name="connsiteX147" fmla="*/ 6523688 w 12199799"/>
              <a:gd name="connsiteY147" fmla="*/ 4943763 h 6855225"/>
              <a:gd name="connsiteX148" fmla="*/ 6523688 w 12199799"/>
              <a:gd name="connsiteY148" fmla="*/ 5850365 h 6855225"/>
              <a:gd name="connsiteX149" fmla="*/ 7305243 w 12199799"/>
              <a:gd name="connsiteY149" fmla="*/ 5397064 h 6855225"/>
              <a:gd name="connsiteX150" fmla="*/ 8154013 w 12199799"/>
              <a:gd name="connsiteY150" fmla="*/ 4943763 h 6855225"/>
              <a:gd name="connsiteX151" fmla="*/ 8154013 w 12199799"/>
              <a:gd name="connsiteY151" fmla="*/ 5850365 h 6855225"/>
              <a:gd name="connsiteX152" fmla="*/ 8935564 w 12199799"/>
              <a:gd name="connsiteY152" fmla="*/ 5397064 h 6855225"/>
              <a:gd name="connsiteX153" fmla="*/ 9786128 w 12199799"/>
              <a:gd name="connsiteY153" fmla="*/ 4943763 h 6855225"/>
              <a:gd name="connsiteX154" fmla="*/ 9786128 w 12199799"/>
              <a:gd name="connsiteY154" fmla="*/ 5850365 h 6855225"/>
              <a:gd name="connsiteX155" fmla="*/ 10567681 w 12199799"/>
              <a:gd name="connsiteY155" fmla="*/ 5397064 h 6855225"/>
              <a:gd name="connsiteX156" fmla="*/ 11418247 w 12199799"/>
              <a:gd name="connsiteY156" fmla="*/ 4943763 h 6855225"/>
              <a:gd name="connsiteX157" fmla="*/ 11418247 w 12199799"/>
              <a:gd name="connsiteY157" fmla="*/ 5850365 h 6855225"/>
              <a:gd name="connsiteX158" fmla="*/ 12199798 w 12199799"/>
              <a:gd name="connsiteY158" fmla="*/ 5397064 h 6855225"/>
              <a:gd name="connsiteX159" fmla="*/ 781554 w 12199799"/>
              <a:gd name="connsiteY159" fmla="*/ 4455068 h 6855225"/>
              <a:gd name="connsiteX160" fmla="*/ 1 w 12199799"/>
              <a:gd name="connsiteY160" fmla="*/ 4908369 h 6855225"/>
              <a:gd name="connsiteX161" fmla="*/ 781554 w 12199799"/>
              <a:gd name="connsiteY161" fmla="*/ 5361669 h 6855225"/>
              <a:gd name="connsiteX162" fmla="*/ 815170 w 12199799"/>
              <a:gd name="connsiteY162" fmla="*/ 4455068 h 6855225"/>
              <a:gd name="connsiteX163" fmla="*/ 815170 w 12199799"/>
              <a:gd name="connsiteY163" fmla="*/ 5361669 h 6855225"/>
              <a:gd name="connsiteX164" fmla="*/ 1596723 w 12199799"/>
              <a:gd name="connsiteY164" fmla="*/ 4908368 h 6855225"/>
              <a:gd name="connsiteX165" fmla="*/ 2411894 w 12199799"/>
              <a:gd name="connsiteY165" fmla="*/ 4455068 h 6855225"/>
              <a:gd name="connsiteX166" fmla="*/ 1630341 w 12199799"/>
              <a:gd name="connsiteY166" fmla="*/ 4908369 h 6855225"/>
              <a:gd name="connsiteX167" fmla="*/ 2411894 w 12199799"/>
              <a:gd name="connsiteY167" fmla="*/ 5361669 h 6855225"/>
              <a:gd name="connsiteX168" fmla="*/ 2447286 w 12199799"/>
              <a:gd name="connsiteY168" fmla="*/ 4455068 h 6855225"/>
              <a:gd name="connsiteX169" fmla="*/ 2447286 w 12199799"/>
              <a:gd name="connsiteY169" fmla="*/ 5361669 h 6855225"/>
              <a:gd name="connsiteX170" fmla="*/ 3228839 w 12199799"/>
              <a:gd name="connsiteY170" fmla="*/ 4908368 h 6855225"/>
              <a:gd name="connsiteX171" fmla="*/ 4042789 w 12199799"/>
              <a:gd name="connsiteY171" fmla="*/ 4455068 h 6855225"/>
              <a:gd name="connsiteX172" fmla="*/ 3261236 w 12199799"/>
              <a:gd name="connsiteY172" fmla="*/ 4908369 h 6855225"/>
              <a:gd name="connsiteX173" fmla="*/ 4042789 w 12199799"/>
              <a:gd name="connsiteY173" fmla="*/ 5361669 h 6855225"/>
              <a:gd name="connsiteX174" fmla="*/ 4076405 w 12199799"/>
              <a:gd name="connsiteY174" fmla="*/ 4455068 h 6855225"/>
              <a:gd name="connsiteX175" fmla="*/ 4076405 w 12199799"/>
              <a:gd name="connsiteY175" fmla="*/ 5361669 h 6855225"/>
              <a:gd name="connsiteX176" fmla="*/ 4857958 w 12199799"/>
              <a:gd name="connsiteY176" fmla="*/ 4908368 h 6855225"/>
              <a:gd name="connsiteX177" fmla="*/ 5673129 w 12199799"/>
              <a:gd name="connsiteY177" fmla="*/ 4455068 h 6855225"/>
              <a:gd name="connsiteX178" fmla="*/ 4891576 w 12199799"/>
              <a:gd name="connsiteY178" fmla="*/ 4908369 h 6855225"/>
              <a:gd name="connsiteX179" fmla="*/ 5673129 w 12199799"/>
              <a:gd name="connsiteY179" fmla="*/ 5361669 h 6855225"/>
              <a:gd name="connsiteX180" fmla="*/ 5708521 w 12199799"/>
              <a:gd name="connsiteY180" fmla="*/ 4455068 h 6855225"/>
              <a:gd name="connsiteX181" fmla="*/ 5708521 w 12199799"/>
              <a:gd name="connsiteY181" fmla="*/ 5361669 h 6855225"/>
              <a:gd name="connsiteX182" fmla="*/ 6490069 w 12199799"/>
              <a:gd name="connsiteY182" fmla="*/ 4908368 h 6855225"/>
              <a:gd name="connsiteX183" fmla="*/ 7305243 w 12199799"/>
              <a:gd name="connsiteY183" fmla="*/ 4455068 h 6855225"/>
              <a:gd name="connsiteX184" fmla="*/ 6523688 w 12199799"/>
              <a:gd name="connsiteY184" fmla="*/ 4908369 h 6855225"/>
              <a:gd name="connsiteX185" fmla="*/ 7305243 w 12199799"/>
              <a:gd name="connsiteY185" fmla="*/ 5361669 h 6855225"/>
              <a:gd name="connsiteX186" fmla="*/ 7338859 w 12199799"/>
              <a:gd name="connsiteY186" fmla="*/ 4455068 h 6855225"/>
              <a:gd name="connsiteX187" fmla="*/ 7338859 w 12199799"/>
              <a:gd name="connsiteY187" fmla="*/ 5361669 h 6855225"/>
              <a:gd name="connsiteX188" fmla="*/ 8120395 w 12199799"/>
              <a:gd name="connsiteY188" fmla="*/ 4908368 h 6855225"/>
              <a:gd name="connsiteX189" fmla="*/ 8935566 w 12199799"/>
              <a:gd name="connsiteY189" fmla="*/ 4455068 h 6855225"/>
              <a:gd name="connsiteX190" fmla="*/ 8154014 w 12199799"/>
              <a:gd name="connsiteY190" fmla="*/ 4908369 h 6855225"/>
              <a:gd name="connsiteX191" fmla="*/ 8935566 w 12199799"/>
              <a:gd name="connsiteY191" fmla="*/ 5361669 h 6855225"/>
              <a:gd name="connsiteX192" fmla="*/ 8970959 w 12199799"/>
              <a:gd name="connsiteY192" fmla="*/ 4455068 h 6855225"/>
              <a:gd name="connsiteX193" fmla="*/ 8970959 w 12199799"/>
              <a:gd name="connsiteY193" fmla="*/ 5361669 h 6855225"/>
              <a:gd name="connsiteX194" fmla="*/ 9752511 w 12199799"/>
              <a:gd name="connsiteY194" fmla="*/ 4908368 h 6855225"/>
              <a:gd name="connsiteX195" fmla="*/ 10567683 w 12199799"/>
              <a:gd name="connsiteY195" fmla="*/ 4455068 h 6855225"/>
              <a:gd name="connsiteX196" fmla="*/ 9786128 w 12199799"/>
              <a:gd name="connsiteY196" fmla="*/ 4908369 h 6855225"/>
              <a:gd name="connsiteX197" fmla="*/ 10567683 w 12199799"/>
              <a:gd name="connsiteY197" fmla="*/ 5361669 h 6855225"/>
              <a:gd name="connsiteX198" fmla="*/ 10603076 w 12199799"/>
              <a:gd name="connsiteY198" fmla="*/ 4455068 h 6855225"/>
              <a:gd name="connsiteX199" fmla="*/ 10603076 w 12199799"/>
              <a:gd name="connsiteY199" fmla="*/ 5361669 h 6855225"/>
              <a:gd name="connsiteX200" fmla="*/ 11384629 w 12199799"/>
              <a:gd name="connsiteY200" fmla="*/ 4908368 h 6855225"/>
              <a:gd name="connsiteX201" fmla="*/ 12199799 w 12199799"/>
              <a:gd name="connsiteY201" fmla="*/ 4455068 h 6855225"/>
              <a:gd name="connsiteX202" fmla="*/ 11418247 w 12199799"/>
              <a:gd name="connsiteY202" fmla="*/ 4908369 h 6855225"/>
              <a:gd name="connsiteX203" fmla="*/ 12199799 w 12199799"/>
              <a:gd name="connsiteY203" fmla="*/ 5361669 h 6855225"/>
              <a:gd name="connsiteX204" fmla="*/ 1596722 w 12199799"/>
              <a:gd name="connsiteY204" fmla="*/ 3960320 h 6855225"/>
              <a:gd name="connsiteX205" fmla="*/ 815170 w 12199799"/>
              <a:gd name="connsiteY205" fmla="*/ 4413620 h 6855225"/>
              <a:gd name="connsiteX206" fmla="*/ 1596722 w 12199799"/>
              <a:gd name="connsiteY206" fmla="*/ 4866921 h 6855225"/>
              <a:gd name="connsiteX207" fmla="*/ 3228838 w 12199799"/>
              <a:gd name="connsiteY207" fmla="*/ 3960320 h 6855225"/>
              <a:gd name="connsiteX208" fmla="*/ 2447286 w 12199799"/>
              <a:gd name="connsiteY208" fmla="*/ 4413620 h 6855225"/>
              <a:gd name="connsiteX209" fmla="*/ 3228838 w 12199799"/>
              <a:gd name="connsiteY209" fmla="*/ 4866921 h 6855225"/>
              <a:gd name="connsiteX210" fmla="*/ 4857957 w 12199799"/>
              <a:gd name="connsiteY210" fmla="*/ 3960320 h 6855225"/>
              <a:gd name="connsiteX211" fmla="*/ 4076405 w 12199799"/>
              <a:gd name="connsiteY211" fmla="*/ 4413620 h 6855225"/>
              <a:gd name="connsiteX212" fmla="*/ 4857957 w 12199799"/>
              <a:gd name="connsiteY212" fmla="*/ 4866921 h 6855225"/>
              <a:gd name="connsiteX213" fmla="*/ 6490069 w 12199799"/>
              <a:gd name="connsiteY213" fmla="*/ 3960320 h 6855225"/>
              <a:gd name="connsiteX214" fmla="*/ 5708521 w 12199799"/>
              <a:gd name="connsiteY214" fmla="*/ 4413620 h 6855225"/>
              <a:gd name="connsiteX215" fmla="*/ 6490069 w 12199799"/>
              <a:gd name="connsiteY215" fmla="*/ 4866921 h 6855225"/>
              <a:gd name="connsiteX216" fmla="*/ 8120394 w 12199799"/>
              <a:gd name="connsiteY216" fmla="*/ 3960320 h 6855225"/>
              <a:gd name="connsiteX217" fmla="*/ 7338859 w 12199799"/>
              <a:gd name="connsiteY217" fmla="*/ 4413620 h 6855225"/>
              <a:gd name="connsiteX218" fmla="*/ 8120394 w 12199799"/>
              <a:gd name="connsiteY218" fmla="*/ 4866921 h 6855225"/>
              <a:gd name="connsiteX219" fmla="*/ 9752510 w 12199799"/>
              <a:gd name="connsiteY219" fmla="*/ 3960320 h 6855225"/>
              <a:gd name="connsiteX220" fmla="*/ 8970960 w 12199799"/>
              <a:gd name="connsiteY220" fmla="*/ 4413620 h 6855225"/>
              <a:gd name="connsiteX221" fmla="*/ 9752510 w 12199799"/>
              <a:gd name="connsiteY221" fmla="*/ 4866921 h 6855225"/>
              <a:gd name="connsiteX222" fmla="*/ 11384629 w 12199799"/>
              <a:gd name="connsiteY222" fmla="*/ 3960320 h 6855225"/>
              <a:gd name="connsiteX223" fmla="*/ 10603076 w 12199799"/>
              <a:gd name="connsiteY223" fmla="*/ 4413620 h 6855225"/>
              <a:gd name="connsiteX224" fmla="*/ 11384629 w 12199799"/>
              <a:gd name="connsiteY224" fmla="*/ 4866921 h 6855225"/>
              <a:gd name="connsiteX225" fmla="*/ 0 w 12199799"/>
              <a:gd name="connsiteY225" fmla="*/ 3960320 h 6855225"/>
              <a:gd name="connsiteX226" fmla="*/ 0 w 12199799"/>
              <a:gd name="connsiteY226" fmla="*/ 4866922 h 6855225"/>
              <a:gd name="connsiteX227" fmla="*/ 781552 w 12199799"/>
              <a:gd name="connsiteY227" fmla="*/ 4413621 h 6855225"/>
              <a:gd name="connsiteX228" fmla="*/ 1630341 w 12199799"/>
              <a:gd name="connsiteY228" fmla="*/ 3960320 h 6855225"/>
              <a:gd name="connsiteX229" fmla="*/ 1630341 w 12199799"/>
              <a:gd name="connsiteY229" fmla="*/ 4866922 h 6855225"/>
              <a:gd name="connsiteX230" fmla="*/ 2411893 w 12199799"/>
              <a:gd name="connsiteY230" fmla="*/ 4413621 h 6855225"/>
              <a:gd name="connsiteX231" fmla="*/ 3261235 w 12199799"/>
              <a:gd name="connsiteY231" fmla="*/ 3960320 h 6855225"/>
              <a:gd name="connsiteX232" fmla="*/ 3261235 w 12199799"/>
              <a:gd name="connsiteY232" fmla="*/ 4866922 h 6855225"/>
              <a:gd name="connsiteX233" fmla="*/ 4042787 w 12199799"/>
              <a:gd name="connsiteY233" fmla="*/ 4413621 h 6855225"/>
              <a:gd name="connsiteX234" fmla="*/ 4891576 w 12199799"/>
              <a:gd name="connsiteY234" fmla="*/ 3960320 h 6855225"/>
              <a:gd name="connsiteX235" fmla="*/ 4891576 w 12199799"/>
              <a:gd name="connsiteY235" fmla="*/ 4866922 h 6855225"/>
              <a:gd name="connsiteX236" fmla="*/ 5673128 w 12199799"/>
              <a:gd name="connsiteY236" fmla="*/ 4413621 h 6855225"/>
              <a:gd name="connsiteX237" fmla="*/ 6523688 w 12199799"/>
              <a:gd name="connsiteY237" fmla="*/ 3960320 h 6855225"/>
              <a:gd name="connsiteX238" fmla="*/ 6523688 w 12199799"/>
              <a:gd name="connsiteY238" fmla="*/ 4866922 h 6855225"/>
              <a:gd name="connsiteX239" fmla="*/ 7305243 w 12199799"/>
              <a:gd name="connsiteY239" fmla="*/ 4413621 h 6855225"/>
              <a:gd name="connsiteX240" fmla="*/ 8154013 w 12199799"/>
              <a:gd name="connsiteY240" fmla="*/ 3960320 h 6855225"/>
              <a:gd name="connsiteX241" fmla="*/ 8154013 w 12199799"/>
              <a:gd name="connsiteY241" fmla="*/ 4866922 h 6855225"/>
              <a:gd name="connsiteX242" fmla="*/ 8935564 w 12199799"/>
              <a:gd name="connsiteY242" fmla="*/ 4413621 h 6855225"/>
              <a:gd name="connsiteX243" fmla="*/ 9786127 w 12199799"/>
              <a:gd name="connsiteY243" fmla="*/ 3960320 h 6855225"/>
              <a:gd name="connsiteX244" fmla="*/ 9786127 w 12199799"/>
              <a:gd name="connsiteY244" fmla="*/ 4866922 h 6855225"/>
              <a:gd name="connsiteX245" fmla="*/ 10567681 w 12199799"/>
              <a:gd name="connsiteY245" fmla="*/ 4413621 h 6855225"/>
              <a:gd name="connsiteX246" fmla="*/ 11418247 w 12199799"/>
              <a:gd name="connsiteY246" fmla="*/ 3960320 h 6855225"/>
              <a:gd name="connsiteX247" fmla="*/ 11418247 w 12199799"/>
              <a:gd name="connsiteY247" fmla="*/ 4866922 h 6855225"/>
              <a:gd name="connsiteX248" fmla="*/ 12199798 w 12199799"/>
              <a:gd name="connsiteY248" fmla="*/ 4413621 h 6855225"/>
              <a:gd name="connsiteX249" fmla="*/ 781554 w 12199799"/>
              <a:gd name="connsiteY249" fmla="*/ 3468161 h 6855225"/>
              <a:gd name="connsiteX250" fmla="*/ 1 w 12199799"/>
              <a:gd name="connsiteY250" fmla="*/ 3921462 h 6855225"/>
              <a:gd name="connsiteX251" fmla="*/ 781554 w 12199799"/>
              <a:gd name="connsiteY251" fmla="*/ 4374762 h 6855225"/>
              <a:gd name="connsiteX252" fmla="*/ 815170 w 12199799"/>
              <a:gd name="connsiteY252" fmla="*/ 3468161 h 6855225"/>
              <a:gd name="connsiteX253" fmla="*/ 815170 w 12199799"/>
              <a:gd name="connsiteY253" fmla="*/ 4374762 h 6855225"/>
              <a:gd name="connsiteX254" fmla="*/ 1596723 w 12199799"/>
              <a:gd name="connsiteY254" fmla="*/ 3921461 h 6855225"/>
              <a:gd name="connsiteX255" fmla="*/ 2411894 w 12199799"/>
              <a:gd name="connsiteY255" fmla="*/ 3468161 h 6855225"/>
              <a:gd name="connsiteX256" fmla="*/ 1630341 w 12199799"/>
              <a:gd name="connsiteY256" fmla="*/ 3921462 h 6855225"/>
              <a:gd name="connsiteX257" fmla="*/ 2411894 w 12199799"/>
              <a:gd name="connsiteY257" fmla="*/ 4374762 h 6855225"/>
              <a:gd name="connsiteX258" fmla="*/ 2447286 w 12199799"/>
              <a:gd name="connsiteY258" fmla="*/ 3468161 h 6855225"/>
              <a:gd name="connsiteX259" fmla="*/ 2447286 w 12199799"/>
              <a:gd name="connsiteY259" fmla="*/ 4374762 h 6855225"/>
              <a:gd name="connsiteX260" fmla="*/ 3228839 w 12199799"/>
              <a:gd name="connsiteY260" fmla="*/ 3921461 h 6855225"/>
              <a:gd name="connsiteX261" fmla="*/ 4042789 w 12199799"/>
              <a:gd name="connsiteY261" fmla="*/ 3468161 h 6855225"/>
              <a:gd name="connsiteX262" fmla="*/ 3261236 w 12199799"/>
              <a:gd name="connsiteY262" fmla="*/ 3921462 h 6855225"/>
              <a:gd name="connsiteX263" fmla="*/ 4042789 w 12199799"/>
              <a:gd name="connsiteY263" fmla="*/ 4374762 h 6855225"/>
              <a:gd name="connsiteX264" fmla="*/ 4076405 w 12199799"/>
              <a:gd name="connsiteY264" fmla="*/ 3468161 h 6855225"/>
              <a:gd name="connsiteX265" fmla="*/ 4076405 w 12199799"/>
              <a:gd name="connsiteY265" fmla="*/ 4374762 h 6855225"/>
              <a:gd name="connsiteX266" fmla="*/ 4857958 w 12199799"/>
              <a:gd name="connsiteY266" fmla="*/ 3921461 h 6855225"/>
              <a:gd name="connsiteX267" fmla="*/ 5673129 w 12199799"/>
              <a:gd name="connsiteY267" fmla="*/ 3468161 h 6855225"/>
              <a:gd name="connsiteX268" fmla="*/ 4891576 w 12199799"/>
              <a:gd name="connsiteY268" fmla="*/ 3921462 h 6855225"/>
              <a:gd name="connsiteX269" fmla="*/ 5673129 w 12199799"/>
              <a:gd name="connsiteY269" fmla="*/ 4374762 h 6855225"/>
              <a:gd name="connsiteX270" fmla="*/ 5708521 w 12199799"/>
              <a:gd name="connsiteY270" fmla="*/ 3468161 h 6855225"/>
              <a:gd name="connsiteX271" fmla="*/ 5708521 w 12199799"/>
              <a:gd name="connsiteY271" fmla="*/ 4374762 h 6855225"/>
              <a:gd name="connsiteX272" fmla="*/ 6490069 w 12199799"/>
              <a:gd name="connsiteY272" fmla="*/ 3921461 h 6855225"/>
              <a:gd name="connsiteX273" fmla="*/ 7305243 w 12199799"/>
              <a:gd name="connsiteY273" fmla="*/ 3468161 h 6855225"/>
              <a:gd name="connsiteX274" fmla="*/ 6523688 w 12199799"/>
              <a:gd name="connsiteY274" fmla="*/ 3921462 h 6855225"/>
              <a:gd name="connsiteX275" fmla="*/ 7305243 w 12199799"/>
              <a:gd name="connsiteY275" fmla="*/ 4374762 h 6855225"/>
              <a:gd name="connsiteX276" fmla="*/ 7338859 w 12199799"/>
              <a:gd name="connsiteY276" fmla="*/ 3468161 h 6855225"/>
              <a:gd name="connsiteX277" fmla="*/ 7338859 w 12199799"/>
              <a:gd name="connsiteY277" fmla="*/ 4374762 h 6855225"/>
              <a:gd name="connsiteX278" fmla="*/ 8120395 w 12199799"/>
              <a:gd name="connsiteY278" fmla="*/ 3921461 h 6855225"/>
              <a:gd name="connsiteX279" fmla="*/ 8935566 w 12199799"/>
              <a:gd name="connsiteY279" fmla="*/ 3468161 h 6855225"/>
              <a:gd name="connsiteX280" fmla="*/ 8154014 w 12199799"/>
              <a:gd name="connsiteY280" fmla="*/ 3921462 h 6855225"/>
              <a:gd name="connsiteX281" fmla="*/ 8935566 w 12199799"/>
              <a:gd name="connsiteY281" fmla="*/ 4374762 h 6855225"/>
              <a:gd name="connsiteX282" fmla="*/ 8970959 w 12199799"/>
              <a:gd name="connsiteY282" fmla="*/ 3468161 h 6855225"/>
              <a:gd name="connsiteX283" fmla="*/ 8970959 w 12199799"/>
              <a:gd name="connsiteY283" fmla="*/ 4374762 h 6855225"/>
              <a:gd name="connsiteX284" fmla="*/ 9752511 w 12199799"/>
              <a:gd name="connsiteY284" fmla="*/ 3921461 h 6855225"/>
              <a:gd name="connsiteX285" fmla="*/ 10567680 w 12199799"/>
              <a:gd name="connsiteY285" fmla="*/ 3468161 h 6855225"/>
              <a:gd name="connsiteX286" fmla="*/ 9786128 w 12199799"/>
              <a:gd name="connsiteY286" fmla="*/ 3921462 h 6855225"/>
              <a:gd name="connsiteX287" fmla="*/ 10567680 w 12199799"/>
              <a:gd name="connsiteY287" fmla="*/ 4374762 h 6855225"/>
              <a:gd name="connsiteX288" fmla="*/ 10603074 w 12199799"/>
              <a:gd name="connsiteY288" fmla="*/ 3468161 h 6855225"/>
              <a:gd name="connsiteX289" fmla="*/ 10603074 w 12199799"/>
              <a:gd name="connsiteY289" fmla="*/ 4374762 h 6855225"/>
              <a:gd name="connsiteX290" fmla="*/ 11384627 w 12199799"/>
              <a:gd name="connsiteY290" fmla="*/ 3921461 h 6855225"/>
              <a:gd name="connsiteX291" fmla="*/ 12199796 w 12199799"/>
              <a:gd name="connsiteY291" fmla="*/ 3468161 h 6855225"/>
              <a:gd name="connsiteX292" fmla="*/ 11418245 w 12199799"/>
              <a:gd name="connsiteY292" fmla="*/ 3921462 h 6855225"/>
              <a:gd name="connsiteX293" fmla="*/ 12199796 w 12199799"/>
              <a:gd name="connsiteY293" fmla="*/ 4374762 h 6855225"/>
              <a:gd name="connsiteX294" fmla="*/ 6523688 w 12199799"/>
              <a:gd name="connsiteY294" fmla="*/ 2973432 h 6855225"/>
              <a:gd name="connsiteX295" fmla="*/ 6523688 w 12199799"/>
              <a:gd name="connsiteY295" fmla="*/ 3880015 h 6855225"/>
              <a:gd name="connsiteX296" fmla="*/ 7305243 w 12199799"/>
              <a:gd name="connsiteY296" fmla="*/ 3426715 h 6855225"/>
              <a:gd name="connsiteX297" fmla="*/ 8120394 w 12199799"/>
              <a:gd name="connsiteY297" fmla="*/ 2973430 h 6855225"/>
              <a:gd name="connsiteX298" fmla="*/ 7338859 w 12199799"/>
              <a:gd name="connsiteY298" fmla="*/ 3426715 h 6855225"/>
              <a:gd name="connsiteX299" fmla="*/ 8120394 w 12199799"/>
              <a:gd name="connsiteY299" fmla="*/ 3880014 h 6855225"/>
              <a:gd name="connsiteX300" fmla="*/ 8154013 w 12199799"/>
              <a:gd name="connsiteY300" fmla="*/ 2973430 h 6855225"/>
              <a:gd name="connsiteX301" fmla="*/ 8154013 w 12199799"/>
              <a:gd name="connsiteY301" fmla="*/ 3880015 h 6855225"/>
              <a:gd name="connsiteX302" fmla="*/ 8935564 w 12199799"/>
              <a:gd name="connsiteY302" fmla="*/ 3426715 h 6855225"/>
              <a:gd name="connsiteX303" fmla="*/ 9752510 w 12199799"/>
              <a:gd name="connsiteY303" fmla="*/ 2973428 h 6855225"/>
              <a:gd name="connsiteX304" fmla="*/ 8970960 w 12199799"/>
              <a:gd name="connsiteY304" fmla="*/ 3426715 h 6855225"/>
              <a:gd name="connsiteX305" fmla="*/ 9752510 w 12199799"/>
              <a:gd name="connsiteY305" fmla="*/ 3880014 h 6855225"/>
              <a:gd name="connsiteX306" fmla="*/ 9786127 w 12199799"/>
              <a:gd name="connsiteY306" fmla="*/ 2973428 h 6855225"/>
              <a:gd name="connsiteX307" fmla="*/ 9786127 w 12199799"/>
              <a:gd name="connsiteY307" fmla="*/ 3880015 h 6855225"/>
              <a:gd name="connsiteX308" fmla="*/ 10567678 w 12199799"/>
              <a:gd name="connsiteY308" fmla="*/ 3426715 h 6855225"/>
              <a:gd name="connsiteX309" fmla="*/ 11384626 w 12199799"/>
              <a:gd name="connsiteY309" fmla="*/ 2973428 h 6855225"/>
              <a:gd name="connsiteX310" fmla="*/ 10603074 w 12199799"/>
              <a:gd name="connsiteY310" fmla="*/ 3426714 h 6855225"/>
              <a:gd name="connsiteX311" fmla="*/ 11384626 w 12199799"/>
              <a:gd name="connsiteY311" fmla="*/ 3880014 h 6855225"/>
              <a:gd name="connsiteX312" fmla="*/ 11418245 w 12199799"/>
              <a:gd name="connsiteY312" fmla="*/ 2973427 h 6855225"/>
              <a:gd name="connsiteX313" fmla="*/ 11418245 w 12199799"/>
              <a:gd name="connsiteY313" fmla="*/ 3880015 h 6855225"/>
              <a:gd name="connsiteX314" fmla="*/ 12199795 w 12199799"/>
              <a:gd name="connsiteY314" fmla="*/ 3426714 h 6855225"/>
              <a:gd name="connsiteX315" fmla="*/ 3261235 w 12199799"/>
              <a:gd name="connsiteY315" fmla="*/ 2973422 h 6855225"/>
              <a:gd name="connsiteX316" fmla="*/ 3261235 w 12199799"/>
              <a:gd name="connsiteY316" fmla="*/ 3880015 h 6855225"/>
              <a:gd name="connsiteX317" fmla="*/ 4042787 w 12199799"/>
              <a:gd name="connsiteY317" fmla="*/ 3426714 h 6855225"/>
              <a:gd name="connsiteX318" fmla="*/ 4857957 w 12199799"/>
              <a:gd name="connsiteY318" fmla="*/ 2973422 h 6855225"/>
              <a:gd name="connsiteX319" fmla="*/ 4076405 w 12199799"/>
              <a:gd name="connsiteY319" fmla="*/ 3426714 h 6855225"/>
              <a:gd name="connsiteX320" fmla="*/ 4857957 w 12199799"/>
              <a:gd name="connsiteY320" fmla="*/ 3880014 h 6855225"/>
              <a:gd name="connsiteX321" fmla="*/ 4891576 w 12199799"/>
              <a:gd name="connsiteY321" fmla="*/ 2973422 h 6855225"/>
              <a:gd name="connsiteX322" fmla="*/ 4891576 w 12199799"/>
              <a:gd name="connsiteY322" fmla="*/ 3880015 h 6855225"/>
              <a:gd name="connsiteX323" fmla="*/ 5673128 w 12199799"/>
              <a:gd name="connsiteY323" fmla="*/ 3426714 h 6855225"/>
              <a:gd name="connsiteX324" fmla="*/ 6490069 w 12199799"/>
              <a:gd name="connsiteY324" fmla="*/ 2973421 h 6855225"/>
              <a:gd name="connsiteX325" fmla="*/ 5708521 w 12199799"/>
              <a:gd name="connsiteY325" fmla="*/ 3426714 h 6855225"/>
              <a:gd name="connsiteX326" fmla="*/ 6490069 w 12199799"/>
              <a:gd name="connsiteY326" fmla="*/ 3880014 h 6855225"/>
              <a:gd name="connsiteX327" fmla="*/ 0 w 12199799"/>
              <a:gd name="connsiteY327" fmla="*/ 2973417 h 6855225"/>
              <a:gd name="connsiteX328" fmla="*/ 0 w 12199799"/>
              <a:gd name="connsiteY328" fmla="*/ 3880015 h 6855225"/>
              <a:gd name="connsiteX329" fmla="*/ 781552 w 12199799"/>
              <a:gd name="connsiteY329" fmla="*/ 3426714 h 6855225"/>
              <a:gd name="connsiteX330" fmla="*/ 1596722 w 12199799"/>
              <a:gd name="connsiteY330" fmla="*/ 2973417 h 6855225"/>
              <a:gd name="connsiteX331" fmla="*/ 815170 w 12199799"/>
              <a:gd name="connsiteY331" fmla="*/ 3426714 h 6855225"/>
              <a:gd name="connsiteX332" fmla="*/ 1596722 w 12199799"/>
              <a:gd name="connsiteY332" fmla="*/ 3880014 h 6855225"/>
              <a:gd name="connsiteX333" fmla="*/ 1630341 w 12199799"/>
              <a:gd name="connsiteY333" fmla="*/ 2973416 h 6855225"/>
              <a:gd name="connsiteX334" fmla="*/ 1630341 w 12199799"/>
              <a:gd name="connsiteY334" fmla="*/ 3880015 h 6855225"/>
              <a:gd name="connsiteX335" fmla="*/ 2411893 w 12199799"/>
              <a:gd name="connsiteY335" fmla="*/ 3426714 h 6855225"/>
              <a:gd name="connsiteX336" fmla="*/ 3228838 w 12199799"/>
              <a:gd name="connsiteY336" fmla="*/ 2973416 h 6855225"/>
              <a:gd name="connsiteX337" fmla="*/ 2447286 w 12199799"/>
              <a:gd name="connsiteY337" fmla="*/ 3426714 h 6855225"/>
              <a:gd name="connsiteX338" fmla="*/ 3228838 w 12199799"/>
              <a:gd name="connsiteY338" fmla="*/ 3880014 h 6855225"/>
              <a:gd name="connsiteX339" fmla="*/ 7305243 w 12199799"/>
              <a:gd name="connsiteY339" fmla="*/ 2484744 h 6855225"/>
              <a:gd name="connsiteX340" fmla="*/ 6523688 w 12199799"/>
              <a:gd name="connsiteY340" fmla="*/ 2938039 h 6855225"/>
              <a:gd name="connsiteX341" fmla="*/ 7305243 w 12199799"/>
              <a:gd name="connsiteY341" fmla="*/ 3391326 h 6855225"/>
              <a:gd name="connsiteX342" fmla="*/ 7338859 w 12199799"/>
              <a:gd name="connsiteY342" fmla="*/ 2484740 h 6855225"/>
              <a:gd name="connsiteX343" fmla="*/ 7338859 w 12199799"/>
              <a:gd name="connsiteY343" fmla="*/ 3391326 h 6855225"/>
              <a:gd name="connsiteX344" fmla="*/ 8120395 w 12199799"/>
              <a:gd name="connsiteY344" fmla="*/ 2938038 h 6855225"/>
              <a:gd name="connsiteX345" fmla="*/ 8935566 w 12199799"/>
              <a:gd name="connsiteY345" fmla="*/ 2484740 h 6855225"/>
              <a:gd name="connsiteX346" fmla="*/ 8154014 w 12199799"/>
              <a:gd name="connsiteY346" fmla="*/ 2938039 h 6855225"/>
              <a:gd name="connsiteX347" fmla="*/ 8935566 w 12199799"/>
              <a:gd name="connsiteY347" fmla="*/ 3391326 h 6855225"/>
              <a:gd name="connsiteX348" fmla="*/ 8970959 w 12199799"/>
              <a:gd name="connsiteY348" fmla="*/ 2484740 h 6855225"/>
              <a:gd name="connsiteX349" fmla="*/ 8970959 w 12199799"/>
              <a:gd name="connsiteY349" fmla="*/ 3391326 h 6855225"/>
              <a:gd name="connsiteX350" fmla="*/ 9752511 w 12199799"/>
              <a:gd name="connsiteY350" fmla="*/ 2938036 h 6855225"/>
              <a:gd name="connsiteX351" fmla="*/ 10567680 w 12199799"/>
              <a:gd name="connsiteY351" fmla="*/ 2484740 h 6855225"/>
              <a:gd name="connsiteX352" fmla="*/ 9786128 w 12199799"/>
              <a:gd name="connsiteY352" fmla="*/ 2938038 h 6855225"/>
              <a:gd name="connsiteX353" fmla="*/ 10567680 w 12199799"/>
              <a:gd name="connsiteY353" fmla="*/ 3391326 h 6855225"/>
              <a:gd name="connsiteX354" fmla="*/ 10603074 w 12199799"/>
              <a:gd name="connsiteY354" fmla="*/ 2484738 h 6855225"/>
              <a:gd name="connsiteX355" fmla="*/ 10603074 w 12199799"/>
              <a:gd name="connsiteY355" fmla="*/ 3391323 h 6855225"/>
              <a:gd name="connsiteX356" fmla="*/ 11384627 w 12199799"/>
              <a:gd name="connsiteY356" fmla="*/ 2938033 h 6855225"/>
              <a:gd name="connsiteX357" fmla="*/ 12199796 w 12199799"/>
              <a:gd name="connsiteY357" fmla="*/ 2484738 h 6855225"/>
              <a:gd name="connsiteX358" fmla="*/ 11418245 w 12199799"/>
              <a:gd name="connsiteY358" fmla="*/ 2938035 h 6855225"/>
              <a:gd name="connsiteX359" fmla="*/ 12199796 w 12199799"/>
              <a:gd name="connsiteY359" fmla="*/ 3391323 h 6855225"/>
              <a:gd name="connsiteX360" fmla="*/ 4042789 w 12199799"/>
              <a:gd name="connsiteY360" fmla="*/ 2484731 h 6855225"/>
              <a:gd name="connsiteX361" fmla="*/ 3261236 w 12199799"/>
              <a:gd name="connsiteY361" fmla="*/ 2938029 h 6855225"/>
              <a:gd name="connsiteX362" fmla="*/ 4042789 w 12199799"/>
              <a:gd name="connsiteY362" fmla="*/ 3391323 h 6855225"/>
              <a:gd name="connsiteX363" fmla="*/ 4076405 w 12199799"/>
              <a:gd name="connsiteY363" fmla="*/ 2484731 h 6855225"/>
              <a:gd name="connsiteX364" fmla="*/ 4076405 w 12199799"/>
              <a:gd name="connsiteY364" fmla="*/ 3391321 h 6855225"/>
              <a:gd name="connsiteX365" fmla="*/ 4857958 w 12199799"/>
              <a:gd name="connsiteY365" fmla="*/ 2938027 h 6855225"/>
              <a:gd name="connsiteX366" fmla="*/ 5673129 w 12199799"/>
              <a:gd name="connsiteY366" fmla="*/ 2484731 h 6855225"/>
              <a:gd name="connsiteX367" fmla="*/ 4891576 w 12199799"/>
              <a:gd name="connsiteY367" fmla="*/ 2938029 h 6855225"/>
              <a:gd name="connsiteX368" fmla="*/ 5673129 w 12199799"/>
              <a:gd name="connsiteY368" fmla="*/ 3391321 h 6855225"/>
              <a:gd name="connsiteX369" fmla="*/ 5708521 w 12199799"/>
              <a:gd name="connsiteY369" fmla="*/ 2484729 h 6855225"/>
              <a:gd name="connsiteX370" fmla="*/ 5708521 w 12199799"/>
              <a:gd name="connsiteY370" fmla="*/ 3391321 h 6855225"/>
              <a:gd name="connsiteX371" fmla="*/ 6490069 w 12199799"/>
              <a:gd name="connsiteY371" fmla="*/ 2938026 h 6855225"/>
              <a:gd name="connsiteX372" fmla="*/ 781554 w 12199799"/>
              <a:gd name="connsiteY372" fmla="*/ 2484725 h 6855225"/>
              <a:gd name="connsiteX373" fmla="*/ 1 w 12199799"/>
              <a:gd name="connsiteY373" fmla="*/ 2938024 h 6855225"/>
              <a:gd name="connsiteX374" fmla="*/ 781554 w 12199799"/>
              <a:gd name="connsiteY374" fmla="*/ 3391320 h 6855225"/>
              <a:gd name="connsiteX375" fmla="*/ 815170 w 12199799"/>
              <a:gd name="connsiteY375" fmla="*/ 2484723 h 6855225"/>
              <a:gd name="connsiteX376" fmla="*/ 815170 w 12199799"/>
              <a:gd name="connsiteY376" fmla="*/ 3391320 h 6855225"/>
              <a:gd name="connsiteX377" fmla="*/ 1596723 w 12199799"/>
              <a:gd name="connsiteY377" fmla="*/ 2938021 h 6855225"/>
              <a:gd name="connsiteX378" fmla="*/ 2411894 w 12199799"/>
              <a:gd name="connsiteY378" fmla="*/ 2484723 h 6855225"/>
              <a:gd name="connsiteX379" fmla="*/ 1630341 w 12199799"/>
              <a:gd name="connsiteY379" fmla="*/ 2938023 h 6855225"/>
              <a:gd name="connsiteX380" fmla="*/ 2411894 w 12199799"/>
              <a:gd name="connsiteY380" fmla="*/ 3391320 h 6855225"/>
              <a:gd name="connsiteX381" fmla="*/ 2447286 w 12199799"/>
              <a:gd name="connsiteY381" fmla="*/ 2484721 h 6855225"/>
              <a:gd name="connsiteX382" fmla="*/ 2447286 w 12199799"/>
              <a:gd name="connsiteY382" fmla="*/ 3391320 h 6855225"/>
              <a:gd name="connsiteX383" fmla="*/ 3228839 w 12199799"/>
              <a:gd name="connsiteY383" fmla="*/ 2938021 h 6855225"/>
              <a:gd name="connsiteX384" fmla="*/ 9752510 w 12199799"/>
              <a:gd name="connsiteY384" fmla="*/ 1989995 h 6855225"/>
              <a:gd name="connsiteX385" fmla="*/ 8970960 w 12199799"/>
              <a:gd name="connsiteY385" fmla="*/ 2443295 h 6855225"/>
              <a:gd name="connsiteX386" fmla="*/ 9752510 w 12199799"/>
              <a:gd name="connsiteY386" fmla="*/ 2896592 h 6855225"/>
              <a:gd name="connsiteX387" fmla="*/ 6523688 w 12199799"/>
              <a:gd name="connsiteY387" fmla="*/ 1989994 h 6855225"/>
              <a:gd name="connsiteX388" fmla="*/ 6523688 w 12199799"/>
              <a:gd name="connsiteY388" fmla="*/ 2896592 h 6855225"/>
              <a:gd name="connsiteX389" fmla="*/ 7305243 w 12199799"/>
              <a:gd name="connsiteY389" fmla="*/ 2443295 h 6855225"/>
              <a:gd name="connsiteX390" fmla="*/ 8120394 w 12199799"/>
              <a:gd name="connsiteY390" fmla="*/ 1989992 h 6855225"/>
              <a:gd name="connsiteX391" fmla="*/ 7338859 w 12199799"/>
              <a:gd name="connsiteY391" fmla="*/ 2443293 h 6855225"/>
              <a:gd name="connsiteX392" fmla="*/ 8120394 w 12199799"/>
              <a:gd name="connsiteY392" fmla="*/ 2896591 h 6855225"/>
              <a:gd name="connsiteX393" fmla="*/ 8154013 w 12199799"/>
              <a:gd name="connsiteY393" fmla="*/ 1989992 h 6855225"/>
              <a:gd name="connsiteX394" fmla="*/ 8154013 w 12199799"/>
              <a:gd name="connsiteY394" fmla="*/ 2896591 h 6855225"/>
              <a:gd name="connsiteX395" fmla="*/ 8935564 w 12199799"/>
              <a:gd name="connsiteY395" fmla="*/ 2443293 h 6855225"/>
              <a:gd name="connsiteX396" fmla="*/ 9786127 w 12199799"/>
              <a:gd name="connsiteY396" fmla="*/ 1989991 h 6855225"/>
              <a:gd name="connsiteX397" fmla="*/ 9786127 w 12199799"/>
              <a:gd name="connsiteY397" fmla="*/ 2896589 h 6855225"/>
              <a:gd name="connsiteX398" fmla="*/ 10567678 w 12199799"/>
              <a:gd name="connsiteY398" fmla="*/ 2443292 h 6855225"/>
              <a:gd name="connsiteX399" fmla="*/ 11384626 w 12199799"/>
              <a:gd name="connsiteY399" fmla="*/ 1989989 h 6855225"/>
              <a:gd name="connsiteX400" fmla="*/ 10603074 w 12199799"/>
              <a:gd name="connsiteY400" fmla="*/ 2443289 h 6855225"/>
              <a:gd name="connsiteX401" fmla="*/ 11384626 w 12199799"/>
              <a:gd name="connsiteY401" fmla="*/ 2896587 h 6855225"/>
              <a:gd name="connsiteX402" fmla="*/ 11418245 w 12199799"/>
              <a:gd name="connsiteY402" fmla="*/ 1989989 h 6855225"/>
              <a:gd name="connsiteX403" fmla="*/ 11418245 w 12199799"/>
              <a:gd name="connsiteY403" fmla="*/ 2896588 h 6855225"/>
              <a:gd name="connsiteX404" fmla="*/ 12199795 w 12199799"/>
              <a:gd name="connsiteY404" fmla="*/ 2443289 h 6855225"/>
              <a:gd name="connsiteX405" fmla="*/ 3261235 w 12199799"/>
              <a:gd name="connsiteY405" fmla="*/ 1989983 h 6855225"/>
              <a:gd name="connsiteX406" fmla="*/ 3261235 w 12199799"/>
              <a:gd name="connsiteY406" fmla="*/ 2896583 h 6855225"/>
              <a:gd name="connsiteX407" fmla="*/ 4042787 w 12199799"/>
              <a:gd name="connsiteY407" fmla="*/ 2443283 h 6855225"/>
              <a:gd name="connsiteX408" fmla="*/ 4857957 w 12199799"/>
              <a:gd name="connsiteY408" fmla="*/ 1989982 h 6855225"/>
              <a:gd name="connsiteX409" fmla="*/ 4076405 w 12199799"/>
              <a:gd name="connsiteY409" fmla="*/ 2443281 h 6855225"/>
              <a:gd name="connsiteX410" fmla="*/ 4857957 w 12199799"/>
              <a:gd name="connsiteY410" fmla="*/ 2896581 h 6855225"/>
              <a:gd name="connsiteX411" fmla="*/ 4891576 w 12199799"/>
              <a:gd name="connsiteY411" fmla="*/ 1989982 h 6855225"/>
              <a:gd name="connsiteX412" fmla="*/ 4891576 w 12199799"/>
              <a:gd name="connsiteY412" fmla="*/ 2896581 h 6855225"/>
              <a:gd name="connsiteX413" fmla="*/ 5673128 w 12199799"/>
              <a:gd name="connsiteY413" fmla="*/ 2443281 h 6855225"/>
              <a:gd name="connsiteX414" fmla="*/ 6490069 w 12199799"/>
              <a:gd name="connsiteY414" fmla="*/ 1989981 h 6855225"/>
              <a:gd name="connsiteX415" fmla="*/ 5708521 w 12199799"/>
              <a:gd name="connsiteY415" fmla="*/ 2443280 h 6855225"/>
              <a:gd name="connsiteX416" fmla="*/ 6490069 w 12199799"/>
              <a:gd name="connsiteY416" fmla="*/ 2896580 h 6855225"/>
              <a:gd name="connsiteX417" fmla="*/ 0 w 12199799"/>
              <a:gd name="connsiteY417" fmla="*/ 1989976 h 6855225"/>
              <a:gd name="connsiteX418" fmla="*/ 0 w 12199799"/>
              <a:gd name="connsiteY418" fmla="*/ 2896577 h 6855225"/>
              <a:gd name="connsiteX419" fmla="*/ 781552 w 12199799"/>
              <a:gd name="connsiteY419" fmla="*/ 2443276 h 6855225"/>
              <a:gd name="connsiteX420" fmla="*/ 1596722 w 12199799"/>
              <a:gd name="connsiteY420" fmla="*/ 1989975 h 6855225"/>
              <a:gd name="connsiteX421" fmla="*/ 815170 w 12199799"/>
              <a:gd name="connsiteY421" fmla="*/ 2443275 h 6855225"/>
              <a:gd name="connsiteX422" fmla="*/ 1596722 w 12199799"/>
              <a:gd name="connsiteY422" fmla="*/ 2896575 h 6855225"/>
              <a:gd name="connsiteX423" fmla="*/ 1630341 w 12199799"/>
              <a:gd name="connsiteY423" fmla="*/ 1989975 h 6855225"/>
              <a:gd name="connsiteX424" fmla="*/ 1630341 w 12199799"/>
              <a:gd name="connsiteY424" fmla="*/ 2896576 h 6855225"/>
              <a:gd name="connsiteX425" fmla="*/ 2411893 w 12199799"/>
              <a:gd name="connsiteY425" fmla="*/ 2443276 h 6855225"/>
              <a:gd name="connsiteX426" fmla="*/ 3228838 w 12199799"/>
              <a:gd name="connsiteY426" fmla="*/ 1989974 h 6855225"/>
              <a:gd name="connsiteX427" fmla="*/ 2447286 w 12199799"/>
              <a:gd name="connsiteY427" fmla="*/ 2443273 h 6855225"/>
              <a:gd name="connsiteX428" fmla="*/ 3228838 w 12199799"/>
              <a:gd name="connsiteY428" fmla="*/ 2896575 h 6855225"/>
              <a:gd name="connsiteX429" fmla="*/ 7305243 w 12199799"/>
              <a:gd name="connsiteY429" fmla="*/ 1503884 h 6855225"/>
              <a:gd name="connsiteX430" fmla="*/ 6523688 w 12199799"/>
              <a:gd name="connsiteY430" fmla="*/ 1957188 h 6855225"/>
              <a:gd name="connsiteX431" fmla="*/ 7305243 w 12199799"/>
              <a:gd name="connsiteY431" fmla="*/ 2410485 h 6855225"/>
              <a:gd name="connsiteX432" fmla="*/ 7338859 w 12199799"/>
              <a:gd name="connsiteY432" fmla="*/ 1503883 h 6855225"/>
              <a:gd name="connsiteX433" fmla="*/ 7338859 w 12199799"/>
              <a:gd name="connsiteY433" fmla="*/ 2410484 h 6855225"/>
              <a:gd name="connsiteX434" fmla="*/ 8120395 w 12199799"/>
              <a:gd name="connsiteY434" fmla="*/ 1957186 h 6855225"/>
              <a:gd name="connsiteX435" fmla="*/ 8935566 w 12199799"/>
              <a:gd name="connsiteY435" fmla="*/ 1503883 h 6855225"/>
              <a:gd name="connsiteX436" fmla="*/ 8154014 w 12199799"/>
              <a:gd name="connsiteY436" fmla="*/ 1957188 h 6855225"/>
              <a:gd name="connsiteX437" fmla="*/ 8935566 w 12199799"/>
              <a:gd name="connsiteY437" fmla="*/ 2410484 h 6855225"/>
              <a:gd name="connsiteX438" fmla="*/ 10567680 w 12199799"/>
              <a:gd name="connsiteY438" fmla="*/ 1503881 h 6855225"/>
              <a:gd name="connsiteX439" fmla="*/ 9786128 w 12199799"/>
              <a:gd name="connsiteY439" fmla="*/ 1957185 h 6855225"/>
              <a:gd name="connsiteX440" fmla="*/ 10567680 w 12199799"/>
              <a:gd name="connsiteY440" fmla="*/ 2410481 h 6855225"/>
              <a:gd name="connsiteX441" fmla="*/ 8970959 w 12199799"/>
              <a:gd name="connsiteY441" fmla="*/ 1503881 h 6855225"/>
              <a:gd name="connsiteX442" fmla="*/ 8970959 w 12199799"/>
              <a:gd name="connsiteY442" fmla="*/ 2410481 h 6855225"/>
              <a:gd name="connsiteX443" fmla="*/ 9752511 w 12199799"/>
              <a:gd name="connsiteY443" fmla="*/ 1957184 h 6855225"/>
              <a:gd name="connsiteX444" fmla="*/ 10603073 w 12199799"/>
              <a:gd name="connsiteY444" fmla="*/ 1503879 h 6855225"/>
              <a:gd name="connsiteX445" fmla="*/ 10603073 w 12199799"/>
              <a:gd name="connsiteY445" fmla="*/ 2410480 h 6855225"/>
              <a:gd name="connsiteX446" fmla="*/ 11384627 w 12199799"/>
              <a:gd name="connsiteY446" fmla="*/ 1957182 h 6855225"/>
              <a:gd name="connsiteX447" fmla="*/ 12199796 w 12199799"/>
              <a:gd name="connsiteY447" fmla="*/ 1503879 h 6855225"/>
              <a:gd name="connsiteX448" fmla="*/ 11418245 w 12199799"/>
              <a:gd name="connsiteY448" fmla="*/ 1957183 h 6855225"/>
              <a:gd name="connsiteX449" fmla="*/ 12199796 w 12199799"/>
              <a:gd name="connsiteY449" fmla="*/ 2410480 h 6855225"/>
              <a:gd name="connsiteX450" fmla="*/ 4042789 w 12199799"/>
              <a:gd name="connsiteY450" fmla="*/ 1503874 h 6855225"/>
              <a:gd name="connsiteX451" fmla="*/ 3261236 w 12199799"/>
              <a:gd name="connsiteY451" fmla="*/ 1957177 h 6855225"/>
              <a:gd name="connsiteX452" fmla="*/ 4042789 w 12199799"/>
              <a:gd name="connsiteY452" fmla="*/ 2410474 h 6855225"/>
              <a:gd name="connsiteX453" fmla="*/ 4076405 w 12199799"/>
              <a:gd name="connsiteY453" fmla="*/ 1503873 h 6855225"/>
              <a:gd name="connsiteX454" fmla="*/ 4076405 w 12199799"/>
              <a:gd name="connsiteY454" fmla="*/ 2410472 h 6855225"/>
              <a:gd name="connsiteX455" fmla="*/ 4857958 w 12199799"/>
              <a:gd name="connsiteY455" fmla="*/ 1957175 h 6855225"/>
              <a:gd name="connsiteX456" fmla="*/ 5673129 w 12199799"/>
              <a:gd name="connsiteY456" fmla="*/ 1503873 h 6855225"/>
              <a:gd name="connsiteX457" fmla="*/ 4891576 w 12199799"/>
              <a:gd name="connsiteY457" fmla="*/ 1957176 h 6855225"/>
              <a:gd name="connsiteX458" fmla="*/ 5673129 w 12199799"/>
              <a:gd name="connsiteY458" fmla="*/ 2410472 h 6855225"/>
              <a:gd name="connsiteX459" fmla="*/ 5708521 w 12199799"/>
              <a:gd name="connsiteY459" fmla="*/ 1503872 h 6855225"/>
              <a:gd name="connsiteX460" fmla="*/ 5708521 w 12199799"/>
              <a:gd name="connsiteY460" fmla="*/ 2410471 h 6855225"/>
              <a:gd name="connsiteX461" fmla="*/ 6490069 w 12199799"/>
              <a:gd name="connsiteY461" fmla="*/ 1957174 h 6855225"/>
              <a:gd name="connsiteX462" fmla="*/ 781554 w 12199799"/>
              <a:gd name="connsiteY462" fmla="*/ 1503868 h 6855225"/>
              <a:gd name="connsiteX463" fmla="*/ 1 w 12199799"/>
              <a:gd name="connsiteY463" fmla="*/ 1957170 h 6855225"/>
              <a:gd name="connsiteX464" fmla="*/ 781554 w 12199799"/>
              <a:gd name="connsiteY464" fmla="*/ 2410469 h 6855225"/>
              <a:gd name="connsiteX465" fmla="*/ 2411894 w 12199799"/>
              <a:gd name="connsiteY465" fmla="*/ 1503867 h 6855225"/>
              <a:gd name="connsiteX466" fmla="*/ 1630341 w 12199799"/>
              <a:gd name="connsiteY466" fmla="*/ 1957169 h 6855225"/>
              <a:gd name="connsiteX467" fmla="*/ 2411894 w 12199799"/>
              <a:gd name="connsiteY467" fmla="*/ 2410468 h 6855225"/>
              <a:gd name="connsiteX468" fmla="*/ 815170 w 12199799"/>
              <a:gd name="connsiteY468" fmla="*/ 1503867 h 6855225"/>
              <a:gd name="connsiteX469" fmla="*/ 815170 w 12199799"/>
              <a:gd name="connsiteY469" fmla="*/ 2410468 h 6855225"/>
              <a:gd name="connsiteX470" fmla="*/ 1596723 w 12199799"/>
              <a:gd name="connsiteY470" fmla="*/ 1957168 h 6855225"/>
              <a:gd name="connsiteX471" fmla="*/ 2447286 w 12199799"/>
              <a:gd name="connsiteY471" fmla="*/ 1503866 h 6855225"/>
              <a:gd name="connsiteX472" fmla="*/ 2447286 w 12199799"/>
              <a:gd name="connsiteY472" fmla="*/ 2410467 h 6855225"/>
              <a:gd name="connsiteX473" fmla="*/ 3228839 w 12199799"/>
              <a:gd name="connsiteY473" fmla="*/ 1957166 h 6855225"/>
              <a:gd name="connsiteX474" fmla="*/ 6523688 w 12199799"/>
              <a:gd name="connsiteY474" fmla="*/ 1009133 h 6855225"/>
              <a:gd name="connsiteX475" fmla="*/ 6523688 w 12199799"/>
              <a:gd name="connsiteY475" fmla="*/ 1915742 h 6855225"/>
              <a:gd name="connsiteX476" fmla="*/ 7305243 w 12199799"/>
              <a:gd name="connsiteY476" fmla="*/ 1462437 h 6855225"/>
              <a:gd name="connsiteX477" fmla="*/ 8120394 w 12199799"/>
              <a:gd name="connsiteY477" fmla="*/ 1009133 h 6855225"/>
              <a:gd name="connsiteX478" fmla="*/ 7338859 w 12199799"/>
              <a:gd name="connsiteY478" fmla="*/ 1462436 h 6855225"/>
              <a:gd name="connsiteX479" fmla="*/ 8120394 w 12199799"/>
              <a:gd name="connsiteY479" fmla="*/ 1915740 h 6855225"/>
              <a:gd name="connsiteX480" fmla="*/ 8154013 w 12199799"/>
              <a:gd name="connsiteY480" fmla="*/ 1009132 h 6855225"/>
              <a:gd name="connsiteX481" fmla="*/ 8154013 w 12199799"/>
              <a:gd name="connsiteY481" fmla="*/ 1915741 h 6855225"/>
              <a:gd name="connsiteX482" fmla="*/ 8935564 w 12199799"/>
              <a:gd name="connsiteY482" fmla="*/ 1462436 h 6855225"/>
              <a:gd name="connsiteX483" fmla="*/ 9752510 w 12199799"/>
              <a:gd name="connsiteY483" fmla="*/ 1009131 h 6855225"/>
              <a:gd name="connsiteX484" fmla="*/ 8970960 w 12199799"/>
              <a:gd name="connsiteY484" fmla="*/ 1462434 h 6855225"/>
              <a:gd name="connsiteX485" fmla="*/ 9752510 w 12199799"/>
              <a:gd name="connsiteY485" fmla="*/ 1915739 h 6855225"/>
              <a:gd name="connsiteX486" fmla="*/ 9786127 w 12199799"/>
              <a:gd name="connsiteY486" fmla="*/ 1009131 h 6855225"/>
              <a:gd name="connsiteX487" fmla="*/ 9786127 w 12199799"/>
              <a:gd name="connsiteY487" fmla="*/ 1915739 h 6855225"/>
              <a:gd name="connsiteX488" fmla="*/ 10567678 w 12199799"/>
              <a:gd name="connsiteY488" fmla="*/ 1462435 h 6855225"/>
              <a:gd name="connsiteX489" fmla="*/ 11384626 w 12199799"/>
              <a:gd name="connsiteY489" fmla="*/ 1009130 h 6855225"/>
              <a:gd name="connsiteX490" fmla="*/ 10603074 w 12199799"/>
              <a:gd name="connsiteY490" fmla="*/ 1462432 h 6855225"/>
              <a:gd name="connsiteX491" fmla="*/ 11384626 w 12199799"/>
              <a:gd name="connsiteY491" fmla="*/ 1915737 h 6855225"/>
              <a:gd name="connsiteX492" fmla="*/ 11418245 w 12199799"/>
              <a:gd name="connsiteY492" fmla="*/ 1009129 h 6855225"/>
              <a:gd name="connsiteX493" fmla="*/ 11418245 w 12199799"/>
              <a:gd name="connsiteY493" fmla="*/ 1915737 h 6855225"/>
              <a:gd name="connsiteX494" fmla="*/ 12199795 w 12199799"/>
              <a:gd name="connsiteY494" fmla="*/ 1462433 h 6855225"/>
              <a:gd name="connsiteX495" fmla="*/ 3261235 w 12199799"/>
              <a:gd name="connsiteY495" fmla="*/ 1009125 h 6855225"/>
              <a:gd name="connsiteX496" fmla="*/ 3261235 w 12199799"/>
              <a:gd name="connsiteY496" fmla="*/ 1915731 h 6855225"/>
              <a:gd name="connsiteX497" fmla="*/ 4042787 w 12199799"/>
              <a:gd name="connsiteY497" fmla="*/ 1462428 h 6855225"/>
              <a:gd name="connsiteX498" fmla="*/ 4857957 w 12199799"/>
              <a:gd name="connsiteY498" fmla="*/ 1009125 h 6855225"/>
              <a:gd name="connsiteX499" fmla="*/ 4076405 w 12199799"/>
              <a:gd name="connsiteY499" fmla="*/ 1462427 h 6855225"/>
              <a:gd name="connsiteX500" fmla="*/ 4857957 w 12199799"/>
              <a:gd name="connsiteY500" fmla="*/ 1915729 h 6855225"/>
              <a:gd name="connsiteX501" fmla="*/ 4891576 w 12199799"/>
              <a:gd name="connsiteY501" fmla="*/ 1009124 h 6855225"/>
              <a:gd name="connsiteX502" fmla="*/ 4891576 w 12199799"/>
              <a:gd name="connsiteY502" fmla="*/ 1915730 h 6855225"/>
              <a:gd name="connsiteX503" fmla="*/ 5673128 w 12199799"/>
              <a:gd name="connsiteY503" fmla="*/ 1462427 h 6855225"/>
              <a:gd name="connsiteX504" fmla="*/ 6490069 w 12199799"/>
              <a:gd name="connsiteY504" fmla="*/ 1009123 h 6855225"/>
              <a:gd name="connsiteX505" fmla="*/ 5708521 w 12199799"/>
              <a:gd name="connsiteY505" fmla="*/ 1462425 h 6855225"/>
              <a:gd name="connsiteX506" fmla="*/ 6490069 w 12199799"/>
              <a:gd name="connsiteY506" fmla="*/ 1915727 h 6855225"/>
              <a:gd name="connsiteX507" fmla="*/ 0 w 12199799"/>
              <a:gd name="connsiteY507" fmla="*/ 1009120 h 6855225"/>
              <a:gd name="connsiteX508" fmla="*/ 0 w 12199799"/>
              <a:gd name="connsiteY508" fmla="*/ 1915724 h 6855225"/>
              <a:gd name="connsiteX509" fmla="*/ 781552 w 12199799"/>
              <a:gd name="connsiteY509" fmla="*/ 1462422 h 6855225"/>
              <a:gd name="connsiteX510" fmla="*/ 1596722 w 12199799"/>
              <a:gd name="connsiteY510" fmla="*/ 1009119 h 6855225"/>
              <a:gd name="connsiteX511" fmla="*/ 815170 w 12199799"/>
              <a:gd name="connsiteY511" fmla="*/ 1462420 h 6855225"/>
              <a:gd name="connsiteX512" fmla="*/ 1596722 w 12199799"/>
              <a:gd name="connsiteY512" fmla="*/ 1915722 h 6855225"/>
              <a:gd name="connsiteX513" fmla="*/ 1630341 w 12199799"/>
              <a:gd name="connsiteY513" fmla="*/ 1009119 h 6855225"/>
              <a:gd name="connsiteX514" fmla="*/ 1630341 w 12199799"/>
              <a:gd name="connsiteY514" fmla="*/ 1915722 h 6855225"/>
              <a:gd name="connsiteX515" fmla="*/ 2411893 w 12199799"/>
              <a:gd name="connsiteY515" fmla="*/ 1462420 h 6855225"/>
              <a:gd name="connsiteX516" fmla="*/ 3228838 w 12199799"/>
              <a:gd name="connsiteY516" fmla="*/ 1009118 h 6855225"/>
              <a:gd name="connsiteX517" fmla="*/ 2447286 w 12199799"/>
              <a:gd name="connsiteY517" fmla="*/ 1462419 h 6855225"/>
              <a:gd name="connsiteX518" fmla="*/ 3228838 w 12199799"/>
              <a:gd name="connsiteY518" fmla="*/ 1915720 h 6855225"/>
              <a:gd name="connsiteX519" fmla="*/ 7305243 w 12199799"/>
              <a:gd name="connsiteY519" fmla="*/ 520440 h 6855225"/>
              <a:gd name="connsiteX520" fmla="*/ 6523688 w 12199799"/>
              <a:gd name="connsiteY520" fmla="*/ 973739 h 6855225"/>
              <a:gd name="connsiteX521" fmla="*/ 7305243 w 12199799"/>
              <a:gd name="connsiteY521" fmla="*/ 1427041 h 6855225"/>
              <a:gd name="connsiteX522" fmla="*/ 8935566 w 12199799"/>
              <a:gd name="connsiteY522" fmla="*/ 520439 h 6855225"/>
              <a:gd name="connsiteX523" fmla="*/ 8154014 w 12199799"/>
              <a:gd name="connsiteY523" fmla="*/ 973739 h 6855225"/>
              <a:gd name="connsiteX524" fmla="*/ 8935566 w 12199799"/>
              <a:gd name="connsiteY524" fmla="*/ 1427041 h 6855225"/>
              <a:gd name="connsiteX525" fmla="*/ 7338859 w 12199799"/>
              <a:gd name="connsiteY525" fmla="*/ 520439 h 6855225"/>
              <a:gd name="connsiteX526" fmla="*/ 7338859 w 12199799"/>
              <a:gd name="connsiteY526" fmla="*/ 1427041 h 6855225"/>
              <a:gd name="connsiteX527" fmla="*/ 8120395 w 12199799"/>
              <a:gd name="connsiteY527" fmla="*/ 973738 h 6855225"/>
              <a:gd name="connsiteX528" fmla="*/ 8970959 w 12199799"/>
              <a:gd name="connsiteY528" fmla="*/ 520437 h 6855225"/>
              <a:gd name="connsiteX529" fmla="*/ 8970959 w 12199799"/>
              <a:gd name="connsiteY529" fmla="*/ 1427040 h 6855225"/>
              <a:gd name="connsiteX530" fmla="*/ 9752511 w 12199799"/>
              <a:gd name="connsiteY530" fmla="*/ 973736 h 6855225"/>
              <a:gd name="connsiteX531" fmla="*/ 10567680 w 12199799"/>
              <a:gd name="connsiteY531" fmla="*/ 520437 h 6855225"/>
              <a:gd name="connsiteX532" fmla="*/ 9786128 w 12199799"/>
              <a:gd name="connsiteY532" fmla="*/ 973737 h 6855225"/>
              <a:gd name="connsiteX533" fmla="*/ 10567680 w 12199799"/>
              <a:gd name="connsiteY533" fmla="*/ 1427040 h 6855225"/>
              <a:gd name="connsiteX534" fmla="*/ 10603073 w 12199799"/>
              <a:gd name="connsiteY534" fmla="*/ 520436 h 6855225"/>
              <a:gd name="connsiteX535" fmla="*/ 10603073 w 12199799"/>
              <a:gd name="connsiteY535" fmla="*/ 1427037 h 6855225"/>
              <a:gd name="connsiteX536" fmla="*/ 11384626 w 12199799"/>
              <a:gd name="connsiteY536" fmla="*/ 973735 h 6855225"/>
              <a:gd name="connsiteX537" fmla="*/ 12199795 w 12199799"/>
              <a:gd name="connsiteY537" fmla="*/ 520436 h 6855225"/>
              <a:gd name="connsiteX538" fmla="*/ 11418245 w 12199799"/>
              <a:gd name="connsiteY538" fmla="*/ 973736 h 6855225"/>
              <a:gd name="connsiteX539" fmla="*/ 12199795 w 12199799"/>
              <a:gd name="connsiteY539" fmla="*/ 1427037 h 6855225"/>
              <a:gd name="connsiteX540" fmla="*/ 4042789 w 12199799"/>
              <a:gd name="connsiteY540" fmla="*/ 520431 h 6855225"/>
              <a:gd name="connsiteX541" fmla="*/ 3261236 w 12199799"/>
              <a:gd name="connsiteY541" fmla="*/ 973731 h 6855225"/>
              <a:gd name="connsiteX542" fmla="*/ 4042789 w 12199799"/>
              <a:gd name="connsiteY542" fmla="*/ 1427033 h 6855225"/>
              <a:gd name="connsiteX543" fmla="*/ 5673129 w 12199799"/>
              <a:gd name="connsiteY543" fmla="*/ 520430 h 6855225"/>
              <a:gd name="connsiteX544" fmla="*/ 4891576 w 12199799"/>
              <a:gd name="connsiteY544" fmla="*/ 973730 h 6855225"/>
              <a:gd name="connsiteX545" fmla="*/ 5673129 w 12199799"/>
              <a:gd name="connsiteY545" fmla="*/ 1427032 h 6855225"/>
              <a:gd name="connsiteX546" fmla="*/ 4076405 w 12199799"/>
              <a:gd name="connsiteY546" fmla="*/ 520430 h 6855225"/>
              <a:gd name="connsiteX547" fmla="*/ 4076405 w 12199799"/>
              <a:gd name="connsiteY547" fmla="*/ 1427032 h 6855225"/>
              <a:gd name="connsiteX548" fmla="*/ 4857958 w 12199799"/>
              <a:gd name="connsiteY548" fmla="*/ 973729 h 6855225"/>
              <a:gd name="connsiteX549" fmla="*/ 5708521 w 12199799"/>
              <a:gd name="connsiteY549" fmla="*/ 520429 h 6855225"/>
              <a:gd name="connsiteX550" fmla="*/ 5708521 w 12199799"/>
              <a:gd name="connsiteY550" fmla="*/ 1427030 h 6855225"/>
              <a:gd name="connsiteX551" fmla="*/ 6490069 w 12199799"/>
              <a:gd name="connsiteY551" fmla="*/ 973728 h 6855225"/>
              <a:gd name="connsiteX552" fmla="*/ 781554 w 12199799"/>
              <a:gd name="connsiteY552" fmla="*/ 520425 h 6855225"/>
              <a:gd name="connsiteX553" fmla="*/ 1 w 12199799"/>
              <a:gd name="connsiteY553" fmla="*/ 973726 h 6855225"/>
              <a:gd name="connsiteX554" fmla="*/ 781554 w 12199799"/>
              <a:gd name="connsiteY554" fmla="*/ 1427027 h 6855225"/>
              <a:gd name="connsiteX555" fmla="*/ 2411894 w 12199799"/>
              <a:gd name="connsiteY555" fmla="*/ 520424 h 6855225"/>
              <a:gd name="connsiteX556" fmla="*/ 1630341 w 12199799"/>
              <a:gd name="connsiteY556" fmla="*/ 973725 h 6855225"/>
              <a:gd name="connsiteX557" fmla="*/ 2411894 w 12199799"/>
              <a:gd name="connsiteY557" fmla="*/ 1427026 h 6855225"/>
              <a:gd name="connsiteX558" fmla="*/ 815170 w 12199799"/>
              <a:gd name="connsiteY558" fmla="*/ 520424 h 6855225"/>
              <a:gd name="connsiteX559" fmla="*/ 815170 w 12199799"/>
              <a:gd name="connsiteY559" fmla="*/ 1427026 h 6855225"/>
              <a:gd name="connsiteX560" fmla="*/ 1596723 w 12199799"/>
              <a:gd name="connsiteY560" fmla="*/ 973724 h 6855225"/>
              <a:gd name="connsiteX561" fmla="*/ 2447286 w 12199799"/>
              <a:gd name="connsiteY561" fmla="*/ 520423 h 6855225"/>
              <a:gd name="connsiteX562" fmla="*/ 2447286 w 12199799"/>
              <a:gd name="connsiteY562" fmla="*/ 1427024 h 6855225"/>
              <a:gd name="connsiteX563" fmla="*/ 3228839 w 12199799"/>
              <a:gd name="connsiteY563" fmla="*/ 973723 h 6855225"/>
              <a:gd name="connsiteX564" fmla="*/ 6523688 w 12199799"/>
              <a:gd name="connsiteY564" fmla="*/ 25693 h 6855225"/>
              <a:gd name="connsiteX565" fmla="*/ 6523688 w 12199799"/>
              <a:gd name="connsiteY565" fmla="*/ 932293 h 6855225"/>
              <a:gd name="connsiteX566" fmla="*/ 7305243 w 12199799"/>
              <a:gd name="connsiteY566" fmla="*/ 478993 h 6855225"/>
              <a:gd name="connsiteX567" fmla="*/ 8120394 w 12199799"/>
              <a:gd name="connsiteY567" fmla="*/ 25693 h 6855225"/>
              <a:gd name="connsiteX568" fmla="*/ 7338859 w 12199799"/>
              <a:gd name="connsiteY568" fmla="*/ 478992 h 6855225"/>
              <a:gd name="connsiteX569" fmla="*/ 8120394 w 12199799"/>
              <a:gd name="connsiteY569" fmla="*/ 932291 h 6855225"/>
              <a:gd name="connsiteX570" fmla="*/ 8154013 w 12199799"/>
              <a:gd name="connsiteY570" fmla="*/ 25692 h 6855225"/>
              <a:gd name="connsiteX571" fmla="*/ 8154013 w 12199799"/>
              <a:gd name="connsiteY571" fmla="*/ 932292 h 6855225"/>
              <a:gd name="connsiteX572" fmla="*/ 8935564 w 12199799"/>
              <a:gd name="connsiteY572" fmla="*/ 478992 h 6855225"/>
              <a:gd name="connsiteX573" fmla="*/ 9752510 w 12199799"/>
              <a:gd name="connsiteY573" fmla="*/ 25691 h 6855225"/>
              <a:gd name="connsiteX574" fmla="*/ 8970960 w 12199799"/>
              <a:gd name="connsiteY574" fmla="*/ 478990 h 6855225"/>
              <a:gd name="connsiteX575" fmla="*/ 9752510 w 12199799"/>
              <a:gd name="connsiteY575" fmla="*/ 932290 h 6855225"/>
              <a:gd name="connsiteX576" fmla="*/ 9786127 w 12199799"/>
              <a:gd name="connsiteY576" fmla="*/ 25691 h 6855225"/>
              <a:gd name="connsiteX577" fmla="*/ 9786127 w 12199799"/>
              <a:gd name="connsiteY577" fmla="*/ 932290 h 6855225"/>
              <a:gd name="connsiteX578" fmla="*/ 10567678 w 12199799"/>
              <a:gd name="connsiteY578" fmla="*/ 478990 h 6855225"/>
              <a:gd name="connsiteX579" fmla="*/ 11384626 w 12199799"/>
              <a:gd name="connsiteY579" fmla="*/ 25690 h 6855225"/>
              <a:gd name="connsiteX580" fmla="*/ 10603073 w 12199799"/>
              <a:gd name="connsiteY580" fmla="*/ 478989 h 6855225"/>
              <a:gd name="connsiteX581" fmla="*/ 11384626 w 12199799"/>
              <a:gd name="connsiteY581" fmla="*/ 932289 h 6855225"/>
              <a:gd name="connsiteX582" fmla="*/ 11418244 w 12199799"/>
              <a:gd name="connsiteY582" fmla="*/ 25689 h 6855225"/>
              <a:gd name="connsiteX583" fmla="*/ 11418244 w 12199799"/>
              <a:gd name="connsiteY583" fmla="*/ 932289 h 6855225"/>
              <a:gd name="connsiteX584" fmla="*/ 12199794 w 12199799"/>
              <a:gd name="connsiteY584" fmla="*/ 478989 h 6855225"/>
              <a:gd name="connsiteX585" fmla="*/ 3261235 w 12199799"/>
              <a:gd name="connsiteY585" fmla="*/ 25684 h 6855225"/>
              <a:gd name="connsiteX586" fmla="*/ 3261235 w 12199799"/>
              <a:gd name="connsiteY586" fmla="*/ 932284 h 6855225"/>
              <a:gd name="connsiteX587" fmla="*/ 4042787 w 12199799"/>
              <a:gd name="connsiteY587" fmla="*/ 478984 h 6855225"/>
              <a:gd name="connsiteX588" fmla="*/ 4857957 w 12199799"/>
              <a:gd name="connsiteY588" fmla="*/ 25684 h 6855225"/>
              <a:gd name="connsiteX589" fmla="*/ 4076405 w 12199799"/>
              <a:gd name="connsiteY589" fmla="*/ 478983 h 6855225"/>
              <a:gd name="connsiteX590" fmla="*/ 4857957 w 12199799"/>
              <a:gd name="connsiteY590" fmla="*/ 932283 h 6855225"/>
              <a:gd name="connsiteX591" fmla="*/ 4891576 w 12199799"/>
              <a:gd name="connsiteY591" fmla="*/ 25683 h 6855225"/>
              <a:gd name="connsiteX592" fmla="*/ 4891576 w 12199799"/>
              <a:gd name="connsiteY592" fmla="*/ 932283 h 6855225"/>
              <a:gd name="connsiteX593" fmla="*/ 5673128 w 12199799"/>
              <a:gd name="connsiteY593" fmla="*/ 478983 h 6855225"/>
              <a:gd name="connsiteX594" fmla="*/ 6490069 w 12199799"/>
              <a:gd name="connsiteY594" fmla="*/ 25682 h 6855225"/>
              <a:gd name="connsiteX595" fmla="*/ 5708521 w 12199799"/>
              <a:gd name="connsiteY595" fmla="*/ 478981 h 6855225"/>
              <a:gd name="connsiteX596" fmla="*/ 6490069 w 12199799"/>
              <a:gd name="connsiteY596" fmla="*/ 932282 h 6855225"/>
              <a:gd name="connsiteX597" fmla="*/ 0 w 12199799"/>
              <a:gd name="connsiteY597" fmla="*/ 25678 h 6855225"/>
              <a:gd name="connsiteX598" fmla="*/ 0 w 12199799"/>
              <a:gd name="connsiteY598" fmla="*/ 932279 h 6855225"/>
              <a:gd name="connsiteX599" fmla="*/ 781552 w 12199799"/>
              <a:gd name="connsiteY599" fmla="*/ 478978 h 6855225"/>
              <a:gd name="connsiteX600" fmla="*/ 1596722 w 12199799"/>
              <a:gd name="connsiteY600" fmla="*/ 25677 h 6855225"/>
              <a:gd name="connsiteX601" fmla="*/ 815170 w 12199799"/>
              <a:gd name="connsiteY601" fmla="*/ 478977 h 6855225"/>
              <a:gd name="connsiteX602" fmla="*/ 1596722 w 12199799"/>
              <a:gd name="connsiteY602" fmla="*/ 932278 h 6855225"/>
              <a:gd name="connsiteX603" fmla="*/ 1630341 w 12199799"/>
              <a:gd name="connsiteY603" fmla="*/ 25677 h 6855225"/>
              <a:gd name="connsiteX604" fmla="*/ 1630341 w 12199799"/>
              <a:gd name="connsiteY604" fmla="*/ 932278 h 6855225"/>
              <a:gd name="connsiteX605" fmla="*/ 2411893 w 12199799"/>
              <a:gd name="connsiteY605" fmla="*/ 478978 h 6855225"/>
              <a:gd name="connsiteX606" fmla="*/ 3228838 w 12199799"/>
              <a:gd name="connsiteY606" fmla="*/ 25676 h 6855225"/>
              <a:gd name="connsiteX607" fmla="*/ 2447286 w 12199799"/>
              <a:gd name="connsiteY607" fmla="*/ 478976 h 6855225"/>
              <a:gd name="connsiteX608" fmla="*/ 3228838 w 12199799"/>
              <a:gd name="connsiteY608" fmla="*/ 932276 h 6855225"/>
              <a:gd name="connsiteX609" fmla="*/ 8098742 w 12199799"/>
              <a:gd name="connsiteY609" fmla="*/ 12 h 6855225"/>
              <a:gd name="connsiteX610" fmla="*/ 6544450 w 12199799"/>
              <a:gd name="connsiteY610" fmla="*/ 12 h 6855225"/>
              <a:gd name="connsiteX611" fmla="*/ 7321607 w 12199799"/>
              <a:gd name="connsiteY611" fmla="*/ 445615 h 6855225"/>
              <a:gd name="connsiteX612" fmla="*/ 9729969 w 12199799"/>
              <a:gd name="connsiteY612" fmla="*/ 12 h 6855225"/>
              <a:gd name="connsiteX613" fmla="*/ 8175665 w 12199799"/>
              <a:gd name="connsiteY613" fmla="*/ 12 h 6855225"/>
              <a:gd name="connsiteX614" fmla="*/ 8952816 w 12199799"/>
              <a:gd name="connsiteY614" fmla="*/ 445615 h 6855225"/>
              <a:gd name="connsiteX615" fmla="*/ 11361201 w 12199799"/>
              <a:gd name="connsiteY615" fmla="*/ 12 h 6855225"/>
              <a:gd name="connsiteX616" fmla="*/ 9806891 w 12199799"/>
              <a:gd name="connsiteY616" fmla="*/ 12 h 6855225"/>
              <a:gd name="connsiteX617" fmla="*/ 10584048 w 12199799"/>
              <a:gd name="connsiteY617" fmla="*/ 445615 h 6855225"/>
              <a:gd name="connsiteX618" fmla="*/ 4835861 w 12199799"/>
              <a:gd name="connsiteY618" fmla="*/ 7 h 6855225"/>
              <a:gd name="connsiteX619" fmla="*/ 3281555 w 12199799"/>
              <a:gd name="connsiteY619" fmla="*/ 7 h 6855225"/>
              <a:gd name="connsiteX620" fmla="*/ 4058708 w 12199799"/>
              <a:gd name="connsiteY620" fmla="*/ 445610 h 6855225"/>
              <a:gd name="connsiteX621" fmla="*/ 6467087 w 12199799"/>
              <a:gd name="connsiteY621" fmla="*/ 6 h 6855225"/>
              <a:gd name="connsiteX622" fmla="*/ 4912784 w 12199799"/>
              <a:gd name="connsiteY622" fmla="*/ 6 h 6855225"/>
              <a:gd name="connsiteX623" fmla="*/ 5689937 w 12199799"/>
              <a:gd name="connsiteY623" fmla="*/ 445610 h 6855225"/>
              <a:gd name="connsiteX624" fmla="*/ 1574626 w 12199799"/>
              <a:gd name="connsiteY624" fmla="*/ 1 h 6855225"/>
              <a:gd name="connsiteX625" fmla="*/ 20320 w 12199799"/>
              <a:gd name="connsiteY625" fmla="*/ 1 h 6855225"/>
              <a:gd name="connsiteX626" fmla="*/ 797473 w 12199799"/>
              <a:gd name="connsiteY626" fmla="*/ 445605 h 6855225"/>
              <a:gd name="connsiteX627" fmla="*/ 3205855 w 12199799"/>
              <a:gd name="connsiteY627" fmla="*/ 0 h 6855225"/>
              <a:gd name="connsiteX628" fmla="*/ 1651549 w 12199799"/>
              <a:gd name="connsiteY628" fmla="*/ 0 h 6855225"/>
              <a:gd name="connsiteX629" fmla="*/ 2428702 w 12199799"/>
              <a:gd name="connsiteY629" fmla="*/ 445604 h 6855225"/>
              <a:gd name="connsiteX630" fmla="*/ 12191998 w 12199799"/>
              <a:gd name="connsiteY630" fmla="*/ 0 h 6855225"/>
              <a:gd name="connsiteX631" fmla="*/ 11438139 w 12199799"/>
              <a:gd name="connsiteY631" fmla="*/ 0 h 6855225"/>
              <a:gd name="connsiteX632" fmla="*/ 12191998 w 12199799"/>
              <a:gd name="connsiteY632" fmla="*/ 432248 h 68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</a:cxnLst>
            <a:rect l="l" t="t" r="r" b="b"/>
            <a:pathLst>
              <a:path w="12199799" h="6855225">
                <a:moveTo>
                  <a:pt x="12191972" y="6422977"/>
                </a:moveTo>
                <a:lnTo>
                  <a:pt x="11438115" y="6855225"/>
                </a:lnTo>
                <a:lnTo>
                  <a:pt x="12191972" y="6855225"/>
                </a:lnTo>
                <a:close/>
                <a:moveTo>
                  <a:pt x="797473" y="6406846"/>
                </a:moveTo>
                <a:lnTo>
                  <a:pt x="20320" y="6852450"/>
                </a:lnTo>
                <a:lnTo>
                  <a:pt x="1574626" y="6852450"/>
                </a:lnTo>
                <a:close/>
                <a:moveTo>
                  <a:pt x="2428702" y="6406846"/>
                </a:moveTo>
                <a:lnTo>
                  <a:pt x="1651549" y="6852450"/>
                </a:lnTo>
                <a:lnTo>
                  <a:pt x="3205855" y="6852450"/>
                </a:lnTo>
                <a:close/>
                <a:moveTo>
                  <a:pt x="4058708" y="6406846"/>
                </a:moveTo>
                <a:lnTo>
                  <a:pt x="3281555" y="6852450"/>
                </a:lnTo>
                <a:lnTo>
                  <a:pt x="4835861" y="6852450"/>
                </a:lnTo>
                <a:close/>
                <a:moveTo>
                  <a:pt x="5689937" y="6406846"/>
                </a:moveTo>
                <a:lnTo>
                  <a:pt x="4912784" y="6852450"/>
                </a:lnTo>
                <a:lnTo>
                  <a:pt x="6467087" y="6852450"/>
                </a:lnTo>
                <a:close/>
                <a:moveTo>
                  <a:pt x="7321607" y="6406846"/>
                </a:moveTo>
                <a:lnTo>
                  <a:pt x="6544450" y="6852450"/>
                </a:lnTo>
                <a:lnTo>
                  <a:pt x="8098751" y="6852450"/>
                </a:lnTo>
                <a:close/>
                <a:moveTo>
                  <a:pt x="8952824" y="6406846"/>
                </a:moveTo>
                <a:lnTo>
                  <a:pt x="8175673" y="6852450"/>
                </a:lnTo>
                <a:lnTo>
                  <a:pt x="9729977" y="6852450"/>
                </a:lnTo>
                <a:close/>
                <a:moveTo>
                  <a:pt x="10584056" y="6406846"/>
                </a:moveTo>
                <a:lnTo>
                  <a:pt x="9806900" y="6852450"/>
                </a:lnTo>
                <a:lnTo>
                  <a:pt x="11361208" y="6852450"/>
                </a:lnTo>
                <a:close/>
                <a:moveTo>
                  <a:pt x="1596722" y="5924618"/>
                </a:moveTo>
                <a:lnTo>
                  <a:pt x="815170" y="6377918"/>
                </a:lnTo>
                <a:lnTo>
                  <a:pt x="1596722" y="6831220"/>
                </a:lnTo>
                <a:close/>
                <a:moveTo>
                  <a:pt x="3228838" y="5924618"/>
                </a:moveTo>
                <a:lnTo>
                  <a:pt x="2447286" y="6377918"/>
                </a:lnTo>
                <a:lnTo>
                  <a:pt x="3228838" y="6831220"/>
                </a:lnTo>
                <a:close/>
                <a:moveTo>
                  <a:pt x="4857957" y="5924618"/>
                </a:moveTo>
                <a:lnTo>
                  <a:pt x="4076405" y="6377918"/>
                </a:lnTo>
                <a:lnTo>
                  <a:pt x="4857957" y="6831220"/>
                </a:lnTo>
                <a:close/>
                <a:moveTo>
                  <a:pt x="6490069" y="5924618"/>
                </a:moveTo>
                <a:lnTo>
                  <a:pt x="5708521" y="6377918"/>
                </a:lnTo>
                <a:lnTo>
                  <a:pt x="6490069" y="6831220"/>
                </a:lnTo>
                <a:close/>
                <a:moveTo>
                  <a:pt x="8120394" y="5924618"/>
                </a:moveTo>
                <a:lnTo>
                  <a:pt x="7338859" y="6377918"/>
                </a:lnTo>
                <a:lnTo>
                  <a:pt x="8120394" y="6831220"/>
                </a:lnTo>
                <a:close/>
                <a:moveTo>
                  <a:pt x="9752510" y="5924618"/>
                </a:moveTo>
                <a:lnTo>
                  <a:pt x="8970960" y="6377918"/>
                </a:lnTo>
                <a:lnTo>
                  <a:pt x="9752510" y="6831220"/>
                </a:lnTo>
                <a:close/>
                <a:moveTo>
                  <a:pt x="11384629" y="5924618"/>
                </a:moveTo>
                <a:lnTo>
                  <a:pt x="10603077" y="6377918"/>
                </a:lnTo>
                <a:lnTo>
                  <a:pt x="11384629" y="6831220"/>
                </a:lnTo>
                <a:close/>
                <a:moveTo>
                  <a:pt x="0" y="5924618"/>
                </a:moveTo>
                <a:lnTo>
                  <a:pt x="0" y="6831220"/>
                </a:lnTo>
                <a:lnTo>
                  <a:pt x="781552" y="6377919"/>
                </a:lnTo>
                <a:close/>
                <a:moveTo>
                  <a:pt x="1630341" y="5924618"/>
                </a:moveTo>
                <a:lnTo>
                  <a:pt x="1630341" y="6831220"/>
                </a:lnTo>
                <a:lnTo>
                  <a:pt x="2411893" y="6377919"/>
                </a:lnTo>
                <a:close/>
                <a:moveTo>
                  <a:pt x="3261235" y="5924618"/>
                </a:moveTo>
                <a:lnTo>
                  <a:pt x="3261235" y="6831220"/>
                </a:lnTo>
                <a:lnTo>
                  <a:pt x="4042787" y="6377919"/>
                </a:lnTo>
                <a:close/>
                <a:moveTo>
                  <a:pt x="4891576" y="5924618"/>
                </a:moveTo>
                <a:lnTo>
                  <a:pt x="4891576" y="6831220"/>
                </a:lnTo>
                <a:lnTo>
                  <a:pt x="5673128" y="6377919"/>
                </a:lnTo>
                <a:close/>
                <a:moveTo>
                  <a:pt x="6523688" y="5924618"/>
                </a:moveTo>
                <a:lnTo>
                  <a:pt x="6523688" y="6831220"/>
                </a:lnTo>
                <a:lnTo>
                  <a:pt x="7305243" y="6377919"/>
                </a:lnTo>
                <a:close/>
                <a:moveTo>
                  <a:pt x="8154013" y="5924618"/>
                </a:moveTo>
                <a:lnTo>
                  <a:pt x="8154013" y="6831220"/>
                </a:lnTo>
                <a:lnTo>
                  <a:pt x="8935564" y="6377919"/>
                </a:lnTo>
                <a:close/>
                <a:moveTo>
                  <a:pt x="9786128" y="5924618"/>
                </a:moveTo>
                <a:lnTo>
                  <a:pt x="9786128" y="6831220"/>
                </a:lnTo>
                <a:lnTo>
                  <a:pt x="10567682" y="6377919"/>
                </a:lnTo>
                <a:close/>
                <a:moveTo>
                  <a:pt x="11418248" y="5924618"/>
                </a:moveTo>
                <a:lnTo>
                  <a:pt x="11418248" y="6831220"/>
                </a:lnTo>
                <a:lnTo>
                  <a:pt x="12199798" y="6377919"/>
                </a:lnTo>
                <a:close/>
                <a:moveTo>
                  <a:pt x="781554" y="5438511"/>
                </a:moveTo>
                <a:lnTo>
                  <a:pt x="1" y="5891812"/>
                </a:lnTo>
                <a:lnTo>
                  <a:pt x="781554" y="6345112"/>
                </a:lnTo>
                <a:close/>
                <a:moveTo>
                  <a:pt x="815170" y="5438511"/>
                </a:moveTo>
                <a:lnTo>
                  <a:pt x="815170" y="6345112"/>
                </a:lnTo>
                <a:lnTo>
                  <a:pt x="1596723" y="5891811"/>
                </a:lnTo>
                <a:close/>
                <a:moveTo>
                  <a:pt x="2411894" y="5438511"/>
                </a:moveTo>
                <a:lnTo>
                  <a:pt x="1630341" y="5891812"/>
                </a:lnTo>
                <a:lnTo>
                  <a:pt x="2411894" y="6345112"/>
                </a:lnTo>
                <a:close/>
                <a:moveTo>
                  <a:pt x="2447286" y="5438511"/>
                </a:moveTo>
                <a:lnTo>
                  <a:pt x="2447286" y="6345112"/>
                </a:lnTo>
                <a:lnTo>
                  <a:pt x="3228839" y="5891811"/>
                </a:lnTo>
                <a:close/>
                <a:moveTo>
                  <a:pt x="4042789" y="5438511"/>
                </a:moveTo>
                <a:lnTo>
                  <a:pt x="3261236" y="5891812"/>
                </a:lnTo>
                <a:lnTo>
                  <a:pt x="4042789" y="6345112"/>
                </a:lnTo>
                <a:close/>
                <a:moveTo>
                  <a:pt x="4076405" y="5438511"/>
                </a:moveTo>
                <a:lnTo>
                  <a:pt x="4076405" y="6345112"/>
                </a:lnTo>
                <a:lnTo>
                  <a:pt x="4857958" y="5891811"/>
                </a:lnTo>
                <a:close/>
                <a:moveTo>
                  <a:pt x="5673129" y="5438511"/>
                </a:moveTo>
                <a:lnTo>
                  <a:pt x="4891576" y="5891812"/>
                </a:lnTo>
                <a:lnTo>
                  <a:pt x="5673129" y="6345112"/>
                </a:lnTo>
                <a:close/>
                <a:moveTo>
                  <a:pt x="5708521" y="5438511"/>
                </a:moveTo>
                <a:lnTo>
                  <a:pt x="5708521" y="6345112"/>
                </a:lnTo>
                <a:lnTo>
                  <a:pt x="6490069" y="5891811"/>
                </a:lnTo>
                <a:close/>
                <a:moveTo>
                  <a:pt x="7305243" y="5438511"/>
                </a:moveTo>
                <a:lnTo>
                  <a:pt x="6523688" y="5891812"/>
                </a:lnTo>
                <a:lnTo>
                  <a:pt x="7305243" y="6345112"/>
                </a:lnTo>
                <a:close/>
                <a:moveTo>
                  <a:pt x="7338859" y="5438511"/>
                </a:moveTo>
                <a:lnTo>
                  <a:pt x="7338859" y="6345112"/>
                </a:lnTo>
                <a:lnTo>
                  <a:pt x="8120395" y="5891811"/>
                </a:lnTo>
                <a:close/>
                <a:moveTo>
                  <a:pt x="8935566" y="5438511"/>
                </a:moveTo>
                <a:lnTo>
                  <a:pt x="8154014" y="5891812"/>
                </a:lnTo>
                <a:lnTo>
                  <a:pt x="8935566" y="6345112"/>
                </a:lnTo>
                <a:close/>
                <a:moveTo>
                  <a:pt x="8970959" y="5438511"/>
                </a:moveTo>
                <a:lnTo>
                  <a:pt x="8970959" y="6345112"/>
                </a:lnTo>
                <a:lnTo>
                  <a:pt x="9752511" y="5891811"/>
                </a:lnTo>
                <a:close/>
                <a:moveTo>
                  <a:pt x="10567683" y="5438511"/>
                </a:moveTo>
                <a:lnTo>
                  <a:pt x="9786128" y="5891812"/>
                </a:lnTo>
                <a:lnTo>
                  <a:pt x="10567683" y="6345112"/>
                </a:lnTo>
                <a:close/>
                <a:moveTo>
                  <a:pt x="10603076" y="5438511"/>
                </a:moveTo>
                <a:lnTo>
                  <a:pt x="10603076" y="6345112"/>
                </a:lnTo>
                <a:lnTo>
                  <a:pt x="11384630" y="5891811"/>
                </a:lnTo>
                <a:close/>
                <a:moveTo>
                  <a:pt x="12199799" y="5438511"/>
                </a:moveTo>
                <a:lnTo>
                  <a:pt x="11418248" y="5891812"/>
                </a:lnTo>
                <a:lnTo>
                  <a:pt x="12199799" y="6345112"/>
                </a:lnTo>
                <a:close/>
                <a:moveTo>
                  <a:pt x="1596722" y="4943763"/>
                </a:moveTo>
                <a:lnTo>
                  <a:pt x="815170" y="5397063"/>
                </a:lnTo>
                <a:lnTo>
                  <a:pt x="1596722" y="5850364"/>
                </a:lnTo>
                <a:close/>
                <a:moveTo>
                  <a:pt x="3228838" y="4943763"/>
                </a:moveTo>
                <a:lnTo>
                  <a:pt x="2447286" y="5397063"/>
                </a:lnTo>
                <a:lnTo>
                  <a:pt x="3228838" y="5850364"/>
                </a:lnTo>
                <a:close/>
                <a:moveTo>
                  <a:pt x="4857957" y="4943763"/>
                </a:moveTo>
                <a:lnTo>
                  <a:pt x="4076405" y="5397063"/>
                </a:lnTo>
                <a:lnTo>
                  <a:pt x="4857957" y="5850364"/>
                </a:lnTo>
                <a:close/>
                <a:moveTo>
                  <a:pt x="6490069" y="4943763"/>
                </a:moveTo>
                <a:lnTo>
                  <a:pt x="5708521" y="5397063"/>
                </a:lnTo>
                <a:lnTo>
                  <a:pt x="6490069" y="5850364"/>
                </a:lnTo>
                <a:close/>
                <a:moveTo>
                  <a:pt x="8120394" y="4943763"/>
                </a:moveTo>
                <a:lnTo>
                  <a:pt x="7338859" y="5397063"/>
                </a:lnTo>
                <a:lnTo>
                  <a:pt x="8120394" y="5850364"/>
                </a:lnTo>
                <a:close/>
                <a:moveTo>
                  <a:pt x="9752510" y="4943763"/>
                </a:moveTo>
                <a:lnTo>
                  <a:pt x="8970960" y="5397063"/>
                </a:lnTo>
                <a:lnTo>
                  <a:pt x="9752510" y="5850364"/>
                </a:lnTo>
                <a:close/>
                <a:moveTo>
                  <a:pt x="11384629" y="4943763"/>
                </a:moveTo>
                <a:lnTo>
                  <a:pt x="10603076" y="5397063"/>
                </a:lnTo>
                <a:lnTo>
                  <a:pt x="11384629" y="5850364"/>
                </a:lnTo>
                <a:close/>
                <a:moveTo>
                  <a:pt x="0" y="4943763"/>
                </a:moveTo>
                <a:lnTo>
                  <a:pt x="0" y="5850365"/>
                </a:lnTo>
                <a:lnTo>
                  <a:pt x="781552" y="5397064"/>
                </a:lnTo>
                <a:close/>
                <a:moveTo>
                  <a:pt x="1630341" y="4943763"/>
                </a:moveTo>
                <a:lnTo>
                  <a:pt x="1630341" y="5850365"/>
                </a:lnTo>
                <a:lnTo>
                  <a:pt x="2411893" y="5397064"/>
                </a:lnTo>
                <a:close/>
                <a:moveTo>
                  <a:pt x="3261235" y="4943763"/>
                </a:moveTo>
                <a:lnTo>
                  <a:pt x="3261235" y="5850365"/>
                </a:lnTo>
                <a:lnTo>
                  <a:pt x="4042787" y="5397064"/>
                </a:lnTo>
                <a:close/>
                <a:moveTo>
                  <a:pt x="4891576" y="4943763"/>
                </a:moveTo>
                <a:lnTo>
                  <a:pt x="4891576" y="5850365"/>
                </a:lnTo>
                <a:lnTo>
                  <a:pt x="5673128" y="5397064"/>
                </a:lnTo>
                <a:close/>
                <a:moveTo>
                  <a:pt x="6523688" y="4943763"/>
                </a:moveTo>
                <a:lnTo>
                  <a:pt x="6523688" y="5850365"/>
                </a:lnTo>
                <a:lnTo>
                  <a:pt x="7305243" y="5397064"/>
                </a:lnTo>
                <a:close/>
                <a:moveTo>
                  <a:pt x="8154013" y="4943763"/>
                </a:moveTo>
                <a:lnTo>
                  <a:pt x="8154013" y="5850365"/>
                </a:lnTo>
                <a:lnTo>
                  <a:pt x="8935564" y="5397064"/>
                </a:lnTo>
                <a:close/>
                <a:moveTo>
                  <a:pt x="9786128" y="4943763"/>
                </a:moveTo>
                <a:lnTo>
                  <a:pt x="9786128" y="5850365"/>
                </a:lnTo>
                <a:lnTo>
                  <a:pt x="10567681" y="5397064"/>
                </a:lnTo>
                <a:close/>
                <a:moveTo>
                  <a:pt x="11418247" y="4943763"/>
                </a:moveTo>
                <a:lnTo>
                  <a:pt x="11418247" y="5850365"/>
                </a:lnTo>
                <a:lnTo>
                  <a:pt x="12199798" y="5397064"/>
                </a:lnTo>
                <a:close/>
                <a:moveTo>
                  <a:pt x="781554" y="4455068"/>
                </a:moveTo>
                <a:lnTo>
                  <a:pt x="1" y="4908369"/>
                </a:lnTo>
                <a:lnTo>
                  <a:pt x="781554" y="5361669"/>
                </a:lnTo>
                <a:close/>
                <a:moveTo>
                  <a:pt x="815170" y="4455068"/>
                </a:moveTo>
                <a:lnTo>
                  <a:pt x="815170" y="5361669"/>
                </a:lnTo>
                <a:lnTo>
                  <a:pt x="1596723" y="4908368"/>
                </a:lnTo>
                <a:close/>
                <a:moveTo>
                  <a:pt x="2411894" y="4455068"/>
                </a:moveTo>
                <a:lnTo>
                  <a:pt x="1630341" y="4908369"/>
                </a:lnTo>
                <a:lnTo>
                  <a:pt x="2411894" y="5361669"/>
                </a:lnTo>
                <a:close/>
                <a:moveTo>
                  <a:pt x="2447286" y="4455068"/>
                </a:moveTo>
                <a:lnTo>
                  <a:pt x="2447286" y="5361669"/>
                </a:lnTo>
                <a:lnTo>
                  <a:pt x="3228839" y="4908368"/>
                </a:lnTo>
                <a:close/>
                <a:moveTo>
                  <a:pt x="4042789" y="4455068"/>
                </a:moveTo>
                <a:lnTo>
                  <a:pt x="3261236" y="4908369"/>
                </a:lnTo>
                <a:lnTo>
                  <a:pt x="4042789" y="5361669"/>
                </a:lnTo>
                <a:close/>
                <a:moveTo>
                  <a:pt x="4076405" y="4455068"/>
                </a:moveTo>
                <a:lnTo>
                  <a:pt x="4076405" y="5361669"/>
                </a:lnTo>
                <a:lnTo>
                  <a:pt x="4857958" y="4908368"/>
                </a:lnTo>
                <a:close/>
                <a:moveTo>
                  <a:pt x="5673129" y="4455068"/>
                </a:moveTo>
                <a:lnTo>
                  <a:pt x="4891576" y="4908369"/>
                </a:lnTo>
                <a:lnTo>
                  <a:pt x="5673129" y="5361669"/>
                </a:lnTo>
                <a:close/>
                <a:moveTo>
                  <a:pt x="5708521" y="4455068"/>
                </a:moveTo>
                <a:lnTo>
                  <a:pt x="5708521" y="5361669"/>
                </a:lnTo>
                <a:lnTo>
                  <a:pt x="6490069" y="4908368"/>
                </a:lnTo>
                <a:close/>
                <a:moveTo>
                  <a:pt x="7305243" y="4455068"/>
                </a:moveTo>
                <a:lnTo>
                  <a:pt x="6523688" y="4908369"/>
                </a:lnTo>
                <a:lnTo>
                  <a:pt x="7305243" y="5361669"/>
                </a:lnTo>
                <a:close/>
                <a:moveTo>
                  <a:pt x="7338859" y="4455068"/>
                </a:moveTo>
                <a:lnTo>
                  <a:pt x="7338859" y="5361669"/>
                </a:lnTo>
                <a:lnTo>
                  <a:pt x="8120395" y="4908368"/>
                </a:lnTo>
                <a:close/>
                <a:moveTo>
                  <a:pt x="8935566" y="4455068"/>
                </a:moveTo>
                <a:lnTo>
                  <a:pt x="8154014" y="4908369"/>
                </a:lnTo>
                <a:lnTo>
                  <a:pt x="8935566" y="5361669"/>
                </a:lnTo>
                <a:close/>
                <a:moveTo>
                  <a:pt x="8970959" y="4455068"/>
                </a:moveTo>
                <a:lnTo>
                  <a:pt x="8970959" y="5361669"/>
                </a:lnTo>
                <a:lnTo>
                  <a:pt x="9752511" y="4908368"/>
                </a:lnTo>
                <a:close/>
                <a:moveTo>
                  <a:pt x="10567683" y="4455068"/>
                </a:moveTo>
                <a:lnTo>
                  <a:pt x="9786128" y="4908369"/>
                </a:lnTo>
                <a:lnTo>
                  <a:pt x="10567683" y="5361669"/>
                </a:lnTo>
                <a:close/>
                <a:moveTo>
                  <a:pt x="10603076" y="4455068"/>
                </a:moveTo>
                <a:lnTo>
                  <a:pt x="10603076" y="5361669"/>
                </a:lnTo>
                <a:lnTo>
                  <a:pt x="11384629" y="4908368"/>
                </a:lnTo>
                <a:close/>
                <a:moveTo>
                  <a:pt x="12199799" y="4455068"/>
                </a:moveTo>
                <a:lnTo>
                  <a:pt x="11418247" y="4908369"/>
                </a:lnTo>
                <a:lnTo>
                  <a:pt x="12199799" y="5361669"/>
                </a:lnTo>
                <a:close/>
                <a:moveTo>
                  <a:pt x="1596722" y="3960320"/>
                </a:moveTo>
                <a:lnTo>
                  <a:pt x="815170" y="4413620"/>
                </a:lnTo>
                <a:lnTo>
                  <a:pt x="1596722" y="4866921"/>
                </a:lnTo>
                <a:close/>
                <a:moveTo>
                  <a:pt x="3228838" y="3960320"/>
                </a:moveTo>
                <a:lnTo>
                  <a:pt x="2447286" y="4413620"/>
                </a:lnTo>
                <a:lnTo>
                  <a:pt x="3228838" y="4866921"/>
                </a:lnTo>
                <a:close/>
                <a:moveTo>
                  <a:pt x="4857957" y="3960320"/>
                </a:moveTo>
                <a:lnTo>
                  <a:pt x="4076405" y="4413620"/>
                </a:lnTo>
                <a:lnTo>
                  <a:pt x="4857957" y="4866921"/>
                </a:lnTo>
                <a:close/>
                <a:moveTo>
                  <a:pt x="6490069" y="3960320"/>
                </a:moveTo>
                <a:lnTo>
                  <a:pt x="5708521" y="4413620"/>
                </a:lnTo>
                <a:lnTo>
                  <a:pt x="6490069" y="4866921"/>
                </a:lnTo>
                <a:close/>
                <a:moveTo>
                  <a:pt x="8120394" y="3960320"/>
                </a:moveTo>
                <a:lnTo>
                  <a:pt x="7338859" y="4413620"/>
                </a:lnTo>
                <a:lnTo>
                  <a:pt x="8120394" y="4866921"/>
                </a:lnTo>
                <a:close/>
                <a:moveTo>
                  <a:pt x="9752510" y="3960320"/>
                </a:moveTo>
                <a:lnTo>
                  <a:pt x="8970960" y="4413620"/>
                </a:lnTo>
                <a:lnTo>
                  <a:pt x="9752510" y="4866921"/>
                </a:lnTo>
                <a:close/>
                <a:moveTo>
                  <a:pt x="11384629" y="3960320"/>
                </a:moveTo>
                <a:lnTo>
                  <a:pt x="10603076" y="4413620"/>
                </a:lnTo>
                <a:lnTo>
                  <a:pt x="11384629" y="4866921"/>
                </a:lnTo>
                <a:close/>
                <a:moveTo>
                  <a:pt x="0" y="3960320"/>
                </a:moveTo>
                <a:lnTo>
                  <a:pt x="0" y="4866922"/>
                </a:lnTo>
                <a:lnTo>
                  <a:pt x="781552" y="4413621"/>
                </a:lnTo>
                <a:close/>
                <a:moveTo>
                  <a:pt x="1630341" y="3960320"/>
                </a:moveTo>
                <a:lnTo>
                  <a:pt x="1630341" y="4866922"/>
                </a:lnTo>
                <a:lnTo>
                  <a:pt x="2411893" y="4413621"/>
                </a:lnTo>
                <a:close/>
                <a:moveTo>
                  <a:pt x="3261235" y="3960320"/>
                </a:moveTo>
                <a:lnTo>
                  <a:pt x="3261235" y="4866922"/>
                </a:lnTo>
                <a:lnTo>
                  <a:pt x="4042787" y="4413621"/>
                </a:lnTo>
                <a:close/>
                <a:moveTo>
                  <a:pt x="4891576" y="3960320"/>
                </a:moveTo>
                <a:lnTo>
                  <a:pt x="4891576" y="4866922"/>
                </a:lnTo>
                <a:lnTo>
                  <a:pt x="5673128" y="4413621"/>
                </a:lnTo>
                <a:close/>
                <a:moveTo>
                  <a:pt x="6523688" y="3960320"/>
                </a:moveTo>
                <a:lnTo>
                  <a:pt x="6523688" y="4866922"/>
                </a:lnTo>
                <a:lnTo>
                  <a:pt x="7305243" y="4413621"/>
                </a:lnTo>
                <a:close/>
                <a:moveTo>
                  <a:pt x="8154013" y="3960320"/>
                </a:moveTo>
                <a:lnTo>
                  <a:pt x="8154013" y="4866922"/>
                </a:lnTo>
                <a:lnTo>
                  <a:pt x="8935564" y="4413621"/>
                </a:lnTo>
                <a:close/>
                <a:moveTo>
                  <a:pt x="9786127" y="3960320"/>
                </a:moveTo>
                <a:lnTo>
                  <a:pt x="9786127" y="4866922"/>
                </a:lnTo>
                <a:lnTo>
                  <a:pt x="10567681" y="4413621"/>
                </a:lnTo>
                <a:close/>
                <a:moveTo>
                  <a:pt x="11418247" y="3960320"/>
                </a:moveTo>
                <a:lnTo>
                  <a:pt x="11418247" y="4866922"/>
                </a:lnTo>
                <a:lnTo>
                  <a:pt x="12199798" y="4413621"/>
                </a:lnTo>
                <a:close/>
                <a:moveTo>
                  <a:pt x="781554" y="3468161"/>
                </a:moveTo>
                <a:lnTo>
                  <a:pt x="1" y="3921462"/>
                </a:lnTo>
                <a:lnTo>
                  <a:pt x="781554" y="4374762"/>
                </a:lnTo>
                <a:close/>
                <a:moveTo>
                  <a:pt x="815170" y="3468161"/>
                </a:moveTo>
                <a:lnTo>
                  <a:pt x="815170" y="4374762"/>
                </a:lnTo>
                <a:lnTo>
                  <a:pt x="1596723" y="3921461"/>
                </a:lnTo>
                <a:close/>
                <a:moveTo>
                  <a:pt x="2411894" y="3468161"/>
                </a:moveTo>
                <a:lnTo>
                  <a:pt x="1630341" y="3921462"/>
                </a:lnTo>
                <a:lnTo>
                  <a:pt x="2411894" y="4374762"/>
                </a:lnTo>
                <a:close/>
                <a:moveTo>
                  <a:pt x="2447286" y="3468161"/>
                </a:moveTo>
                <a:lnTo>
                  <a:pt x="2447286" y="4374762"/>
                </a:lnTo>
                <a:lnTo>
                  <a:pt x="3228839" y="3921461"/>
                </a:lnTo>
                <a:close/>
                <a:moveTo>
                  <a:pt x="4042789" y="3468161"/>
                </a:moveTo>
                <a:lnTo>
                  <a:pt x="3261236" y="3921462"/>
                </a:lnTo>
                <a:lnTo>
                  <a:pt x="4042789" y="4374762"/>
                </a:lnTo>
                <a:close/>
                <a:moveTo>
                  <a:pt x="4076405" y="3468161"/>
                </a:moveTo>
                <a:lnTo>
                  <a:pt x="4076405" y="4374762"/>
                </a:lnTo>
                <a:lnTo>
                  <a:pt x="4857958" y="3921461"/>
                </a:lnTo>
                <a:close/>
                <a:moveTo>
                  <a:pt x="5673129" y="3468161"/>
                </a:moveTo>
                <a:lnTo>
                  <a:pt x="4891576" y="3921462"/>
                </a:lnTo>
                <a:lnTo>
                  <a:pt x="5673129" y="4374762"/>
                </a:lnTo>
                <a:close/>
                <a:moveTo>
                  <a:pt x="5708521" y="3468161"/>
                </a:moveTo>
                <a:lnTo>
                  <a:pt x="5708521" y="4374762"/>
                </a:lnTo>
                <a:lnTo>
                  <a:pt x="6490069" y="3921461"/>
                </a:lnTo>
                <a:close/>
                <a:moveTo>
                  <a:pt x="7305243" y="3468161"/>
                </a:moveTo>
                <a:lnTo>
                  <a:pt x="6523688" y="3921462"/>
                </a:lnTo>
                <a:lnTo>
                  <a:pt x="7305243" y="4374762"/>
                </a:lnTo>
                <a:close/>
                <a:moveTo>
                  <a:pt x="7338859" y="3468161"/>
                </a:moveTo>
                <a:lnTo>
                  <a:pt x="7338859" y="4374762"/>
                </a:lnTo>
                <a:lnTo>
                  <a:pt x="8120395" y="3921461"/>
                </a:lnTo>
                <a:close/>
                <a:moveTo>
                  <a:pt x="8935566" y="3468161"/>
                </a:moveTo>
                <a:lnTo>
                  <a:pt x="8154014" y="3921462"/>
                </a:lnTo>
                <a:lnTo>
                  <a:pt x="8935566" y="4374762"/>
                </a:lnTo>
                <a:close/>
                <a:moveTo>
                  <a:pt x="8970959" y="3468161"/>
                </a:moveTo>
                <a:lnTo>
                  <a:pt x="8970959" y="4374762"/>
                </a:lnTo>
                <a:lnTo>
                  <a:pt x="9752511" y="3921461"/>
                </a:lnTo>
                <a:close/>
                <a:moveTo>
                  <a:pt x="10567680" y="3468161"/>
                </a:moveTo>
                <a:lnTo>
                  <a:pt x="9786128" y="3921462"/>
                </a:lnTo>
                <a:lnTo>
                  <a:pt x="10567680" y="4374762"/>
                </a:lnTo>
                <a:close/>
                <a:moveTo>
                  <a:pt x="10603074" y="3468161"/>
                </a:moveTo>
                <a:lnTo>
                  <a:pt x="10603074" y="4374762"/>
                </a:lnTo>
                <a:lnTo>
                  <a:pt x="11384627" y="3921461"/>
                </a:lnTo>
                <a:close/>
                <a:moveTo>
                  <a:pt x="12199796" y="3468161"/>
                </a:moveTo>
                <a:lnTo>
                  <a:pt x="11418245" y="3921462"/>
                </a:lnTo>
                <a:lnTo>
                  <a:pt x="12199796" y="4374762"/>
                </a:lnTo>
                <a:close/>
                <a:moveTo>
                  <a:pt x="6523688" y="2973432"/>
                </a:moveTo>
                <a:lnTo>
                  <a:pt x="6523688" y="3880015"/>
                </a:lnTo>
                <a:lnTo>
                  <a:pt x="7305243" y="3426715"/>
                </a:lnTo>
                <a:close/>
                <a:moveTo>
                  <a:pt x="8120394" y="2973430"/>
                </a:moveTo>
                <a:lnTo>
                  <a:pt x="7338859" y="3426715"/>
                </a:lnTo>
                <a:lnTo>
                  <a:pt x="8120394" y="3880014"/>
                </a:lnTo>
                <a:close/>
                <a:moveTo>
                  <a:pt x="8154013" y="2973430"/>
                </a:moveTo>
                <a:lnTo>
                  <a:pt x="8154013" y="3880015"/>
                </a:lnTo>
                <a:lnTo>
                  <a:pt x="8935564" y="3426715"/>
                </a:lnTo>
                <a:close/>
                <a:moveTo>
                  <a:pt x="9752510" y="2973428"/>
                </a:moveTo>
                <a:lnTo>
                  <a:pt x="8970960" y="3426715"/>
                </a:lnTo>
                <a:lnTo>
                  <a:pt x="9752510" y="3880014"/>
                </a:lnTo>
                <a:close/>
                <a:moveTo>
                  <a:pt x="9786127" y="2973428"/>
                </a:moveTo>
                <a:lnTo>
                  <a:pt x="9786127" y="3880015"/>
                </a:lnTo>
                <a:lnTo>
                  <a:pt x="10567678" y="3426715"/>
                </a:lnTo>
                <a:close/>
                <a:moveTo>
                  <a:pt x="11384626" y="2973428"/>
                </a:moveTo>
                <a:lnTo>
                  <a:pt x="10603074" y="3426714"/>
                </a:lnTo>
                <a:lnTo>
                  <a:pt x="11384626" y="3880014"/>
                </a:lnTo>
                <a:close/>
                <a:moveTo>
                  <a:pt x="11418245" y="2973427"/>
                </a:moveTo>
                <a:lnTo>
                  <a:pt x="11418245" y="3880015"/>
                </a:lnTo>
                <a:lnTo>
                  <a:pt x="12199795" y="3426714"/>
                </a:lnTo>
                <a:close/>
                <a:moveTo>
                  <a:pt x="3261235" y="2973422"/>
                </a:moveTo>
                <a:lnTo>
                  <a:pt x="3261235" y="3880015"/>
                </a:lnTo>
                <a:lnTo>
                  <a:pt x="4042787" y="3426714"/>
                </a:lnTo>
                <a:close/>
                <a:moveTo>
                  <a:pt x="4857957" y="2973422"/>
                </a:moveTo>
                <a:lnTo>
                  <a:pt x="4076405" y="3426714"/>
                </a:lnTo>
                <a:lnTo>
                  <a:pt x="4857957" y="3880014"/>
                </a:lnTo>
                <a:close/>
                <a:moveTo>
                  <a:pt x="4891576" y="2973422"/>
                </a:moveTo>
                <a:lnTo>
                  <a:pt x="4891576" y="3880015"/>
                </a:lnTo>
                <a:lnTo>
                  <a:pt x="5673128" y="3426714"/>
                </a:lnTo>
                <a:close/>
                <a:moveTo>
                  <a:pt x="6490069" y="2973421"/>
                </a:moveTo>
                <a:lnTo>
                  <a:pt x="5708521" y="3426714"/>
                </a:lnTo>
                <a:lnTo>
                  <a:pt x="6490069" y="3880014"/>
                </a:lnTo>
                <a:close/>
                <a:moveTo>
                  <a:pt x="0" y="2973417"/>
                </a:moveTo>
                <a:lnTo>
                  <a:pt x="0" y="3880015"/>
                </a:lnTo>
                <a:lnTo>
                  <a:pt x="781552" y="3426714"/>
                </a:lnTo>
                <a:close/>
                <a:moveTo>
                  <a:pt x="1596722" y="2973417"/>
                </a:moveTo>
                <a:lnTo>
                  <a:pt x="815170" y="3426714"/>
                </a:lnTo>
                <a:lnTo>
                  <a:pt x="1596722" y="3880014"/>
                </a:lnTo>
                <a:close/>
                <a:moveTo>
                  <a:pt x="1630341" y="2973416"/>
                </a:moveTo>
                <a:lnTo>
                  <a:pt x="1630341" y="3880015"/>
                </a:lnTo>
                <a:lnTo>
                  <a:pt x="2411893" y="3426714"/>
                </a:lnTo>
                <a:close/>
                <a:moveTo>
                  <a:pt x="3228838" y="2973416"/>
                </a:moveTo>
                <a:lnTo>
                  <a:pt x="2447286" y="3426714"/>
                </a:lnTo>
                <a:lnTo>
                  <a:pt x="3228838" y="3880014"/>
                </a:lnTo>
                <a:close/>
                <a:moveTo>
                  <a:pt x="7305243" y="2484744"/>
                </a:moveTo>
                <a:lnTo>
                  <a:pt x="6523688" y="2938039"/>
                </a:lnTo>
                <a:lnTo>
                  <a:pt x="7305243" y="3391326"/>
                </a:lnTo>
                <a:close/>
                <a:moveTo>
                  <a:pt x="7338859" y="2484740"/>
                </a:moveTo>
                <a:lnTo>
                  <a:pt x="7338859" y="3391326"/>
                </a:lnTo>
                <a:lnTo>
                  <a:pt x="8120395" y="2938038"/>
                </a:lnTo>
                <a:close/>
                <a:moveTo>
                  <a:pt x="8935566" y="2484740"/>
                </a:moveTo>
                <a:lnTo>
                  <a:pt x="8154014" y="2938039"/>
                </a:lnTo>
                <a:lnTo>
                  <a:pt x="8935566" y="3391326"/>
                </a:lnTo>
                <a:close/>
                <a:moveTo>
                  <a:pt x="8970959" y="2484740"/>
                </a:moveTo>
                <a:lnTo>
                  <a:pt x="8970959" y="3391326"/>
                </a:lnTo>
                <a:lnTo>
                  <a:pt x="9752511" y="2938036"/>
                </a:lnTo>
                <a:close/>
                <a:moveTo>
                  <a:pt x="10567680" y="2484740"/>
                </a:moveTo>
                <a:lnTo>
                  <a:pt x="9786128" y="2938038"/>
                </a:lnTo>
                <a:lnTo>
                  <a:pt x="10567680" y="3391326"/>
                </a:lnTo>
                <a:close/>
                <a:moveTo>
                  <a:pt x="10603074" y="2484738"/>
                </a:moveTo>
                <a:lnTo>
                  <a:pt x="10603074" y="3391323"/>
                </a:lnTo>
                <a:lnTo>
                  <a:pt x="11384627" y="2938033"/>
                </a:lnTo>
                <a:close/>
                <a:moveTo>
                  <a:pt x="12199796" y="2484738"/>
                </a:moveTo>
                <a:lnTo>
                  <a:pt x="11418245" y="2938035"/>
                </a:lnTo>
                <a:lnTo>
                  <a:pt x="12199796" y="3391323"/>
                </a:lnTo>
                <a:close/>
                <a:moveTo>
                  <a:pt x="4042789" y="2484731"/>
                </a:moveTo>
                <a:lnTo>
                  <a:pt x="3261236" y="2938029"/>
                </a:lnTo>
                <a:lnTo>
                  <a:pt x="4042789" y="3391323"/>
                </a:lnTo>
                <a:close/>
                <a:moveTo>
                  <a:pt x="4076405" y="2484731"/>
                </a:moveTo>
                <a:lnTo>
                  <a:pt x="4076405" y="3391321"/>
                </a:lnTo>
                <a:lnTo>
                  <a:pt x="4857958" y="2938027"/>
                </a:lnTo>
                <a:close/>
                <a:moveTo>
                  <a:pt x="5673129" y="2484731"/>
                </a:moveTo>
                <a:lnTo>
                  <a:pt x="4891576" y="2938029"/>
                </a:lnTo>
                <a:lnTo>
                  <a:pt x="5673129" y="3391321"/>
                </a:lnTo>
                <a:close/>
                <a:moveTo>
                  <a:pt x="5708521" y="2484729"/>
                </a:moveTo>
                <a:lnTo>
                  <a:pt x="5708521" y="3391321"/>
                </a:lnTo>
                <a:lnTo>
                  <a:pt x="6490069" y="2938026"/>
                </a:lnTo>
                <a:close/>
                <a:moveTo>
                  <a:pt x="781554" y="2484725"/>
                </a:moveTo>
                <a:lnTo>
                  <a:pt x="1" y="2938024"/>
                </a:lnTo>
                <a:lnTo>
                  <a:pt x="781554" y="3391320"/>
                </a:lnTo>
                <a:close/>
                <a:moveTo>
                  <a:pt x="815170" y="2484723"/>
                </a:moveTo>
                <a:lnTo>
                  <a:pt x="815170" y="3391320"/>
                </a:lnTo>
                <a:lnTo>
                  <a:pt x="1596723" y="2938021"/>
                </a:lnTo>
                <a:close/>
                <a:moveTo>
                  <a:pt x="2411894" y="2484723"/>
                </a:moveTo>
                <a:lnTo>
                  <a:pt x="1630341" y="2938023"/>
                </a:lnTo>
                <a:lnTo>
                  <a:pt x="2411894" y="3391320"/>
                </a:lnTo>
                <a:close/>
                <a:moveTo>
                  <a:pt x="2447286" y="2484721"/>
                </a:moveTo>
                <a:lnTo>
                  <a:pt x="2447286" y="3391320"/>
                </a:lnTo>
                <a:lnTo>
                  <a:pt x="3228839" y="2938021"/>
                </a:lnTo>
                <a:close/>
                <a:moveTo>
                  <a:pt x="9752510" y="1989995"/>
                </a:moveTo>
                <a:lnTo>
                  <a:pt x="8970960" y="2443295"/>
                </a:lnTo>
                <a:lnTo>
                  <a:pt x="9752510" y="2896592"/>
                </a:lnTo>
                <a:close/>
                <a:moveTo>
                  <a:pt x="6523688" y="1989994"/>
                </a:moveTo>
                <a:lnTo>
                  <a:pt x="6523688" y="2896592"/>
                </a:lnTo>
                <a:lnTo>
                  <a:pt x="7305243" y="2443295"/>
                </a:lnTo>
                <a:close/>
                <a:moveTo>
                  <a:pt x="8120394" y="1989992"/>
                </a:moveTo>
                <a:lnTo>
                  <a:pt x="7338859" y="2443293"/>
                </a:lnTo>
                <a:lnTo>
                  <a:pt x="8120394" y="2896591"/>
                </a:lnTo>
                <a:close/>
                <a:moveTo>
                  <a:pt x="8154013" y="1989992"/>
                </a:moveTo>
                <a:lnTo>
                  <a:pt x="8154013" y="2896591"/>
                </a:lnTo>
                <a:lnTo>
                  <a:pt x="8935564" y="2443293"/>
                </a:lnTo>
                <a:close/>
                <a:moveTo>
                  <a:pt x="9786127" y="1989991"/>
                </a:moveTo>
                <a:lnTo>
                  <a:pt x="9786127" y="2896589"/>
                </a:lnTo>
                <a:lnTo>
                  <a:pt x="10567678" y="2443292"/>
                </a:lnTo>
                <a:close/>
                <a:moveTo>
                  <a:pt x="11384626" y="1989989"/>
                </a:moveTo>
                <a:lnTo>
                  <a:pt x="10603074" y="2443289"/>
                </a:lnTo>
                <a:lnTo>
                  <a:pt x="11384626" y="2896587"/>
                </a:lnTo>
                <a:close/>
                <a:moveTo>
                  <a:pt x="11418245" y="1989989"/>
                </a:moveTo>
                <a:lnTo>
                  <a:pt x="11418245" y="2896588"/>
                </a:lnTo>
                <a:lnTo>
                  <a:pt x="12199795" y="2443289"/>
                </a:lnTo>
                <a:close/>
                <a:moveTo>
                  <a:pt x="3261235" y="1989983"/>
                </a:moveTo>
                <a:lnTo>
                  <a:pt x="3261235" y="2896583"/>
                </a:lnTo>
                <a:lnTo>
                  <a:pt x="4042787" y="2443283"/>
                </a:lnTo>
                <a:close/>
                <a:moveTo>
                  <a:pt x="4857957" y="1989982"/>
                </a:moveTo>
                <a:lnTo>
                  <a:pt x="4076405" y="2443281"/>
                </a:lnTo>
                <a:lnTo>
                  <a:pt x="4857957" y="2896581"/>
                </a:lnTo>
                <a:close/>
                <a:moveTo>
                  <a:pt x="4891576" y="1989982"/>
                </a:moveTo>
                <a:lnTo>
                  <a:pt x="4891576" y="2896581"/>
                </a:lnTo>
                <a:lnTo>
                  <a:pt x="5673128" y="2443281"/>
                </a:lnTo>
                <a:close/>
                <a:moveTo>
                  <a:pt x="6490069" y="1989981"/>
                </a:moveTo>
                <a:lnTo>
                  <a:pt x="5708521" y="2443280"/>
                </a:lnTo>
                <a:lnTo>
                  <a:pt x="6490069" y="2896580"/>
                </a:lnTo>
                <a:close/>
                <a:moveTo>
                  <a:pt x="0" y="1989976"/>
                </a:moveTo>
                <a:lnTo>
                  <a:pt x="0" y="2896577"/>
                </a:lnTo>
                <a:lnTo>
                  <a:pt x="781552" y="2443276"/>
                </a:lnTo>
                <a:close/>
                <a:moveTo>
                  <a:pt x="1596722" y="1989975"/>
                </a:moveTo>
                <a:lnTo>
                  <a:pt x="815170" y="2443275"/>
                </a:lnTo>
                <a:lnTo>
                  <a:pt x="1596722" y="2896575"/>
                </a:lnTo>
                <a:close/>
                <a:moveTo>
                  <a:pt x="1630341" y="1989975"/>
                </a:moveTo>
                <a:lnTo>
                  <a:pt x="1630341" y="2896576"/>
                </a:lnTo>
                <a:lnTo>
                  <a:pt x="2411893" y="2443276"/>
                </a:lnTo>
                <a:close/>
                <a:moveTo>
                  <a:pt x="3228838" y="1989974"/>
                </a:moveTo>
                <a:lnTo>
                  <a:pt x="2447286" y="2443273"/>
                </a:lnTo>
                <a:lnTo>
                  <a:pt x="3228838" y="2896575"/>
                </a:lnTo>
                <a:close/>
                <a:moveTo>
                  <a:pt x="7305243" y="1503884"/>
                </a:moveTo>
                <a:lnTo>
                  <a:pt x="6523688" y="1957188"/>
                </a:lnTo>
                <a:lnTo>
                  <a:pt x="7305243" y="2410485"/>
                </a:lnTo>
                <a:close/>
                <a:moveTo>
                  <a:pt x="7338859" y="1503883"/>
                </a:moveTo>
                <a:lnTo>
                  <a:pt x="7338859" y="2410484"/>
                </a:lnTo>
                <a:lnTo>
                  <a:pt x="8120395" y="1957186"/>
                </a:lnTo>
                <a:close/>
                <a:moveTo>
                  <a:pt x="8935566" y="1503883"/>
                </a:moveTo>
                <a:lnTo>
                  <a:pt x="8154014" y="1957188"/>
                </a:lnTo>
                <a:lnTo>
                  <a:pt x="8935566" y="2410484"/>
                </a:lnTo>
                <a:close/>
                <a:moveTo>
                  <a:pt x="10567680" y="1503881"/>
                </a:moveTo>
                <a:lnTo>
                  <a:pt x="9786128" y="1957185"/>
                </a:lnTo>
                <a:lnTo>
                  <a:pt x="10567680" y="2410481"/>
                </a:lnTo>
                <a:close/>
                <a:moveTo>
                  <a:pt x="8970959" y="1503881"/>
                </a:moveTo>
                <a:lnTo>
                  <a:pt x="8970959" y="2410481"/>
                </a:lnTo>
                <a:lnTo>
                  <a:pt x="9752511" y="1957184"/>
                </a:lnTo>
                <a:close/>
                <a:moveTo>
                  <a:pt x="10603073" y="1503879"/>
                </a:moveTo>
                <a:lnTo>
                  <a:pt x="10603073" y="2410480"/>
                </a:lnTo>
                <a:lnTo>
                  <a:pt x="11384627" y="1957182"/>
                </a:lnTo>
                <a:close/>
                <a:moveTo>
                  <a:pt x="12199796" y="1503879"/>
                </a:moveTo>
                <a:lnTo>
                  <a:pt x="11418245" y="1957183"/>
                </a:lnTo>
                <a:lnTo>
                  <a:pt x="12199796" y="2410480"/>
                </a:lnTo>
                <a:close/>
                <a:moveTo>
                  <a:pt x="4042789" y="1503874"/>
                </a:moveTo>
                <a:lnTo>
                  <a:pt x="3261236" y="1957177"/>
                </a:lnTo>
                <a:lnTo>
                  <a:pt x="4042789" y="2410474"/>
                </a:lnTo>
                <a:close/>
                <a:moveTo>
                  <a:pt x="4076405" y="1503873"/>
                </a:moveTo>
                <a:lnTo>
                  <a:pt x="4076405" y="2410472"/>
                </a:lnTo>
                <a:lnTo>
                  <a:pt x="4857958" y="1957175"/>
                </a:lnTo>
                <a:close/>
                <a:moveTo>
                  <a:pt x="5673129" y="1503873"/>
                </a:moveTo>
                <a:lnTo>
                  <a:pt x="4891576" y="1957176"/>
                </a:lnTo>
                <a:lnTo>
                  <a:pt x="5673129" y="2410472"/>
                </a:lnTo>
                <a:close/>
                <a:moveTo>
                  <a:pt x="5708521" y="1503872"/>
                </a:moveTo>
                <a:lnTo>
                  <a:pt x="5708521" y="2410471"/>
                </a:lnTo>
                <a:lnTo>
                  <a:pt x="6490069" y="1957174"/>
                </a:lnTo>
                <a:close/>
                <a:moveTo>
                  <a:pt x="781554" y="1503868"/>
                </a:moveTo>
                <a:lnTo>
                  <a:pt x="1" y="1957170"/>
                </a:lnTo>
                <a:lnTo>
                  <a:pt x="781554" y="2410469"/>
                </a:lnTo>
                <a:close/>
                <a:moveTo>
                  <a:pt x="2411894" y="1503867"/>
                </a:moveTo>
                <a:lnTo>
                  <a:pt x="1630341" y="1957169"/>
                </a:lnTo>
                <a:lnTo>
                  <a:pt x="2411894" y="2410468"/>
                </a:lnTo>
                <a:close/>
                <a:moveTo>
                  <a:pt x="815170" y="1503867"/>
                </a:moveTo>
                <a:lnTo>
                  <a:pt x="815170" y="2410468"/>
                </a:lnTo>
                <a:lnTo>
                  <a:pt x="1596723" y="1957168"/>
                </a:lnTo>
                <a:close/>
                <a:moveTo>
                  <a:pt x="2447286" y="1503866"/>
                </a:moveTo>
                <a:lnTo>
                  <a:pt x="2447286" y="2410467"/>
                </a:lnTo>
                <a:lnTo>
                  <a:pt x="3228839" y="1957166"/>
                </a:lnTo>
                <a:close/>
                <a:moveTo>
                  <a:pt x="6523688" y="1009133"/>
                </a:moveTo>
                <a:lnTo>
                  <a:pt x="6523688" y="1915742"/>
                </a:lnTo>
                <a:lnTo>
                  <a:pt x="7305243" y="1462437"/>
                </a:lnTo>
                <a:close/>
                <a:moveTo>
                  <a:pt x="8120394" y="1009133"/>
                </a:moveTo>
                <a:lnTo>
                  <a:pt x="7338859" y="1462436"/>
                </a:lnTo>
                <a:lnTo>
                  <a:pt x="8120394" y="1915740"/>
                </a:lnTo>
                <a:close/>
                <a:moveTo>
                  <a:pt x="8154013" y="1009132"/>
                </a:moveTo>
                <a:lnTo>
                  <a:pt x="8154013" y="1915741"/>
                </a:lnTo>
                <a:lnTo>
                  <a:pt x="8935564" y="1462436"/>
                </a:lnTo>
                <a:close/>
                <a:moveTo>
                  <a:pt x="9752510" y="1009131"/>
                </a:moveTo>
                <a:lnTo>
                  <a:pt x="8970960" y="1462434"/>
                </a:lnTo>
                <a:lnTo>
                  <a:pt x="9752510" y="1915739"/>
                </a:lnTo>
                <a:close/>
                <a:moveTo>
                  <a:pt x="9786127" y="1009131"/>
                </a:moveTo>
                <a:lnTo>
                  <a:pt x="9786127" y="1915739"/>
                </a:lnTo>
                <a:lnTo>
                  <a:pt x="10567678" y="1462435"/>
                </a:lnTo>
                <a:close/>
                <a:moveTo>
                  <a:pt x="11384626" y="1009130"/>
                </a:moveTo>
                <a:lnTo>
                  <a:pt x="10603074" y="1462432"/>
                </a:lnTo>
                <a:lnTo>
                  <a:pt x="11384626" y="1915737"/>
                </a:lnTo>
                <a:close/>
                <a:moveTo>
                  <a:pt x="11418245" y="1009129"/>
                </a:moveTo>
                <a:lnTo>
                  <a:pt x="11418245" y="1915737"/>
                </a:lnTo>
                <a:lnTo>
                  <a:pt x="12199795" y="1462433"/>
                </a:lnTo>
                <a:close/>
                <a:moveTo>
                  <a:pt x="3261235" y="1009125"/>
                </a:moveTo>
                <a:lnTo>
                  <a:pt x="3261235" y="1915731"/>
                </a:lnTo>
                <a:lnTo>
                  <a:pt x="4042787" y="1462428"/>
                </a:lnTo>
                <a:close/>
                <a:moveTo>
                  <a:pt x="4857957" y="1009125"/>
                </a:moveTo>
                <a:lnTo>
                  <a:pt x="4076405" y="1462427"/>
                </a:lnTo>
                <a:lnTo>
                  <a:pt x="4857957" y="1915729"/>
                </a:lnTo>
                <a:close/>
                <a:moveTo>
                  <a:pt x="4891576" y="1009124"/>
                </a:moveTo>
                <a:lnTo>
                  <a:pt x="4891576" y="1915730"/>
                </a:lnTo>
                <a:lnTo>
                  <a:pt x="5673128" y="1462427"/>
                </a:lnTo>
                <a:close/>
                <a:moveTo>
                  <a:pt x="6490069" y="1009123"/>
                </a:moveTo>
                <a:lnTo>
                  <a:pt x="5708521" y="1462425"/>
                </a:lnTo>
                <a:lnTo>
                  <a:pt x="6490069" y="1915727"/>
                </a:lnTo>
                <a:close/>
                <a:moveTo>
                  <a:pt x="0" y="1009120"/>
                </a:moveTo>
                <a:lnTo>
                  <a:pt x="0" y="1915724"/>
                </a:lnTo>
                <a:lnTo>
                  <a:pt x="781552" y="1462422"/>
                </a:lnTo>
                <a:close/>
                <a:moveTo>
                  <a:pt x="1596722" y="1009119"/>
                </a:moveTo>
                <a:lnTo>
                  <a:pt x="815170" y="1462420"/>
                </a:lnTo>
                <a:lnTo>
                  <a:pt x="1596722" y="1915722"/>
                </a:lnTo>
                <a:close/>
                <a:moveTo>
                  <a:pt x="1630341" y="1009119"/>
                </a:moveTo>
                <a:lnTo>
                  <a:pt x="1630341" y="1915722"/>
                </a:lnTo>
                <a:lnTo>
                  <a:pt x="2411893" y="1462420"/>
                </a:lnTo>
                <a:close/>
                <a:moveTo>
                  <a:pt x="3228838" y="1009118"/>
                </a:moveTo>
                <a:lnTo>
                  <a:pt x="2447286" y="1462419"/>
                </a:lnTo>
                <a:lnTo>
                  <a:pt x="3228838" y="1915720"/>
                </a:lnTo>
                <a:close/>
                <a:moveTo>
                  <a:pt x="7305243" y="520440"/>
                </a:moveTo>
                <a:lnTo>
                  <a:pt x="6523688" y="973739"/>
                </a:lnTo>
                <a:lnTo>
                  <a:pt x="7305243" y="1427041"/>
                </a:lnTo>
                <a:close/>
                <a:moveTo>
                  <a:pt x="8935566" y="520439"/>
                </a:moveTo>
                <a:lnTo>
                  <a:pt x="8154014" y="973739"/>
                </a:lnTo>
                <a:lnTo>
                  <a:pt x="8935566" y="1427041"/>
                </a:lnTo>
                <a:close/>
                <a:moveTo>
                  <a:pt x="7338859" y="520439"/>
                </a:moveTo>
                <a:lnTo>
                  <a:pt x="7338859" y="1427041"/>
                </a:lnTo>
                <a:lnTo>
                  <a:pt x="8120395" y="973738"/>
                </a:lnTo>
                <a:close/>
                <a:moveTo>
                  <a:pt x="8970959" y="520437"/>
                </a:moveTo>
                <a:lnTo>
                  <a:pt x="8970959" y="1427040"/>
                </a:lnTo>
                <a:lnTo>
                  <a:pt x="9752511" y="973736"/>
                </a:lnTo>
                <a:close/>
                <a:moveTo>
                  <a:pt x="10567680" y="520437"/>
                </a:moveTo>
                <a:lnTo>
                  <a:pt x="9786128" y="973737"/>
                </a:lnTo>
                <a:lnTo>
                  <a:pt x="10567680" y="1427040"/>
                </a:lnTo>
                <a:close/>
                <a:moveTo>
                  <a:pt x="10603073" y="520436"/>
                </a:moveTo>
                <a:lnTo>
                  <a:pt x="10603073" y="1427037"/>
                </a:lnTo>
                <a:lnTo>
                  <a:pt x="11384626" y="973735"/>
                </a:lnTo>
                <a:close/>
                <a:moveTo>
                  <a:pt x="12199795" y="520436"/>
                </a:moveTo>
                <a:lnTo>
                  <a:pt x="11418245" y="973736"/>
                </a:lnTo>
                <a:lnTo>
                  <a:pt x="12199795" y="1427037"/>
                </a:lnTo>
                <a:close/>
                <a:moveTo>
                  <a:pt x="4042789" y="520431"/>
                </a:moveTo>
                <a:lnTo>
                  <a:pt x="3261236" y="973731"/>
                </a:lnTo>
                <a:lnTo>
                  <a:pt x="4042789" y="1427033"/>
                </a:lnTo>
                <a:close/>
                <a:moveTo>
                  <a:pt x="5673129" y="520430"/>
                </a:moveTo>
                <a:lnTo>
                  <a:pt x="4891576" y="973730"/>
                </a:lnTo>
                <a:lnTo>
                  <a:pt x="5673129" y="1427032"/>
                </a:lnTo>
                <a:close/>
                <a:moveTo>
                  <a:pt x="4076405" y="520430"/>
                </a:moveTo>
                <a:lnTo>
                  <a:pt x="4076405" y="1427032"/>
                </a:lnTo>
                <a:lnTo>
                  <a:pt x="4857958" y="973729"/>
                </a:lnTo>
                <a:close/>
                <a:moveTo>
                  <a:pt x="5708521" y="520429"/>
                </a:moveTo>
                <a:lnTo>
                  <a:pt x="5708521" y="1427030"/>
                </a:lnTo>
                <a:lnTo>
                  <a:pt x="6490069" y="973728"/>
                </a:lnTo>
                <a:close/>
                <a:moveTo>
                  <a:pt x="781554" y="520425"/>
                </a:moveTo>
                <a:lnTo>
                  <a:pt x="1" y="973726"/>
                </a:lnTo>
                <a:lnTo>
                  <a:pt x="781554" y="1427027"/>
                </a:lnTo>
                <a:close/>
                <a:moveTo>
                  <a:pt x="2411894" y="520424"/>
                </a:moveTo>
                <a:lnTo>
                  <a:pt x="1630341" y="973725"/>
                </a:lnTo>
                <a:lnTo>
                  <a:pt x="2411894" y="1427026"/>
                </a:lnTo>
                <a:close/>
                <a:moveTo>
                  <a:pt x="815170" y="520424"/>
                </a:moveTo>
                <a:lnTo>
                  <a:pt x="815170" y="1427026"/>
                </a:lnTo>
                <a:lnTo>
                  <a:pt x="1596723" y="973724"/>
                </a:lnTo>
                <a:close/>
                <a:moveTo>
                  <a:pt x="2447286" y="520423"/>
                </a:moveTo>
                <a:lnTo>
                  <a:pt x="2447286" y="1427024"/>
                </a:lnTo>
                <a:lnTo>
                  <a:pt x="3228839" y="973723"/>
                </a:lnTo>
                <a:close/>
                <a:moveTo>
                  <a:pt x="6523688" y="25693"/>
                </a:moveTo>
                <a:lnTo>
                  <a:pt x="6523688" y="932293"/>
                </a:lnTo>
                <a:lnTo>
                  <a:pt x="7305243" y="478993"/>
                </a:lnTo>
                <a:close/>
                <a:moveTo>
                  <a:pt x="8120394" y="25693"/>
                </a:moveTo>
                <a:lnTo>
                  <a:pt x="7338859" y="478992"/>
                </a:lnTo>
                <a:lnTo>
                  <a:pt x="8120394" y="932291"/>
                </a:lnTo>
                <a:close/>
                <a:moveTo>
                  <a:pt x="8154013" y="25692"/>
                </a:moveTo>
                <a:lnTo>
                  <a:pt x="8154013" y="932292"/>
                </a:lnTo>
                <a:lnTo>
                  <a:pt x="8935564" y="478992"/>
                </a:lnTo>
                <a:close/>
                <a:moveTo>
                  <a:pt x="9752510" y="25691"/>
                </a:moveTo>
                <a:lnTo>
                  <a:pt x="8970960" y="478990"/>
                </a:lnTo>
                <a:lnTo>
                  <a:pt x="9752510" y="932290"/>
                </a:lnTo>
                <a:close/>
                <a:moveTo>
                  <a:pt x="9786127" y="25691"/>
                </a:moveTo>
                <a:lnTo>
                  <a:pt x="9786127" y="932290"/>
                </a:lnTo>
                <a:lnTo>
                  <a:pt x="10567678" y="478990"/>
                </a:lnTo>
                <a:close/>
                <a:moveTo>
                  <a:pt x="11384626" y="25690"/>
                </a:moveTo>
                <a:lnTo>
                  <a:pt x="10603073" y="478989"/>
                </a:lnTo>
                <a:lnTo>
                  <a:pt x="11384626" y="932289"/>
                </a:lnTo>
                <a:close/>
                <a:moveTo>
                  <a:pt x="11418244" y="25689"/>
                </a:moveTo>
                <a:lnTo>
                  <a:pt x="11418244" y="932289"/>
                </a:lnTo>
                <a:lnTo>
                  <a:pt x="12199794" y="478989"/>
                </a:lnTo>
                <a:close/>
                <a:moveTo>
                  <a:pt x="3261235" y="25684"/>
                </a:moveTo>
                <a:lnTo>
                  <a:pt x="3261235" y="932284"/>
                </a:lnTo>
                <a:lnTo>
                  <a:pt x="4042787" y="478984"/>
                </a:lnTo>
                <a:close/>
                <a:moveTo>
                  <a:pt x="4857957" y="25684"/>
                </a:moveTo>
                <a:lnTo>
                  <a:pt x="4076405" y="478983"/>
                </a:lnTo>
                <a:lnTo>
                  <a:pt x="4857957" y="932283"/>
                </a:lnTo>
                <a:close/>
                <a:moveTo>
                  <a:pt x="4891576" y="25683"/>
                </a:moveTo>
                <a:lnTo>
                  <a:pt x="4891576" y="932283"/>
                </a:lnTo>
                <a:lnTo>
                  <a:pt x="5673128" y="478983"/>
                </a:lnTo>
                <a:close/>
                <a:moveTo>
                  <a:pt x="6490069" y="25682"/>
                </a:moveTo>
                <a:lnTo>
                  <a:pt x="5708521" y="478981"/>
                </a:lnTo>
                <a:lnTo>
                  <a:pt x="6490069" y="932282"/>
                </a:lnTo>
                <a:close/>
                <a:moveTo>
                  <a:pt x="0" y="25678"/>
                </a:moveTo>
                <a:lnTo>
                  <a:pt x="0" y="932279"/>
                </a:lnTo>
                <a:lnTo>
                  <a:pt x="781552" y="478978"/>
                </a:lnTo>
                <a:close/>
                <a:moveTo>
                  <a:pt x="1596722" y="25677"/>
                </a:moveTo>
                <a:lnTo>
                  <a:pt x="815170" y="478977"/>
                </a:lnTo>
                <a:lnTo>
                  <a:pt x="1596722" y="932278"/>
                </a:lnTo>
                <a:close/>
                <a:moveTo>
                  <a:pt x="1630341" y="25677"/>
                </a:moveTo>
                <a:lnTo>
                  <a:pt x="1630341" y="932278"/>
                </a:lnTo>
                <a:lnTo>
                  <a:pt x="2411893" y="478978"/>
                </a:lnTo>
                <a:close/>
                <a:moveTo>
                  <a:pt x="3228838" y="25676"/>
                </a:moveTo>
                <a:lnTo>
                  <a:pt x="2447286" y="478976"/>
                </a:lnTo>
                <a:lnTo>
                  <a:pt x="3228838" y="932276"/>
                </a:lnTo>
                <a:close/>
                <a:moveTo>
                  <a:pt x="8098742" y="12"/>
                </a:moveTo>
                <a:lnTo>
                  <a:pt x="6544450" y="12"/>
                </a:lnTo>
                <a:lnTo>
                  <a:pt x="7321607" y="445615"/>
                </a:lnTo>
                <a:close/>
                <a:moveTo>
                  <a:pt x="9729969" y="12"/>
                </a:moveTo>
                <a:lnTo>
                  <a:pt x="8175665" y="12"/>
                </a:lnTo>
                <a:lnTo>
                  <a:pt x="8952816" y="445615"/>
                </a:lnTo>
                <a:close/>
                <a:moveTo>
                  <a:pt x="11361201" y="12"/>
                </a:moveTo>
                <a:lnTo>
                  <a:pt x="9806891" y="12"/>
                </a:lnTo>
                <a:lnTo>
                  <a:pt x="10584048" y="445615"/>
                </a:lnTo>
                <a:close/>
                <a:moveTo>
                  <a:pt x="4835861" y="7"/>
                </a:moveTo>
                <a:lnTo>
                  <a:pt x="3281555" y="7"/>
                </a:lnTo>
                <a:lnTo>
                  <a:pt x="4058708" y="445610"/>
                </a:lnTo>
                <a:close/>
                <a:moveTo>
                  <a:pt x="6467087" y="6"/>
                </a:moveTo>
                <a:lnTo>
                  <a:pt x="4912784" y="6"/>
                </a:lnTo>
                <a:lnTo>
                  <a:pt x="5689937" y="445610"/>
                </a:lnTo>
                <a:close/>
                <a:moveTo>
                  <a:pt x="1574626" y="1"/>
                </a:moveTo>
                <a:lnTo>
                  <a:pt x="20320" y="1"/>
                </a:lnTo>
                <a:lnTo>
                  <a:pt x="797473" y="445605"/>
                </a:lnTo>
                <a:close/>
                <a:moveTo>
                  <a:pt x="3205855" y="0"/>
                </a:moveTo>
                <a:lnTo>
                  <a:pt x="1651549" y="0"/>
                </a:lnTo>
                <a:lnTo>
                  <a:pt x="2428702" y="445604"/>
                </a:lnTo>
                <a:close/>
                <a:moveTo>
                  <a:pt x="12191998" y="0"/>
                </a:moveTo>
                <a:lnTo>
                  <a:pt x="11438139" y="0"/>
                </a:lnTo>
                <a:lnTo>
                  <a:pt x="12191998" y="432248"/>
                </a:lnTo>
                <a:close/>
              </a:path>
            </a:pathLst>
          </a:custGeom>
          <a:noFill/>
          <a:ln>
            <a:gradFill>
              <a:gsLst>
                <a:gs pos="100000">
                  <a:schemeClr val="bg1">
                    <a:lumMod val="85000"/>
                    <a:alpha val="50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6811" y="2372097"/>
            <a:ext cx="9500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服务部分的详细设计</a:t>
            </a:r>
            <a:endParaRPr lang="id-ID" sz="8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44430" y="2535444"/>
            <a:ext cx="1226235" cy="1026907"/>
            <a:chOff x="656543" y="153248"/>
            <a:chExt cx="2054797" cy="1720781"/>
          </a:xfrm>
        </p:grpSpPr>
        <p:grpSp>
          <p:nvGrpSpPr>
            <p:cNvPr id="17" name="Group 16"/>
            <p:cNvGrpSpPr/>
            <p:nvPr/>
          </p:nvGrpSpPr>
          <p:grpSpPr>
            <a:xfrm>
              <a:off x="656543" y="153248"/>
              <a:ext cx="2054797" cy="1720775"/>
              <a:chOff x="656543" y="153248"/>
              <a:chExt cx="2054797" cy="1720775"/>
            </a:xfrm>
          </p:grpSpPr>
          <p:sp>
            <p:nvSpPr>
              <p:cNvPr id="21" name="Isosceles Triangle 20"/>
              <p:cNvSpPr/>
              <p:nvPr/>
            </p:nvSpPr>
            <p:spPr>
              <a:xfrm>
                <a:off x="656543" y="153248"/>
                <a:ext cx="964146" cy="83116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656543" y="1042863"/>
                <a:ext cx="2054797" cy="831160"/>
                <a:chOff x="656543" y="1042863"/>
                <a:chExt cx="2054797" cy="831160"/>
              </a:xfrm>
            </p:grpSpPr>
            <p:sp>
              <p:nvSpPr>
                <p:cNvPr id="23" name="Isosceles Triangle 22"/>
                <p:cNvSpPr/>
                <p:nvPr/>
              </p:nvSpPr>
              <p:spPr>
                <a:xfrm rot="10800000">
                  <a:off x="656543" y="1042863"/>
                  <a:ext cx="964145" cy="831160"/>
                </a:xfrm>
                <a:prstGeom prst="triangl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0"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24" name="Isosceles Triangle 23"/>
                <p:cNvSpPr/>
                <p:nvPr/>
              </p:nvSpPr>
              <p:spPr>
                <a:xfrm rot="10800000">
                  <a:off x="1747194" y="1042864"/>
                  <a:ext cx="964146" cy="831159"/>
                </a:xfrm>
                <a:prstGeom prst="triangl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6000"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18" name="Group 17"/>
            <p:cNvGrpSpPr/>
            <p:nvPr/>
          </p:nvGrpSpPr>
          <p:grpSpPr>
            <a:xfrm rot="16200000">
              <a:off x="823553" y="531567"/>
              <a:ext cx="1720779" cy="964145"/>
              <a:chOff x="6458550" y="1508208"/>
              <a:chExt cx="1985075" cy="1112229"/>
            </a:xfrm>
          </p:grpSpPr>
          <p:sp>
            <p:nvSpPr>
              <p:cNvPr id="19" name="Isosceles Triangle 18"/>
              <p:cNvSpPr/>
              <p:nvPr/>
            </p:nvSpPr>
            <p:spPr>
              <a:xfrm rot="16200000" flipH="1">
                <a:off x="7408101" y="1584913"/>
                <a:ext cx="1112227" cy="958820"/>
              </a:xfrm>
              <a:prstGeom prst="triangl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20" name="Isosceles Triangle 19"/>
              <p:cNvSpPr/>
              <p:nvPr/>
            </p:nvSpPr>
            <p:spPr>
              <a:xfrm rot="5400000" flipH="1">
                <a:off x="6381845" y="1584913"/>
                <a:ext cx="1112229" cy="958819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" name="Group 12"/>
          <p:cNvGrpSpPr/>
          <p:nvPr/>
        </p:nvGrpSpPr>
        <p:grpSpPr>
          <a:xfrm>
            <a:off x="4826000" y="3818890"/>
            <a:ext cx="1783715" cy="398780"/>
            <a:chOff x="4389706" y="3756276"/>
            <a:chExt cx="1035860" cy="184086"/>
          </a:xfrm>
        </p:grpSpPr>
        <p:sp>
          <p:nvSpPr>
            <p:cNvPr id="15" name="Rectangle: Rounded Corners 14"/>
            <p:cNvSpPr/>
            <p:nvPr/>
          </p:nvSpPr>
          <p:spPr>
            <a:xfrm>
              <a:off x="4431376" y="3769435"/>
              <a:ext cx="952519" cy="1688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89706" y="3756276"/>
              <a:ext cx="1035860" cy="184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3-9</a:t>
              </a:r>
              <a:r>
                <a:rPr lang="zh-CN" altLang="en-US" sz="2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小组</a:t>
              </a:r>
              <a:endParaRPr lang="zh-CN" altLang="en-US" sz="2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5400000">
            <a:off x="4336867" y="1538122"/>
            <a:ext cx="3365251" cy="2901080"/>
          </a:xfrm>
          <a:prstGeom prst="triangle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Isosceles Triangle 4"/>
          <p:cNvSpPr/>
          <p:nvPr/>
        </p:nvSpPr>
        <p:spPr>
          <a:xfrm rot="16200000">
            <a:off x="-19407" y="4500160"/>
            <a:ext cx="1112229" cy="9588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Isosceles Triangle 5"/>
          <p:cNvSpPr/>
          <p:nvPr/>
        </p:nvSpPr>
        <p:spPr>
          <a:xfrm rot="5400000">
            <a:off x="980653" y="4500161"/>
            <a:ext cx="1112230" cy="95881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Isosceles Triangle 6"/>
          <p:cNvSpPr/>
          <p:nvPr/>
        </p:nvSpPr>
        <p:spPr>
          <a:xfrm rot="16200000" flipH="1">
            <a:off x="980654" y="5107122"/>
            <a:ext cx="1112229" cy="95881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H="1">
            <a:off x="-19408" y="5107122"/>
            <a:ext cx="1112229" cy="958819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8"/>
          <p:cNvSpPr/>
          <p:nvPr/>
        </p:nvSpPr>
        <p:spPr>
          <a:xfrm rot="16200000" flipH="1">
            <a:off x="2009117" y="5708905"/>
            <a:ext cx="1112230" cy="958818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Isosceles Triangle 9"/>
          <p:cNvSpPr/>
          <p:nvPr/>
        </p:nvSpPr>
        <p:spPr>
          <a:xfrm rot="16200000" flipH="1">
            <a:off x="5517865" y="3554774"/>
            <a:ext cx="1302575" cy="1122910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Isosceles Triangle 11"/>
          <p:cNvSpPr/>
          <p:nvPr/>
        </p:nvSpPr>
        <p:spPr>
          <a:xfrm rot="16200000" flipH="1">
            <a:off x="999049" y="786756"/>
            <a:ext cx="1095539" cy="944430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999049" y="1381592"/>
            <a:ext cx="1095539" cy="94443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Isosceles Triangle 13"/>
          <p:cNvSpPr/>
          <p:nvPr/>
        </p:nvSpPr>
        <p:spPr>
          <a:xfrm rot="16200000" flipH="1">
            <a:off x="5228" y="1381593"/>
            <a:ext cx="1095539" cy="94443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Isosceles Triangle 15"/>
          <p:cNvSpPr/>
          <p:nvPr/>
        </p:nvSpPr>
        <p:spPr>
          <a:xfrm rot="16200000" flipH="1">
            <a:off x="2029220" y="172473"/>
            <a:ext cx="1095539" cy="94443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172539" y="1737818"/>
            <a:ext cx="5347411" cy="3652865"/>
            <a:chOff x="6172539" y="1737818"/>
            <a:chExt cx="5347411" cy="3652865"/>
          </a:xfrm>
        </p:grpSpPr>
        <p:sp>
          <p:nvSpPr>
            <p:cNvPr id="18" name="TextBox 17"/>
            <p:cNvSpPr txBox="1"/>
            <p:nvPr/>
          </p:nvSpPr>
          <p:spPr>
            <a:xfrm>
              <a:off x="6172539" y="3377824"/>
              <a:ext cx="4992690" cy="2012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endParaRPr lang="en-US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zh-CN" altLang="en-US" sz="5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服务商接受</a:t>
              </a:r>
              <a:endPara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zh-CN" altLang="en-US" sz="5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服务单信息</a:t>
              </a:r>
              <a:endPara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6200000" flipH="1">
              <a:off x="11338812" y="1751236"/>
              <a:ext cx="194556" cy="167720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5" name="Isosceles Triangle 14"/>
          <p:cNvSpPr/>
          <p:nvPr/>
        </p:nvSpPr>
        <p:spPr>
          <a:xfrm rot="5400000">
            <a:off x="1640818" y="2859086"/>
            <a:ext cx="1302575" cy="112291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Isosceles Triangle 1"/>
          <p:cNvSpPr/>
          <p:nvPr/>
        </p:nvSpPr>
        <p:spPr>
          <a:xfrm rot="5400000">
            <a:off x="1871548" y="955651"/>
            <a:ext cx="5319542" cy="4844347"/>
          </a:xfrm>
          <a:prstGeom prst="triangle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Isosceles Triangle 97"/>
          <p:cNvSpPr/>
          <p:nvPr/>
        </p:nvSpPr>
        <p:spPr>
          <a:xfrm rot="5400000" flipH="1">
            <a:off x="10359370" y="3243128"/>
            <a:ext cx="1112229" cy="958819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5" name="Isosceles Triangle 94"/>
          <p:cNvSpPr/>
          <p:nvPr/>
        </p:nvSpPr>
        <p:spPr>
          <a:xfrm rot="16200000">
            <a:off x="10359370" y="2629816"/>
            <a:ext cx="1112229" cy="95881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Isosceles Triangle 99"/>
          <p:cNvSpPr/>
          <p:nvPr/>
        </p:nvSpPr>
        <p:spPr>
          <a:xfrm rot="5400000" flipH="1">
            <a:off x="10359370" y="2018618"/>
            <a:ext cx="1112229" cy="95881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Isosceles Triangle 100"/>
          <p:cNvSpPr/>
          <p:nvPr/>
        </p:nvSpPr>
        <p:spPr>
          <a:xfrm rot="16200000">
            <a:off x="9349751" y="2018618"/>
            <a:ext cx="1112229" cy="958819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Isosceles Triangle 101"/>
          <p:cNvSpPr/>
          <p:nvPr/>
        </p:nvSpPr>
        <p:spPr>
          <a:xfrm rot="12600000">
            <a:off x="9071824" y="1567641"/>
            <a:ext cx="1112229" cy="958819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" name="Isosceles Triangle 102"/>
          <p:cNvSpPr/>
          <p:nvPr/>
        </p:nvSpPr>
        <p:spPr>
          <a:xfrm rot="16200000">
            <a:off x="8306867" y="1407256"/>
            <a:ext cx="1112229" cy="95881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4795" y="321651"/>
            <a:ext cx="419618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服务商接受服务单信息</a:t>
            </a:r>
            <a:endParaRPr lang="id-ID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304795" y="6313781"/>
            <a:ext cx="891318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5963" y="4321199"/>
            <a:ext cx="639418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服务商接受服务单信息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顺序图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TextBox 9"/>
          <p:cNvSpPr txBox="1"/>
          <p:nvPr/>
        </p:nvSpPr>
        <p:spPr>
          <a:xfrm>
            <a:off x="7165907" y="3082265"/>
            <a:ext cx="4451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接受服务单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寄修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7360443" y="5598496"/>
            <a:ext cx="4451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接受服务单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上门维修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4" name="图片 13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4577" y="1217475"/>
            <a:ext cx="5682818" cy="1769872"/>
          </a:xfrm>
          <a:prstGeom prst="rect">
            <a:avLst/>
          </a:prstGeom>
        </p:spPr>
      </p:pic>
      <p:pic>
        <p:nvPicPr>
          <p:cNvPr id="18" name="图片 17" descr="图示, 箱线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675" y="3622040"/>
            <a:ext cx="5102225" cy="1968500"/>
          </a:xfrm>
          <a:prstGeom prst="rect">
            <a:avLst/>
          </a:prstGeom>
        </p:spPr>
      </p:pic>
      <p:pic>
        <p:nvPicPr>
          <p:cNvPr id="20" name="图片 19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021" y="334730"/>
            <a:ext cx="4646044" cy="676831"/>
          </a:xfrm>
          <a:prstGeom prst="rect">
            <a:avLst/>
          </a:prstGeom>
        </p:spPr>
      </p:pic>
      <p:pic>
        <p:nvPicPr>
          <p:cNvPr id="6" name="图片 5" descr="图片包含 图表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" y="2224405"/>
            <a:ext cx="6614795" cy="1846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Isosceles Triangle 97"/>
          <p:cNvSpPr/>
          <p:nvPr/>
        </p:nvSpPr>
        <p:spPr>
          <a:xfrm rot="5400000" flipH="1">
            <a:off x="10359370" y="3243128"/>
            <a:ext cx="1112229" cy="958819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5" name="Isosceles Triangle 94"/>
          <p:cNvSpPr/>
          <p:nvPr/>
        </p:nvSpPr>
        <p:spPr>
          <a:xfrm rot="16200000">
            <a:off x="10359370" y="2629816"/>
            <a:ext cx="1112229" cy="95881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Isosceles Triangle 99"/>
          <p:cNvSpPr/>
          <p:nvPr/>
        </p:nvSpPr>
        <p:spPr>
          <a:xfrm rot="5400000" flipH="1">
            <a:off x="10359370" y="2018618"/>
            <a:ext cx="1112229" cy="95881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Isosceles Triangle 100"/>
          <p:cNvSpPr/>
          <p:nvPr/>
        </p:nvSpPr>
        <p:spPr>
          <a:xfrm rot="16200000">
            <a:off x="9349751" y="2018618"/>
            <a:ext cx="1112229" cy="958819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Isosceles Triangle 101"/>
          <p:cNvSpPr/>
          <p:nvPr/>
        </p:nvSpPr>
        <p:spPr>
          <a:xfrm rot="12600000">
            <a:off x="9071824" y="1567641"/>
            <a:ext cx="1112229" cy="958819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" name="Isosceles Triangle 102"/>
          <p:cNvSpPr/>
          <p:nvPr/>
        </p:nvSpPr>
        <p:spPr>
          <a:xfrm rot="16200000">
            <a:off x="8306867" y="1407256"/>
            <a:ext cx="1112229" cy="95881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4795" y="321651"/>
            <a:ext cx="419618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服务商接受服务单信息</a:t>
            </a:r>
            <a:endParaRPr lang="id-ID" sz="2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304795" y="6313781"/>
            <a:ext cx="891318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57368" y="5855010"/>
            <a:ext cx="639418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服务商接受服务单信息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静态类图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0" name="图片 19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6021" y="334730"/>
            <a:ext cx="4646044" cy="67683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395" y="1054372"/>
            <a:ext cx="5474129" cy="46804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5400000">
            <a:off x="4336867" y="1538122"/>
            <a:ext cx="3365251" cy="2901080"/>
          </a:xfrm>
          <a:prstGeom prst="triangle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Isosceles Triangle 4"/>
          <p:cNvSpPr/>
          <p:nvPr/>
        </p:nvSpPr>
        <p:spPr>
          <a:xfrm rot="16200000">
            <a:off x="-19407" y="4500160"/>
            <a:ext cx="1112229" cy="9588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Isosceles Triangle 5"/>
          <p:cNvSpPr/>
          <p:nvPr/>
        </p:nvSpPr>
        <p:spPr>
          <a:xfrm rot="5400000">
            <a:off x="980653" y="4500161"/>
            <a:ext cx="1112230" cy="95881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Isosceles Triangle 6"/>
          <p:cNvSpPr/>
          <p:nvPr/>
        </p:nvSpPr>
        <p:spPr>
          <a:xfrm rot="16200000" flipH="1">
            <a:off x="980654" y="5107122"/>
            <a:ext cx="1112229" cy="95881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H="1">
            <a:off x="-19408" y="5107122"/>
            <a:ext cx="1112229" cy="958819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8"/>
          <p:cNvSpPr/>
          <p:nvPr/>
        </p:nvSpPr>
        <p:spPr>
          <a:xfrm rot="16200000" flipH="1">
            <a:off x="2009117" y="5708905"/>
            <a:ext cx="1112230" cy="958818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Isosceles Triangle 9"/>
          <p:cNvSpPr/>
          <p:nvPr/>
        </p:nvSpPr>
        <p:spPr>
          <a:xfrm rot="16200000" flipH="1">
            <a:off x="5517865" y="3554774"/>
            <a:ext cx="1302575" cy="1122910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Isosceles Triangle 11"/>
          <p:cNvSpPr/>
          <p:nvPr/>
        </p:nvSpPr>
        <p:spPr>
          <a:xfrm rot="16200000" flipH="1">
            <a:off x="999049" y="786756"/>
            <a:ext cx="1095539" cy="944430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999049" y="1381592"/>
            <a:ext cx="1095539" cy="94443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Isosceles Triangle 13"/>
          <p:cNvSpPr/>
          <p:nvPr/>
        </p:nvSpPr>
        <p:spPr>
          <a:xfrm rot="16200000" flipH="1">
            <a:off x="5228" y="1381593"/>
            <a:ext cx="1095539" cy="94443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Isosceles Triangle 15"/>
          <p:cNvSpPr/>
          <p:nvPr/>
        </p:nvSpPr>
        <p:spPr>
          <a:xfrm rot="16200000" flipH="1">
            <a:off x="2029220" y="172473"/>
            <a:ext cx="1095539" cy="94443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607697" y="1737818"/>
            <a:ext cx="5912253" cy="3521453"/>
            <a:chOff x="5607697" y="1737818"/>
            <a:chExt cx="5912253" cy="3521453"/>
          </a:xfrm>
        </p:grpSpPr>
        <p:sp>
          <p:nvSpPr>
            <p:cNvPr id="18" name="TextBox 17"/>
            <p:cNvSpPr txBox="1"/>
            <p:nvPr/>
          </p:nvSpPr>
          <p:spPr>
            <a:xfrm>
              <a:off x="5607697" y="3911210"/>
              <a:ext cx="5737106" cy="1348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endParaRPr lang="en-US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zh-CN" altLang="en-US" sz="5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服务商取消服务单</a:t>
              </a:r>
              <a:endPara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6200000" flipH="1">
              <a:off x="11338812" y="1751236"/>
              <a:ext cx="194556" cy="167720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5" name="Isosceles Triangle 14"/>
          <p:cNvSpPr/>
          <p:nvPr/>
        </p:nvSpPr>
        <p:spPr>
          <a:xfrm rot="5400000">
            <a:off x="1640818" y="2859086"/>
            <a:ext cx="1302575" cy="112291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Isosceles Triangle 1"/>
          <p:cNvSpPr/>
          <p:nvPr/>
        </p:nvSpPr>
        <p:spPr>
          <a:xfrm rot="5400000">
            <a:off x="1871548" y="955651"/>
            <a:ext cx="5319542" cy="4844347"/>
          </a:xfrm>
          <a:prstGeom prst="triangle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Isosceles Triangle 97"/>
          <p:cNvSpPr/>
          <p:nvPr/>
        </p:nvSpPr>
        <p:spPr>
          <a:xfrm rot="5400000" flipH="1">
            <a:off x="10359370" y="3243128"/>
            <a:ext cx="1112229" cy="958819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5" name="Isosceles Triangle 94"/>
          <p:cNvSpPr/>
          <p:nvPr/>
        </p:nvSpPr>
        <p:spPr>
          <a:xfrm rot="16200000">
            <a:off x="10359370" y="2629816"/>
            <a:ext cx="1112229" cy="95881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Isosceles Triangle 99"/>
          <p:cNvSpPr/>
          <p:nvPr/>
        </p:nvSpPr>
        <p:spPr>
          <a:xfrm rot="5400000" flipH="1">
            <a:off x="10359370" y="2018618"/>
            <a:ext cx="1112229" cy="95881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Isosceles Triangle 100"/>
          <p:cNvSpPr/>
          <p:nvPr/>
        </p:nvSpPr>
        <p:spPr>
          <a:xfrm rot="16200000">
            <a:off x="9349751" y="2018618"/>
            <a:ext cx="1112229" cy="958819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Isosceles Triangle 101"/>
          <p:cNvSpPr/>
          <p:nvPr/>
        </p:nvSpPr>
        <p:spPr>
          <a:xfrm rot="12600000">
            <a:off x="9071824" y="1567641"/>
            <a:ext cx="1112229" cy="958819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" name="Isosceles Triangle 102"/>
          <p:cNvSpPr/>
          <p:nvPr/>
        </p:nvSpPr>
        <p:spPr>
          <a:xfrm rot="16200000">
            <a:off x="8306867" y="1407256"/>
            <a:ext cx="1112229" cy="95881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4795" y="321651"/>
            <a:ext cx="4320029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服务商取消服务单</a:t>
            </a:r>
            <a:endParaRPr lang="id-ID" sz="4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304795" y="6313781"/>
            <a:ext cx="891318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41663" y="4592416"/>
            <a:ext cx="522495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服务商取消服务单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顺序图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 descr="图形用户界面, 应用程序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533" y="385353"/>
            <a:ext cx="4805549" cy="678226"/>
          </a:xfrm>
          <a:prstGeom prst="rect">
            <a:avLst/>
          </a:prstGeom>
        </p:spPr>
      </p:pic>
      <p:pic>
        <p:nvPicPr>
          <p:cNvPr id="6" name="图片 5" descr="图表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740" y="1807717"/>
            <a:ext cx="9970800" cy="2669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Isosceles Triangle 97"/>
          <p:cNvSpPr/>
          <p:nvPr/>
        </p:nvSpPr>
        <p:spPr>
          <a:xfrm rot="5400000" flipH="1">
            <a:off x="10359370" y="3243128"/>
            <a:ext cx="1112229" cy="958819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5" name="Isosceles Triangle 94"/>
          <p:cNvSpPr/>
          <p:nvPr/>
        </p:nvSpPr>
        <p:spPr>
          <a:xfrm rot="16200000">
            <a:off x="10359370" y="2629816"/>
            <a:ext cx="1112229" cy="95881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Isosceles Triangle 99"/>
          <p:cNvSpPr/>
          <p:nvPr/>
        </p:nvSpPr>
        <p:spPr>
          <a:xfrm rot="5400000" flipH="1">
            <a:off x="10359370" y="2018618"/>
            <a:ext cx="1112229" cy="95881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Isosceles Triangle 100"/>
          <p:cNvSpPr/>
          <p:nvPr/>
        </p:nvSpPr>
        <p:spPr>
          <a:xfrm rot="16200000">
            <a:off x="9349751" y="2018618"/>
            <a:ext cx="1112229" cy="958819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Isosceles Triangle 101"/>
          <p:cNvSpPr/>
          <p:nvPr/>
        </p:nvSpPr>
        <p:spPr>
          <a:xfrm rot="12600000">
            <a:off x="9071824" y="1567641"/>
            <a:ext cx="1112229" cy="958819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" name="Isosceles Triangle 102"/>
          <p:cNvSpPr/>
          <p:nvPr/>
        </p:nvSpPr>
        <p:spPr>
          <a:xfrm rot="16200000">
            <a:off x="8306867" y="1407256"/>
            <a:ext cx="1112229" cy="95881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4795" y="321651"/>
            <a:ext cx="4320029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服务商取消服务单</a:t>
            </a:r>
            <a:endParaRPr lang="id-ID" sz="4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304795" y="6313781"/>
            <a:ext cx="891318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1004119" y="5212878"/>
            <a:ext cx="4451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取消服务单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寄修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6992165" y="5222782"/>
            <a:ext cx="4451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取消服务单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-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上门维修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 descr="图形用户界面, 应用程序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533" y="385353"/>
            <a:ext cx="4805549" cy="678226"/>
          </a:xfrm>
          <a:prstGeom prst="rect">
            <a:avLst/>
          </a:prstGeom>
        </p:spPr>
      </p:pic>
      <p:pic>
        <p:nvPicPr>
          <p:cNvPr id="15" name="图片 14" descr="图片包含 图表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37" y="1606518"/>
            <a:ext cx="5590894" cy="3478885"/>
          </a:xfrm>
          <a:prstGeom prst="rect">
            <a:avLst/>
          </a:prstGeom>
        </p:spPr>
      </p:pic>
      <p:pic>
        <p:nvPicPr>
          <p:cNvPr id="4" name="图片 3" descr="图示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57" y="1353812"/>
            <a:ext cx="5608493" cy="3731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Isosceles Triangle 97"/>
          <p:cNvSpPr/>
          <p:nvPr/>
        </p:nvSpPr>
        <p:spPr>
          <a:xfrm rot="5400000" flipH="1">
            <a:off x="10359370" y="3243128"/>
            <a:ext cx="1112229" cy="958819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5" name="Isosceles Triangle 94"/>
          <p:cNvSpPr/>
          <p:nvPr/>
        </p:nvSpPr>
        <p:spPr>
          <a:xfrm rot="16200000">
            <a:off x="10359370" y="2629816"/>
            <a:ext cx="1112229" cy="95881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Isosceles Triangle 99"/>
          <p:cNvSpPr/>
          <p:nvPr/>
        </p:nvSpPr>
        <p:spPr>
          <a:xfrm rot="5400000" flipH="1">
            <a:off x="10359370" y="2018618"/>
            <a:ext cx="1112229" cy="95881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Isosceles Triangle 100"/>
          <p:cNvSpPr/>
          <p:nvPr/>
        </p:nvSpPr>
        <p:spPr>
          <a:xfrm rot="16200000">
            <a:off x="9349751" y="2018618"/>
            <a:ext cx="1112229" cy="958819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Isosceles Triangle 101"/>
          <p:cNvSpPr/>
          <p:nvPr/>
        </p:nvSpPr>
        <p:spPr>
          <a:xfrm rot="12600000">
            <a:off x="9071824" y="1567641"/>
            <a:ext cx="1112229" cy="958819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" name="Isosceles Triangle 102"/>
          <p:cNvSpPr/>
          <p:nvPr/>
        </p:nvSpPr>
        <p:spPr>
          <a:xfrm rot="16200000">
            <a:off x="8306867" y="1407256"/>
            <a:ext cx="1112229" cy="95881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4795" y="321651"/>
            <a:ext cx="4320029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服务商取消服务单</a:t>
            </a:r>
            <a:endParaRPr lang="id-ID" sz="4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304795" y="6313781"/>
            <a:ext cx="891318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 descr="图形用户界面, 应用程序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533" y="385353"/>
            <a:ext cx="4805549" cy="678226"/>
          </a:xfrm>
          <a:prstGeom prst="rect">
            <a:avLst/>
          </a:prstGeom>
        </p:spPr>
      </p:pic>
      <p:sp>
        <p:nvSpPr>
          <p:cNvPr id="5" name="TextBox 9"/>
          <p:cNvSpPr txBox="1"/>
          <p:nvPr/>
        </p:nvSpPr>
        <p:spPr>
          <a:xfrm>
            <a:off x="2657368" y="5855010"/>
            <a:ext cx="639418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服务商取消服务单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静态类图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395" y="1054372"/>
            <a:ext cx="5474129" cy="46804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/>
          <p:cNvSpPr/>
          <p:nvPr/>
        </p:nvSpPr>
        <p:spPr>
          <a:xfrm rot="5400000">
            <a:off x="4336867" y="1538122"/>
            <a:ext cx="3365251" cy="2901080"/>
          </a:xfrm>
          <a:prstGeom prst="triangle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Isosceles Triangle 4"/>
          <p:cNvSpPr/>
          <p:nvPr/>
        </p:nvSpPr>
        <p:spPr>
          <a:xfrm rot="16200000">
            <a:off x="-19407" y="4500160"/>
            <a:ext cx="1112229" cy="958818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Isosceles Triangle 5"/>
          <p:cNvSpPr/>
          <p:nvPr/>
        </p:nvSpPr>
        <p:spPr>
          <a:xfrm rot="5400000">
            <a:off x="980653" y="4500161"/>
            <a:ext cx="1112230" cy="95881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Isosceles Triangle 6"/>
          <p:cNvSpPr/>
          <p:nvPr/>
        </p:nvSpPr>
        <p:spPr>
          <a:xfrm rot="16200000" flipH="1">
            <a:off x="980654" y="5107122"/>
            <a:ext cx="1112229" cy="958819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H="1">
            <a:off x="-19408" y="5107122"/>
            <a:ext cx="1112229" cy="958819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Isosceles Triangle 8"/>
          <p:cNvSpPr/>
          <p:nvPr/>
        </p:nvSpPr>
        <p:spPr>
          <a:xfrm rot="16200000" flipH="1">
            <a:off x="2009117" y="5708905"/>
            <a:ext cx="1112230" cy="958818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Isosceles Triangle 9"/>
          <p:cNvSpPr/>
          <p:nvPr/>
        </p:nvSpPr>
        <p:spPr>
          <a:xfrm rot="16200000" flipH="1">
            <a:off x="5517865" y="3554774"/>
            <a:ext cx="1302575" cy="1122910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Isosceles Triangle 11"/>
          <p:cNvSpPr/>
          <p:nvPr/>
        </p:nvSpPr>
        <p:spPr>
          <a:xfrm rot="16200000" flipH="1">
            <a:off x="999049" y="786756"/>
            <a:ext cx="1095539" cy="944430"/>
          </a:xfrm>
          <a:prstGeom prst="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999049" y="1381592"/>
            <a:ext cx="1095539" cy="94443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Isosceles Triangle 13"/>
          <p:cNvSpPr/>
          <p:nvPr/>
        </p:nvSpPr>
        <p:spPr>
          <a:xfrm rot="16200000" flipH="1">
            <a:off x="5228" y="1381593"/>
            <a:ext cx="1095539" cy="94443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Isosceles Triangle 15"/>
          <p:cNvSpPr/>
          <p:nvPr/>
        </p:nvSpPr>
        <p:spPr>
          <a:xfrm rot="16200000" flipH="1">
            <a:off x="2029220" y="172473"/>
            <a:ext cx="1095539" cy="94443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172539" y="1737818"/>
            <a:ext cx="5347411" cy="3652865"/>
            <a:chOff x="6172539" y="1737818"/>
            <a:chExt cx="5347411" cy="3652865"/>
          </a:xfrm>
        </p:grpSpPr>
        <p:sp>
          <p:nvSpPr>
            <p:cNvPr id="18" name="TextBox 17"/>
            <p:cNvSpPr txBox="1"/>
            <p:nvPr/>
          </p:nvSpPr>
          <p:spPr>
            <a:xfrm>
              <a:off x="6172539" y="3377824"/>
              <a:ext cx="4992690" cy="2012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endParaRPr lang="en-US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zh-CN" altLang="en-US" sz="5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平台管理员</a:t>
              </a:r>
              <a:endPara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zh-CN" altLang="en-US" sz="54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审核服务商变更</a:t>
              </a:r>
              <a:endPara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Isosceles Triangle 22"/>
            <p:cNvSpPr/>
            <p:nvPr/>
          </p:nvSpPr>
          <p:spPr>
            <a:xfrm rot="16200000" flipH="1">
              <a:off x="11338812" y="1751236"/>
              <a:ext cx="194556" cy="167720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5" name="Isosceles Triangle 14"/>
          <p:cNvSpPr/>
          <p:nvPr/>
        </p:nvSpPr>
        <p:spPr>
          <a:xfrm rot="5400000">
            <a:off x="1640818" y="2859086"/>
            <a:ext cx="1302575" cy="1122910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6" name="Isosceles Triangle 1"/>
          <p:cNvSpPr/>
          <p:nvPr/>
        </p:nvSpPr>
        <p:spPr>
          <a:xfrm rot="5400000">
            <a:off x="1871548" y="955651"/>
            <a:ext cx="5319542" cy="4844347"/>
          </a:xfrm>
          <a:prstGeom prst="triangle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Isosceles Triangle 97"/>
          <p:cNvSpPr/>
          <p:nvPr/>
        </p:nvSpPr>
        <p:spPr>
          <a:xfrm rot="5400000" flipH="1">
            <a:off x="10359370" y="3243128"/>
            <a:ext cx="1112229" cy="958819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5" name="Isosceles Triangle 94"/>
          <p:cNvSpPr/>
          <p:nvPr/>
        </p:nvSpPr>
        <p:spPr>
          <a:xfrm rot="16200000">
            <a:off x="10359370" y="2629816"/>
            <a:ext cx="1112229" cy="95881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Isosceles Triangle 99"/>
          <p:cNvSpPr/>
          <p:nvPr/>
        </p:nvSpPr>
        <p:spPr>
          <a:xfrm rot="5400000" flipH="1">
            <a:off x="10359370" y="2018618"/>
            <a:ext cx="1112229" cy="95881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Isosceles Triangle 100"/>
          <p:cNvSpPr/>
          <p:nvPr/>
        </p:nvSpPr>
        <p:spPr>
          <a:xfrm rot="16200000">
            <a:off x="9349751" y="2018618"/>
            <a:ext cx="1112229" cy="958819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Isosceles Triangle 101"/>
          <p:cNvSpPr/>
          <p:nvPr/>
        </p:nvSpPr>
        <p:spPr>
          <a:xfrm rot="12600000">
            <a:off x="9071824" y="1567641"/>
            <a:ext cx="1112229" cy="958819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" name="Isosceles Triangle 102"/>
          <p:cNvSpPr/>
          <p:nvPr/>
        </p:nvSpPr>
        <p:spPr>
          <a:xfrm rot="16200000">
            <a:off x="8306867" y="1407256"/>
            <a:ext cx="1112229" cy="95881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4795" y="321651"/>
            <a:ext cx="4196183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平台管理员审核服务商变更</a:t>
            </a:r>
            <a:endParaRPr lang="id-ID" sz="2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304795" y="6313781"/>
            <a:ext cx="891318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TextBox 9"/>
          <p:cNvSpPr txBox="1"/>
          <p:nvPr/>
        </p:nvSpPr>
        <p:spPr>
          <a:xfrm>
            <a:off x="304795" y="6313781"/>
            <a:ext cx="1023668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TextBox 9"/>
          <p:cNvSpPr txBox="1"/>
          <p:nvPr/>
        </p:nvSpPr>
        <p:spPr>
          <a:xfrm>
            <a:off x="2603569" y="5228779"/>
            <a:ext cx="716855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平台管理员审核服务商变更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顺序图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7393" y="284946"/>
            <a:ext cx="6573167" cy="628738"/>
          </a:xfrm>
          <a:prstGeom prst="rect">
            <a:avLst/>
          </a:prstGeom>
        </p:spPr>
      </p:pic>
      <p:pic>
        <p:nvPicPr>
          <p:cNvPr id="10" name="图片 9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1657422"/>
            <a:ext cx="11403016" cy="32675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Isosceles Triangle 97"/>
          <p:cNvSpPr/>
          <p:nvPr/>
        </p:nvSpPr>
        <p:spPr>
          <a:xfrm rot="5400000" flipH="1">
            <a:off x="10359370" y="3243128"/>
            <a:ext cx="1112229" cy="958819"/>
          </a:xfrm>
          <a:prstGeom prst="triangl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5" name="Isosceles Triangle 94"/>
          <p:cNvSpPr/>
          <p:nvPr/>
        </p:nvSpPr>
        <p:spPr>
          <a:xfrm rot="16200000">
            <a:off x="10359370" y="2629816"/>
            <a:ext cx="1112229" cy="958818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Isosceles Triangle 99"/>
          <p:cNvSpPr/>
          <p:nvPr/>
        </p:nvSpPr>
        <p:spPr>
          <a:xfrm rot="5400000" flipH="1">
            <a:off x="10359370" y="2018618"/>
            <a:ext cx="1112229" cy="95881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Isosceles Triangle 100"/>
          <p:cNvSpPr/>
          <p:nvPr/>
        </p:nvSpPr>
        <p:spPr>
          <a:xfrm rot="16200000">
            <a:off x="9349751" y="2018618"/>
            <a:ext cx="1112229" cy="958819"/>
          </a:xfrm>
          <a:prstGeom prst="triangl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Isosceles Triangle 101"/>
          <p:cNvSpPr/>
          <p:nvPr/>
        </p:nvSpPr>
        <p:spPr>
          <a:xfrm rot="12600000">
            <a:off x="9071824" y="1567641"/>
            <a:ext cx="1112229" cy="958819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" name="Isosceles Triangle 102"/>
          <p:cNvSpPr/>
          <p:nvPr/>
        </p:nvSpPr>
        <p:spPr>
          <a:xfrm rot="16200000">
            <a:off x="8306867" y="1407256"/>
            <a:ext cx="1112229" cy="958819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4795" y="321651"/>
            <a:ext cx="4196183" cy="4924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平台管理员审核服务商变更</a:t>
            </a:r>
            <a:endParaRPr lang="id-ID" sz="2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304795" y="6313781"/>
            <a:ext cx="891318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TextBox 9"/>
          <p:cNvSpPr txBox="1"/>
          <p:nvPr/>
        </p:nvSpPr>
        <p:spPr>
          <a:xfrm>
            <a:off x="304795" y="6313781"/>
            <a:ext cx="1023668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TextBox 9"/>
          <p:cNvSpPr txBox="1"/>
          <p:nvPr/>
        </p:nvSpPr>
        <p:spPr>
          <a:xfrm>
            <a:off x="2511724" y="5841255"/>
            <a:ext cx="716855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平台管理员审核服务商变更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静态类图</a:t>
            </a:r>
            <a:endParaRPr lang="id-ID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7393" y="284946"/>
            <a:ext cx="6573167" cy="628738"/>
          </a:xfrm>
          <a:prstGeom prst="rect">
            <a:avLst/>
          </a:prstGeom>
        </p:spPr>
      </p:pic>
      <p:pic>
        <p:nvPicPr>
          <p:cNvPr id="3" name="图片 2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30" y="1199437"/>
            <a:ext cx="9056097" cy="46323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97000">
                <a:schemeClr val="bg1"/>
              </a:gs>
              <a:gs pos="33000">
                <a:schemeClr val="bg1">
                  <a:alpha val="82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68" name="Group 467"/>
          <p:cNvGrpSpPr/>
          <p:nvPr/>
        </p:nvGrpSpPr>
        <p:grpSpPr>
          <a:xfrm>
            <a:off x="-3909" y="2775"/>
            <a:ext cx="12199818" cy="6852450"/>
            <a:chOff x="-7818" y="2775"/>
            <a:chExt cx="12199818" cy="6852450"/>
          </a:xfrm>
          <a:noFill/>
        </p:grpSpPr>
        <p:grpSp>
          <p:nvGrpSpPr>
            <p:cNvPr id="469" name="Group 468"/>
            <p:cNvGrpSpPr/>
            <p:nvPr userDrawn="1"/>
          </p:nvGrpSpPr>
          <p:grpSpPr>
            <a:xfrm flipH="1">
              <a:off x="-7818" y="2775"/>
              <a:ext cx="12199818" cy="6852450"/>
              <a:chOff x="0" y="2775"/>
              <a:chExt cx="12199818" cy="6852450"/>
            </a:xfrm>
            <a:grpFill/>
          </p:grpSpPr>
          <p:sp>
            <p:nvSpPr>
              <p:cNvPr id="472" name="Isosceles Triangle 471"/>
              <p:cNvSpPr/>
              <p:nvPr/>
            </p:nvSpPr>
            <p:spPr>
              <a:xfrm rot="16200000">
                <a:off x="8908454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73" name="Isosceles Triangle 472"/>
              <p:cNvSpPr/>
              <p:nvPr/>
            </p:nvSpPr>
            <p:spPr>
              <a:xfrm rot="5400000">
                <a:off x="6461167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74" name="Isosceles Triangle 473"/>
              <p:cNvSpPr/>
              <p:nvPr/>
            </p:nvSpPr>
            <p:spPr>
              <a:xfrm rot="16200000" flipH="1">
                <a:off x="6461168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75" name="Isosceles Triangle 474"/>
              <p:cNvSpPr/>
              <p:nvPr/>
            </p:nvSpPr>
            <p:spPr>
              <a:xfrm rot="5400000">
                <a:off x="6461167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76" name="Isosceles Triangle 475"/>
              <p:cNvSpPr/>
              <p:nvPr/>
            </p:nvSpPr>
            <p:spPr>
              <a:xfrm rot="16200000" flipH="1">
                <a:off x="6461168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77" name="Isosceles Triangle 476"/>
              <p:cNvSpPr/>
              <p:nvPr/>
            </p:nvSpPr>
            <p:spPr>
              <a:xfrm rot="5400000">
                <a:off x="6461167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78" name="Isosceles Triangle 477"/>
              <p:cNvSpPr/>
              <p:nvPr/>
            </p:nvSpPr>
            <p:spPr>
              <a:xfrm rot="16200000" flipH="1">
                <a:off x="6461168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79" name="Isosceles Triangle 478"/>
              <p:cNvSpPr/>
              <p:nvPr/>
            </p:nvSpPr>
            <p:spPr>
              <a:xfrm rot="5400000">
                <a:off x="6461167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0" name="Isosceles Triangle 479"/>
              <p:cNvSpPr/>
              <p:nvPr/>
            </p:nvSpPr>
            <p:spPr>
              <a:xfrm rot="16200000" flipH="1">
                <a:off x="6461168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1" name="Isosceles Triangle 480"/>
              <p:cNvSpPr/>
              <p:nvPr/>
            </p:nvSpPr>
            <p:spPr>
              <a:xfrm rot="16200000">
                <a:off x="7276337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2" name="Isosceles Triangle 481"/>
              <p:cNvSpPr/>
              <p:nvPr/>
            </p:nvSpPr>
            <p:spPr>
              <a:xfrm rot="5400000">
                <a:off x="8091507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3" name="Isosceles Triangle 482"/>
              <p:cNvSpPr/>
              <p:nvPr/>
            </p:nvSpPr>
            <p:spPr>
              <a:xfrm rot="16200000" flipH="1">
                <a:off x="8091509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4" name="Isosceles Triangle 483"/>
              <p:cNvSpPr/>
              <p:nvPr/>
            </p:nvSpPr>
            <p:spPr>
              <a:xfrm rot="5400000" flipH="1">
                <a:off x="7276337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5" name="Isosceles Triangle 484"/>
              <p:cNvSpPr/>
              <p:nvPr/>
            </p:nvSpPr>
            <p:spPr>
              <a:xfrm rot="16200000">
                <a:off x="7276337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6" name="Isosceles Triangle 485"/>
              <p:cNvSpPr/>
              <p:nvPr/>
            </p:nvSpPr>
            <p:spPr>
              <a:xfrm rot="5400000">
                <a:off x="8091507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7" name="Isosceles Triangle 486"/>
              <p:cNvSpPr/>
              <p:nvPr/>
            </p:nvSpPr>
            <p:spPr>
              <a:xfrm rot="16200000" flipH="1">
                <a:off x="8091509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8" name="Isosceles Triangle 487"/>
              <p:cNvSpPr/>
              <p:nvPr/>
            </p:nvSpPr>
            <p:spPr>
              <a:xfrm rot="5400000" flipH="1">
                <a:off x="7276337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89" name="Isosceles Triangle 488"/>
              <p:cNvSpPr/>
              <p:nvPr/>
            </p:nvSpPr>
            <p:spPr>
              <a:xfrm rot="16200000">
                <a:off x="7276337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0" name="Isosceles Triangle 489"/>
              <p:cNvSpPr/>
              <p:nvPr/>
            </p:nvSpPr>
            <p:spPr>
              <a:xfrm rot="5400000">
                <a:off x="8091507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1" name="Isosceles Triangle 490"/>
              <p:cNvSpPr/>
              <p:nvPr/>
            </p:nvSpPr>
            <p:spPr>
              <a:xfrm rot="16200000" flipH="1">
                <a:off x="8091509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2" name="Isosceles Triangle 491"/>
              <p:cNvSpPr/>
              <p:nvPr/>
            </p:nvSpPr>
            <p:spPr>
              <a:xfrm rot="5400000" flipH="1">
                <a:off x="7276337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3" name="Isosceles Triangle 492"/>
              <p:cNvSpPr/>
              <p:nvPr/>
            </p:nvSpPr>
            <p:spPr>
              <a:xfrm rot="16200000">
                <a:off x="7276337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4" name="Isosceles Triangle 493"/>
              <p:cNvSpPr/>
              <p:nvPr/>
            </p:nvSpPr>
            <p:spPr>
              <a:xfrm rot="5400000">
                <a:off x="8091507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5" name="Isosceles Triangle 494"/>
              <p:cNvSpPr/>
              <p:nvPr/>
            </p:nvSpPr>
            <p:spPr>
              <a:xfrm rot="16200000" flipH="1">
                <a:off x="8091509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6" name="Isosceles Triangle 495"/>
              <p:cNvSpPr/>
              <p:nvPr/>
            </p:nvSpPr>
            <p:spPr>
              <a:xfrm rot="5400000" flipH="1">
                <a:off x="7276337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7" name="Isosceles Triangle 496"/>
              <p:cNvSpPr/>
              <p:nvPr/>
            </p:nvSpPr>
            <p:spPr>
              <a:xfrm rot="16200000">
                <a:off x="8908454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8" name="Isosceles Triangle 497"/>
              <p:cNvSpPr/>
              <p:nvPr/>
            </p:nvSpPr>
            <p:spPr>
              <a:xfrm rot="5400000">
                <a:off x="9723623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499" name="Isosceles Triangle 498"/>
              <p:cNvSpPr/>
              <p:nvPr/>
            </p:nvSpPr>
            <p:spPr>
              <a:xfrm rot="16200000" flipH="1">
                <a:off x="9723625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0" name="Isosceles Triangle 499"/>
              <p:cNvSpPr/>
              <p:nvPr/>
            </p:nvSpPr>
            <p:spPr>
              <a:xfrm rot="5400000" flipH="1">
                <a:off x="8908454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1" name="Isosceles Triangle 500"/>
              <p:cNvSpPr/>
              <p:nvPr/>
            </p:nvSpPr>
            <p:spPr>
              <a:xfrm rot="16200000">
                <a:off x="8908454" y="1074415"/>
                <a:ext cx="906601" cy="78155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2" name="Isosceles Triangle 501"/>
              <p:cNvSpPr/>
              <p:nvPr/>
            </p:nvSpPr>
            <p:spPr>
              <a:xfrm rot="5400000">
                <a:off x="9723623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3" name="Isosceles Triangle 502"/>
              <p:cNvSpPr/>
              <p:nvPr/>
            </p:nvSpPr>
            <p:spPr>
              <a:xfrm rot="16200000" flipH="1">
                <a:off x="9723625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4" name="Isosceles Triangle 503"/>
              <p:cNvSpPr/>
              <p:nvPr/>
            </p:nvSpPr>
            <p:spPr>
              <a:xfrm rot="5400000" flipH="1">
                <a:off x="8908454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5" name="Isosceles Triangle 504"/>
              <p:cNvSpPr/>
              <p:nvPr/>
            </p:nvSpPr>
            <p:spPr>
              <a:xfrm rot="5400000">
                <a:off x="9723623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6" name="Isosceles Triangle 505"/>
              <p:cNvSpPr/>
              <p:nvPr/>
            </p:nvSpPr>
            <p:spPr>
              <a:xfrm rot="16200000" flipH="1">
                <a:off x="9723625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7" name="Isosceles Triangle 506"/>
              <p:cNvSpPr/>
              <p:nvPr/>
            </p:nvSpPr>
            <p:spPr>
              <a:xfrm rot="5400000" flipH="1">
                <a:off x="8908454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8" name="Isosceles Triangle 507"/>
              <p:cNvSpPr/>
              <p:nvPr/>
            </p:nvSpPr>
            <p:spPr>
              <a:xfrm rot="16200000">
                <a:off x="8908454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9" name="Isosceles Triangle 508"/>
              <p:cNvSpPr/>
              <p:nvPr/>
            </p:nvSpPr>
            <p:spPr>
              <a:xfrm rot="5400000">
                <a:off x="9723623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0" name="Isosceles Triangle 509"/>
              <p:cNvSpPr/>
              <p:nvPr/>
            </p:nvSpPr>
            <p:spPr>
              <a:xfrm rot="16200000" flipH="1">
                <a:off x="9723625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1" name="Isosceles Triangle 510"/>
              <p:cNvSpPr/>
              <p:nvPr/>
            </p:nvSpPr>
            <p:spPr>
              <a:xfrm rot="5400000" flipH="1">
                <a:off x="8908454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2" name="Isosceles Triangle 511"/>
              <p:cNvSpPr/>
              <p:nvPr/>
            </p:nvSpPr>
            <p:spPr>
              <a:xfrm rot="16200000">
                <a:off x="10540570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3" name="Isosceles Triangle 512"/>
              <p:cNvSpPr/>
              <p:nvPr/>
            </p:nvSpPr>
            <p:spPr>
              <a:xfrm rot="5400000">
                <a:off x="11355740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4" name="Isosceles Triangle 513"/>
              <p:cNvSpPr/>
              <p:nvPr/>
            </p:nvSpPr>
            <p:spPr>
              <a:xfrm rot="16200000" flipH="1">
                <a:off x="11355741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5" name="Isosceles Triangle 514"/>
              <p:cNvSpPr/>
              <p:nvPr/>
            </p:nvSpPr>
            <p:spPr>
              <a:xfrm rot="5400000" flipH="1">
                <a:off x="10540570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6" name="Isosceles Triangle 515"/>
              <p:cNvSpPr/>
              <p:nvPr/>
            </p:nvSpPr>
            <p:spPr>
              <a:xfrm rot="16200000">
                <a:off x="10540570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7" name="Isosceles Triangle 516"/>
              <p:cNvSpPr/>
              <p:nvPr/>
            </p:nvSpPr>
            <p:spPr>
              <a:xfrm rot="5400000">
                <a:off x="11355740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8" name="Isosceles Triangle 517"/>
              <p:cNvSpPr/>
              <p:nvPr/>
            </p:nvSpPr>
            <p:spPr>
              <a:xfrm rot="16200000" flipH="1">
                <a:off x="11355741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9" name="Isosceles Triangle 518"/>
              <p:cNvSpPr/>
              <p:nvPr/>
            </p:nvSpPr>
            <p:spPr>
              <a:xfrm rot="5400000" flipH="1">
                <a:off x="10540570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0" name="Isosceles Triangle 519"/>
              <p:cNvSpPr/>
              <p:nvPr/>
            </p:nvSpPr>
            <p:spPr>
              <a:xfrm rot="16200000">
                <a:off x="10540570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1" name="Isosceles Triangle 520"/>
              <p:cNvSpPr/>
              <p:nvPr/>
            </p:nvSpPr>
            <p:spPr>
              <a:xfrm rot="5400000">
                <a:off x="11355740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2" name="Isosceles Triangle 521"/>
              <p:cNvSpPr/>
              <p:nvPr/>
            </p:nvSpPr>
            <p:spPr>
              <a:xfrm rot="16200000" flipH="1">
                <a:off x="11355741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3" name="Isosceles Triangle 522"/>
              <p:cNvSpPr/>
              <p:nvPr/>
            </p:nvSpPr>
            <p:spPr>
              <a:xfrm rot="5400000" flipH="1">
                <a:off x="10540570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4" name="Isosceles Triangle 523"/>
              <p:cNvSpPr/>
              <p:nvPr/>
            </p:nvSpPr>
            <p:spPr>
              <a:xfrm rot="16200000">
                <a:off x="10540570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5" name="Isosceles Triangle 524"/>
              <p:cNvSpPr/>
              <p:nvPr/>
            </p:nvSpPr>
            <p:spPr>
              <a:xfrm rot="5400000">
                <a:off x="11355740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6" name="Isosceles Triangle 525"/>
              <p:cNvSpPr/>
              <p:nvPr/>
            </p:nvSpPr>
            <p:spPr>
              <a:xfrm rot="16200000" flipH="1">
                <a:off x="11355741" y="3533460"/>
                <a:ext cx="906601" cy="781553"/>
              </a:xfrm>
              <a:prstGeom prst="triangl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7" name="Isosceles Triangle 526"/>
              <p:cNvSpPr/>
              <p:nvPr/>
            </p:nvSpPr>
            <p:spPr>
              <a:xfrm rot="5400000" flipH="1">
                <a:off x="10540570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8" name="Isosceles Triangle 527"/>
              <p:cNvSpPr/>
              <p:nvPr/>
            </p:nvSpPr>
            <p:spPr>
              <a:xfrm rot="5400000">
                <a:off x="6461167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9" name="Isosceles Triangle 528"/>
              <p:cNvSpPr/>
              <p:nvPr/>
            </p:nvSpPr>
            <p:spPr>
              <a:xfrm rot="16200000" flipH="1">
                <a:off x="6461168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0" name="Isosceles Triangle 529"/>
              <p:cNvSpPr/>
              <p:nvPr/>
            </p:nvSpPr>
            <p:spPr>
              <a:xfrm rot="5400000">
                <a:off x="6461167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1" name="Isosceles Triangle 530"/>
              <p:cNvSpPr/>
              <p:nvPr/>
            </p:nvSpPr>
            <p:spPr>
              <a:xfrm rot="16200000" flipH="1">
                <a:off x="6461168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2" name="Isosceles Triangle 531"/>
              <p:cNvSpPr/>
              <p:nvPr/>
            </p:nvSpPr>
            <p:spPr>
              <a:xfrm rot="5400000">
                <a:off x="6461167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3" name="Isosceles Triangle 532"/>
              <p:cNvSpPr/>
              <p:nvPr/>
            </p:nvSpPr>
            <p:spPr>
              <a:xfrm rot="16200000">
                <a:off x="7276337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4" name="Isosceles Triangle 533"/>
              <p:cNvSpPr/>
              <p:nvPr/>
            </p:nvSpPr>
            <p:spPr>
              <a:xfrm rot="5400000">
                <a:off x="8091507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5" name="Isosceles Triangle 534"/>
              <p:cNvSpPr/>
              <p:nvPr/>
            </p:nvSpPr>
            <p:spPr>
              <a:xfrm rot="16200000" flipH="1">
                <a:off x="8091509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6" name="Isosceles Triangle 535"/>
              <p:cNvSpPr/>
              <p:nvPr/>
            </p:nvSpPr>
            <p:spPr>
              <a:xfrm rot="5400000" flipH="1">
                <a:off x="7276337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7" name="Isosceles Triangle 536"/>
              <p:cNvSpPr/>
              <p:nvPr/>
            </p:nvSpPr>
            <p:spPr>
              <a:xfrm rot="16200000">
                <a:off x="7276337" y="5009063"/>
                <a:ext cx="906601" cy="781552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8" name="Isosceles Triangle 537"/>
              <p:cNvSpPr/>
              <p:nvPr/>
            </p:nvSpPr>
            <p:spPr>
              <a:xfrm rot="5400000">
                <a:off x="8091507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39" name="Isosceles Triangle 538"/>
              <p:cNvSpPr/>
              <p:nvPr/>
            </p:nvSpPr>
            <p:spPr>
              <a:xfrm rot="16200000" flipH="1">
                <a:off x="8091509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0" name="Isosceles Triangle 539"/>
              <p:cNvSpPr/>
              <p:nvPr/>
            </p:nvSpPr>
            <p:spPr>
              <a:xfrm rot="5400000" flipH="1">
                <a:off x="7276337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1" name="Isosceles Triangle 540"/>
              <p:cNvSpPr/>
              <p:nvPr/>
            </p:nvSpPr>
            <p:spPr>
              <a:xfrm rot="16200000">
                <a:off x="7276337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2" name="Isosceles Triangle 541"/>
              <p:cNvSpPr/>
              <p:nvPr/>
            </p:nvSpPr>
            <p:spPr>
              <a:xfrm rot="5400000">
                <a:off x="8091507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3" name="Isosceles Triangle 542"/>
              <p:cNvSpPr/>
              <p:nvPr/>
            </p:nvSpPr>
            <p:spPr>
              <a:xfrm rot="16200000">
                <a:off x="8908454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4" name="Isosceles Triangle 543"/>
              <p:cNvSpPr/>
              <p:nvPr/>
            </p:nvSpPr>
            <p:spPr>
              <a:xfrm rot="5400000">
                <a:off x="9723623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5" name="Isosceles Triangle 544"/>
              <p:cNvSpPr/>
              <p:nvPr/>
            </p:nvSpPr>
            <p:spPr>
              <a:xfrm rot="16200000" flipH="1">
                <a:off x="9723625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6" name="Isosceles Triangle 545"/>
              <p:cNvSpPr/>
              <p:nvPr/>
            </p:nvSpPr>
            <p:spPr>
              <a:xfrm rot="5400000" flipH="1">
                <a:off x="8908454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7" name="Isosceles Triangle 546"/>
              <p:cNvSpPr/>
              <p:nvPr/>
            </p:nvSpPr>
            <p:spPr>
              <a:xfrm rot="16200000">
                <a:off x="8908454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8" name="Isosceles Triangle 547"/>
              <p:cNvSpPr/>
              <p:nvPr/>
            </p:nvSpPr>
            <p:spPr>
              <a:xfrm rot="5400000">
                <a:off x="9723623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49" name="Isosceles Triangle 548"/>
              <p:cNvSpPr/>
              <p:nvPr/>
            </p:nvSpPr>
            <p:spPr>
              <a:xfrm rot="16200000" flipH="1">
                <a:off x="9723625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0" name="Isosceles Triangle 549"/>
              <p:cNvSpPr/>
              <p:nvPr/>
            </p:nvSpPr>
            <p:spPr>
              <a:xfrm rot="5400000" flipH="1">
                <a:off x="8908454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1" name="Isosceles Triangle 550"/>
              <p:cNvSpPr/>
              <p:nvPr/>
            </p:nvSpPr>
            <p:spPr>
              <a:xfrm rot="16200000">
                <a:off x="8908454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2" name="Isosceles Triangle 551"/>
              <p:cNvSpPr/>
              <p:nvPr/>
            </p:nvSpPr>
            <p:spPr>
              <a:xfrm rot="5400000">
                <a:off x="9723623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3" name="Isosceles Triangle 552"/>
              <p:cNvSpPr/>
              <p:nvPr/>
            </p:nvSpPr>
            <p:spPr>
              <a:xfrm rot="16200000">
                <a:off x="10540570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4" name="Isosceles Triangle 553"/>
              <p:cNvSpPr/>
              <p:nvPr/>
            </p:nvSpPr>
            <p:spPr>
              <a:xfrm rot="5400000">
                <a:off x="11355740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5" name="Isosceles Triangle 554"/>
              <p:cNvSpPr/>
              <p:nvPr/>
            </p:nvSpPr>
            <p:spPr>
              <a:xfrm rot="16200000" flipH="1">
                <a:off x="11355741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6" name="Isosceles Triangle 555"/>
              <p:cNvSpPr/>
              <p:nvPr/>
            </p:nvSpPr>
            <p:spPr>
              <a:xfrm rot="5400000" flipH="1">
                <a:off x="10540570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7" name="Isosceles Triangle 556"/>
              <p:cNvSpPr/>
              <p:nvPr/>
            </p:nvSpPr>
            <p:spPr>
              <a:xfrm rot="16200000">
                <a:off x="10540570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8" name="Isosceles Triangle 557"/>
              <p:cNvSpPr/>
              <p:nvPr/>
            </p:nvSpPr>
            <p:spPr>
              <a:xfrm rot="5400000">
                <a:off x="11355740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59" name="Isosceles Triangle 558"/>
              <p:cNvSpPr/>
              <p:nvPr/>
            </p:nvSpPr>
            <p:spPr>
              <a:xfrm rot="16200000" flipH="1">
                <a:off x="11355741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0" name="Isosceles Triangle 559"/>
              <p:cNvSpPr/>
              <p:nvPr/>
            </p:nvSpPr>
            <p:spPr>
              <a:xfrm rot="5400000" flipH="1">
                <a:off x="10540570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1" name="Isosceles Triangle 560"/>
              <p:cNvSpPr/>
              <p:nvPr/>
            </p:nvSpPr>
            <p:spPr>
              <a:xfrm rot="16200000">
                <a:off x="10540570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2" name="Isosceles Triangle 561"/>
              <p:cNvSpPr/>
              <p:nvPr/>
            </p:nvSpPr>
            <p:spPr>
              <a:xfrm rot="5400000">
                <a:off x="11355740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3" name="Isosceles Triangle 562"/>
              <p:cNvSpPr/>
              <p:nvPr userDrawn="1"/>
            </p:nvSpPr>
            <p:spPr>
              <a:xfrm flipV="1">
                <a:off x="6544455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4" name="Isosceles Triangle 563"/>
              <p:cNvSpPr/>
              <p:nvPr userDrawn="1"/>
            </p:nvSpPr>
            <p:spPr>
              <a:xfrm flipV="1">
                <a:off x="8175683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5" name="Isosceles Triangle 564"/>
              <p:cNvSpPr/>
              <p:nvPr userDrawn="1"/>
            </p:nvSpPr>
            <p:spPr>
              <a:xfrm flipV="1">
                <a:off x="9806912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6" name="Isosceles Triangle 565"/>
              <p:cNvSpPr/>
              <p:nvPr/>
            </p:nvSpPr>
            <p:spPr>
              <a:xfrm rot="5400000">
                <a:off x="3198710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7" name="Isosceles Triangle 566"/>
              <p:cNvSpPr/>
              <p:nvPr/>
            </p:nvSpPr>
            <p:spPr>
              <a:xfrm rot="16200000" flipH="1">
                <a:off x="3198712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8" name="Isosceles Triangle 567"/>
              <p:cNvSpPr/>
              <p:nvPr/>
            </p:nvSpPr>
            <p:spPr>
              <a:xfrm rot="5400000">
                <a:off x="3198710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69" name="Isosceles Triangle 568"/>
              <p:cNvSpPr/>
              <p:nvPr/>
            </p:nvSpPr>
            <p:spPr>
              <a:xfrm rot="16200000" flipH="1">
                <a:off x="3198712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0" name="Isosceles Triangle 569"/>
              <p:cNvSpPr/>
              <p:nvPr/>
            </p:nvSpPr>
            <p:spPr>
              <a:xfrm rot="5400000">
                <a:off x="3198710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1" name="Isosceles Triangle 570"/>
              <p:cNvSpPr/>
              <p:nvPr/>
            </p:nvSpPr>
            <p:spPr>
              <a:xfrm rot="16200000" flipH="1">
                <a:off x="3198712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2" name="Isosceles Triangle 571"/>
              <p:cNvSpPr/>
              <p:nvPr/>
            </p:nvSpPr>
            <p:spPr>
              <a:xfrm rot="5400000">
                <a:off x="3198710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3" name="Isosceles Triangle 572"/>
              <p:cNvSpPr/>
              <p:nvPr/>
            </p:nvSpPr>
            <p:spPr>
              <a:xfrm rot="16200000" flipH="1">
                <a:off x="3198712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4" name="Isosceles Triangle 573"/>
              <p:cNvSpPr/>
              <p:nvPr/>
            </p:nvSpPr>
            <p:spPr>
              <a:xfrm rot="16200000">
                <a:off x="4013881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5" name="Isosceles Triangle 574"/>
              <p:cNvSpPr/>
              <p:nvPr/>
            </p:nvSpPr>
            <p:spPr>
              <a:xfrm rot="5400000">
                <a:off x="4829051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6" name="Isosceles Triangle 575"/>
              <p:cNvSpPr/>
              <p:nvPr/>
            </p:nvSpPr>
            <p:spPr>
              <a:xfrm rot="16200000" flipH="1">
                <a:off x="4829052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7" name="Isosceles Triangle 576"/>
              <p:cNvSpPr/>
              <p:nvPr/>
            </p:nvSpPr>
            <p:spPr>
              <a:xfrm rot="5400000" flipH="1">
                <a:off x="4013881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8" name="Isosceles Triangle 577"/>
              <p:cNvSpPr/>
              <p:nvPr/>
            </p:nvSpPr>
            <p:spPr>
              <a:xfrm rot="16200000">
                <a:off x="4013881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79" name="Isosceles Triangle 578"/>
              <p:cNvSpPr/>
              <p:nvPr/>
            </p:nvSpPr>
            <p:spPr>
              <a:xfrm rot="5400000">
                <a:off x="4829051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0" name="Isosceles Triangle 579"/>
              <p:cNvSpPr/>
              <p:nvPr/>
            </p:nvSpPr>
            <p:spPr>
              <a:xfrm rot="16200000" flipH="1">
                <a:off x="4829052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1" name="Isosceles Triangle 580"/>
              <p:cNvSpPr/>
              <p:nvPr/>
            </p:nvSpPr>
            <p:spPr>
              <a:xfrm rot="5400000" flipH="1">
                <a:off x="4013881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2" name="Isosceles Triangle 581"/>
              <p:cNvSpPr/>
              <p:nvPr/>
            </p:nvSpPr>
            <p:spPr>
              <a:xfrm rot="16200000">
                <a:off x="4013881" y="2055270"/>
                <a:ext cx="906601" cy="781552"/>
              </a:xfrm>
              <a:prstGeom prst="triangle">
                <a:avLst/>
              </a:prstGeom>
              <a:solidFill>
                <a:schemeClr val="accent4">
                  <a:lumMod val="20000"/>
                  <a:lumOff val="80000"/>
                  <a:alpha val="30000"/>
                </a:schemeClr>
              </a:solidFill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3" name="Isosceles Triangle 582"/>
              <p:cNvSpPr/>
              <p:nvPr/>
            </p:nvSpPr>
            <p:spPr>
              <a:xfrm rot="5400000">
                <a:off x="4829051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4" name="Isosceles Triangle 583"/>
              <p:cNvSpPr/>
              <p:nvPr/>
            </p:nvSpPr>
            <p:spPr>
              <a:xfrm rot="16200000" flipH="1">
                <a:off x="4829052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5" name="Isosceles Triangle 584"/>
              <p:cNvSpPr/>
              <p:nvPr/>
            </p:nvSpPr>
            <p:spPr>
              <a:xfrm rot="5400000" flipH="1">
                <a:off x="4013881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6" name="Isosceles Triangle 585"/>
              <p:cNvSpPr/>
              <p:nvPr/>
            </p:nvSpPr>
            <p:spPr>
              <a:xfrm rot="16200000">
                <a:off x="4013881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7" name="Isosceles Triangle 586"/>
              <p:cNvSpPr/>
              <p:nvPr/>
            </p:nvSpPr>
            <p:spPr>
              <a:xfrm rot="5400000">
                <a:off x="4829051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8" name="Isosceles Triangle 587"/>
              <p:cNvSpPr/>
              <p:nvPr/>
            </p:nvSpPr>
            <p:spPr>
              <a:xfrm rot="16200000" flipH="1">
                <a:off x="4829052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89" name="Isosceles Triangle 588"/>
              <p:cNvSpPr/>
              <p:nvPr/>
            </p:nvSpPr>
            <p:spPr>
              <a:xfrm rot="5400000" flipH="1">
                <a:off x="4013881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0" name="Isosceles Triangle 589"/>
              <p:cNvSpPr/>
              <p:nvPr/>
            </p:nvSpPr>
            <p:spPr>
              <a:xfrm rot="16200000">
                <a:off x="5645997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1" name="Isosceles Triangle 590"/>
              <p:cNvSpPr/>
              <p:nvPr/>
            </p:nvSpPr>
            <p:spPr>
              <a:xfrm rot="5400000" flipH="1">
                <a:off x="5645997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2" name="Isosceles Triangle 591"/>
              <p:cNvSpPr/>
              <p:nvPr/>
            </p:nvSpPr>
            <p:spPr>
              <a:xfrm rot="16200000">
                <a:off x="5645997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3" name="Isosceles Triangle 592"/>
              <p:cNvSpPr/>
              <p:nvPr/>
            </p:nvSpPr>
            <p:spPr>
              <a:xfrm rot="5400000" flipH="1">
                <a:off x="5645997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4" name="Isosceles Triangle 593"/>
              <p:cNvSpPr/>
              <p:nvPr/>
            </p:nvSpPr>
            <p:spPr>
              <a:xfrm rot="16200000">
                <a:off x="5645997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5" name="Isosceles Triangle 594"/>
              <p:cNvSpPr/>
              <p:nvPr/>
            </p:nvSpPr>
            <p:spPr>
              <a:xfrm rot="5400000" flipH="1">
                <a:off x="5645997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6" name="Isosceles Triangle 595"/>
              <p:cNvSpPr/>
              <p:nvPr/>
            </p:nvSpPr>
            <p:spPr>
              <a:xfrm rot="16200000">
                <a:off x="5645997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7" name="Isosceles Triangle 596"/>
              <p:cNvSpPr/>
              <p:nvPr/>
            </p:nvSpPr>
            <p:spPr>
              <a:xfrm rot="5400000" flipH="1">
                <a:off x="5645997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8" name="Isosceles Triangle 597"/>
              <p:cNvSpPr/>
              <p:nvPr/>
            </p:nvSpPr>
            <p:spPr>
              <a:xfrm rot="5400000">
                <a:off x="3198710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99" name="Isosceles Triangle 598"/>
              <p:cNvSpPr/>
              <p:nvPr/>
            </p:nvSpPr>
            <p:spPr>
              <a:xfrm rot="16200000" flipH="1">
                <a:off x="3198712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0" name="Isosceles Triangle 599"/>
              <p:cNvSpPr/>
              <p:nvPr/>
            </p:nvSpPr>
            <p:spPr>
              <a:xfrm rot="5400000">
                <a:off x="3198710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1" name="Isosceles Triangle 600"/>
              <p:cNvSpPr/>
              <p:nvPr/>
            </p:nvSpPr>
            <p:spPr>
              <a:xfrm rot="16200000" flipH="1">
                <a:off x="3198712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2" name="Isosceles Triangle 601"/>
              <p:cNvSpPr/>
              <p:nvPr/>
            </p:nvSpPr>
            <p:spPr>
              <a:xfrm rot="5400000">
                <a:off x="3198710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3" name="Isosceles Triangle 602"/>
              <p:cNvSpPr/>
              <p:nvPr/>
            </p:nvSpPr>
            <p:spPr>
              <a:xfrm rot="16200000">
                <a:off x="4013881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4" name="Isosceles Triangle 603"/>
              <p:cNvSpPr/>
              <p:nvPr/>
            </p:nvSpPr>
            <p:spPr>
              <a:xfrm rot="5400000">
                <a:off x="4829051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5" name="Isosceles Triangle 604"/>
              <p:cNvSpPr/>
              <p:nvPr/>
            </p:nvSpPr>
            <p:spPr>
              <a:xfrm rot="16200000" flipH="1">
                <a:off x="4829052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6" name="Isosceles Triangle 605"/>
              <p:cNvSpPr/>
              <p:nvPr/>
            </p:nvSpPr>
            <p:spPr>
              <a:xfrm rot="5400000" flipH="1">
                <a:off x="4013881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7" name="Isosceles Triangle 606"/>
              <p:cNvSpPr/>
              <p:nvPr/>
            </p:nvSpPr>
            <p:spPr>
              <a:xfrm rot="16200000">
                <a:off x="4013881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8" name="Isosceles Triangle 607"/>
              <p:cNvSpPr/>
              <p:nvPr/>
            </p:nvSpPr>
            <p:spPr>
              <a:xfrm rot="5400000">
                <a:off x="4829051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09" name="Isosceles Triangle 608"/>
              <p:cNvSpPr/>
              <p:nvPr/>
            </p:nvSpPr>
            <p:spPr>
              <a:xfrm rot="16200000" flipH="1">
                <a:off x="4829052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0" name="Isosceles Triangle 609"/>
              <p:cNvSpPr/>
              <p:nvPr/>
            </p:nvSpPr>
            <p:spPr>
              <a:xfrm rot="5400000" flipH="1">
                <a:off x="4013881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1" name="Isosceles Triangle 610"/>
              <p:cNvSpPr/>
              <p:nvPr/>
            </p:nvSpPr>
            <p:spPr>
              <a:xfrm rot="16200000">
                <a:off x="4013881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2" name="Isosceles Triangle 611"/>
              <p:cNvSpPr/>
              <p:nvPr/>
            </p:nvSpPr>
            <p:spPr>
              <a:xfrm rot="5400000">
                <a:off x="4829051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3" name="Isosceles Triangle 612"/>
              <p:cNvSpPr/>
              <p:nvPr/>
            </p:nvSpPr>
            <p:spPr>
              <a:xfrm rot="16200000">
                <a:off x="5645997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4" name="Isosceles Triangle 613"/>
              <p:cNvSpPr/>
              <p:nvPr/>
            </p:nvSpPr>
            <p:spPr>
              <a:xfrm rot="5400000" flipH="1">
                <a:off x="5645997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5" name="Isosceles Triangle 614"/>
              <p:cNvSpPr/>
              <p:nvPr/>
            </p:nvSpPr>
            <p:spPr>
              <a:xfrm rot="16200000">
                <a:off x="5645997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6" name="Isosceles Triangle 615"/>
              <p:cNvSpPr/>
              <p:nvPr/>
            </p:nvSpPr>
            <p:spPr>
              <a:xfrm rot="5400000" flipH="1">
                <a:off x="5645997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7" name="Isosceles Triangle 616"/>
              <p:cNvSpPr/>
              <p:nvPr/>
            </p:nvSpPr>
            <p:spPr>
              <a:xfrm rot="16200000">
                <a:off x="5645997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8" name="Isosceles Triangle 617"/>
              <p:cNvSpPr/>
              <p:nvPr userDrawn="1"/>
            </p:nvSpPr>
            <p:spPr>
              <a:xfrm flipV="1">
                <a:off x="3281555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19" name="Isosceles Triangle 618"/>
              <p:cNvSpPr/>
              <p:nvPr userDrawn="1"/>
            </p:nvSpPr>
            <p:spPr>
              <a:xfrm flipV="1">
                <a:off x="4912784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0" name="Isosceles Triangle 619"/>
              <p:cNvSpPr/>
              <p:nvPr userDrawn="1"/>
            </p:nvSpPr>
            <p:spPr>
              <a:xfrm>
                <a:off x="3281555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1" name="Isosceles Triangle 620"/>
              <p:cNvSpPr/>
              <p:nvPr userDrawn="1"/>
            </p:nvSpPr>
            <p:spPr>
              <a:xfrm>
                <a:off x="4912784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2" name="Isosceles Triangle 621"/>
              <p:cNvSpPr/>
              <p:nvPr userDrawn="1"/>
            </p:nvSpPr>
            <p:spPr>
              <a:xfrm>
                <a:off x="6544455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3" name="Isosceles Triangle 622"/>
              <p:cNvSpPr/>
              <p:nvPr userDrawn="1"/>
            </p:nvSpPr>
            <p:spPr>
              <a:xfrm>
                <a:off x="8175683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4" name="Isosceles Triangle 623"/>
              <p:cNvSpPr/>
              <p:nvPr userDrawn="1"/>
            </p:nvSpPr>
            <p:spPr>
              <a:xfrm>
                <a:off x="9806912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5" name="Isosceles Triangle 624"/>
              <p:cNvSpPr/>
              <p:nvPr/>
            </p:nvSpPr>
            <p:spPr>
              <a:xfrm rot="5400000">
                <a:off x="-62525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6" name="Isosceles Triangle 625"/>
              <p:cNvSpPr/>
              <p:nvPr/>
            </p:nvSpPr>
            <p:spPr>
              <a:xfrm rot="16200000" flipH="1">
                <a:off x="-62523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7" name="Isosceles Triangle 626"/>
              <p:cNvSpPr/>
              <p:nvPr/>
            </p:nvSpPr>
            <p:spPr>
              <a:xfrm rot="5400000">
                <a:off x="-62525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8" name="Isosceles Triangle 627"/>
              <p:cNvSpPr/>
              <p:nvPr/>
            </p:nvSpPr>
            <p:spPr>
              <a:xfrm rot="16200000" flipH="1">
                <a:off x="-62523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29" name="Isosceles Triangle 628"/>
              <p:cNvSpPr/>
              <p:nvPr/>
            </p:nvSpPr>
            <p:spPr>
              <a:xfrm rot="5400000">
                <a:off x="-62525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0" name="Isosceles Triangle 629"/>
              <p:cNvSpPr/>
              <p:nvPr/>
            </p:nvSpPr>
            <p:spPr>
              <a:xfrm rot="16200000" flipH="1">
                <a:off x="-62523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1" name="Isosceles Triangle 630"/>
              <p:cNvSpPr/>
              <p:nvPr/>
            </p:nvSpPr>
            <p:spPr>
              <a:xfrm rot="5400000">
                <a:off x="-62525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2" name="Isosceles Triangle 631"/>
              <p:cNvSpPr/>
              <p:nvPr/>
            </p:nvSpPr>
            <p:spPr>
              <a:xfrm rot="16200000" flipH="1">
                <a:off x="-62523" y="3533460"/>
                <a:ext cx="906601" cy="781553"/>
              </a:xfrm>
              <a:prstGeom prst="triangl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3" name="Isosceles Triangle 632"/>
              <p:cNvSpPr/>
              <p:nvPr/>
            </p:nvSpPr>
            <p:spPr>
              <a:xfrm rot="16200000">
                <a:off x="752646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4" name="Isosceles Triangle 633"/>
              <p:cNvSpPr/>
              <p:nvPr/>
            </p:nvSpPr>
            <p:spPr>
              <a:xfrm rot="5400000">
                <a:off x="1567816" y="90972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5" name="Isosceles Triangle 634"/>
              <p:cNvSpPr/>
              <p:nvPr/>
            </p:nvSpPr>
            <p:spPr>
              <a:xfrm rot="16200000" flipH="1">
                <a:off x="1567817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6" name="Isosceles Triangle 635"/>
              <p:cNvSpPr/>
              <p:nvPr/>
            </p:nvSpPr>
            <p:spPr>
              <a:xfrm rot="5400000" flipH="1">
                <a:off x="752646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7" name="Isosceles Triangle 636"/>
              <p:cNvSpPr/>
              <p:nvPr/>
            </p:nvSpPr>
            <p:spPr>
              <a:xfrm rot="16200000">
                <a:off x="752646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8" name="Isosceles Triangle 637"/>
              <p:cNvSpPr/>
              <p:nvPr/>
            </p:nvSpPr>
            <p:spPr>
              <a:xfrm rot="5400000">
                <a:off x="1567816" y="1074415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39" name="Isosceles Triangle 638"/>
              <p:cNvSpPr/>
              <p:nvPr/>
            </p:nvSpPr>
            <p:spPr>
              <a:xfrm rot="16200000" flipH="1">
                <a:off x="1567817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0" name="Isosceles Triangle 639"/>
              <p:cNvSpPr/>
              <p:nvPr/>
            </p:nvSpPr>
            <p:spPr>
              <a:xfrm rot="5400000" flipH="1">
                <a:off x="752646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1" name="Isosceles Triangle 640"/>
              <p:cNvSpPr/>
              <p:nvPr/>
            </p:nvSpPr>
            <p:spPr>
              <a:xfrm rot="16200000">
                <a:off x="752646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2" name="Isosceles Triangle 641"/>
              <p:cNvSpPr/>
              <p:nvPr/>
            </p:nvSpPr>
            <p:spPr>
              <a:xfrm rot="5400000">
                <a:off x="1567816" y="205527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3" name="Isosceles Triangle 642"/>
              <p:cNvSpPr/>
              <p:nvPr/>
            </p:nvSpPr>
            <p:spPr>
              <a:xfrm rot="16200000" flipH="1">
                <a:off x="1567817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4" name="Isosceles Triangle 643"/>
              <p:cNvSpPr/>
              <p:nvPr/>
            </p:nvSpPr>
            <p:spPr>
              <a:xfrm rot="5400000" flipH="1">
                <a:off x="752646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5" name="Isosceles Triangle 644"/>
              <p:cNvSpPr/>
              <p:nvPr/>
            </p:nvSpPr>
            <p:spPr>
              <a:xfrm rot="16200000">
                <a:off x="752646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6" name="Isosceles Triangle 645"/>
              <p:cNvSpPr/>
              <p:nvPr/>
            </p:nvSpPr>
            <p:spPr>
              <a:xfrm rot="5400000">
                <a:off x="1567816" y="303871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7" name="Isosceles Triangle 646"/>
              <p:cNvSpPr/>
              <p:nvPr/>
            </p:nvSpPr>
            <p:spPr>
              <a:xfrm rot="16200000" flipH="1">
                <a:off x="1567817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8" name="Isosceles Triangle 647"/>
              <p:cNvSpPr/>
              <p:nvPr/>
            </p:nvSpPr>
            <p:spPr>
              <a:xfrm rot="5400000" flipH="1">
                <a:off x="752646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49" name="Isosceles Triangle 648"/>
              <p:cNvSpPr/>
              <p:nvPr/>
            </p:nvSpPr>
            <p:spPr>
              <a:xfrm rot="16200000">
                <a:off x="2384762" y="90972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0" name="Isosceles Triangle 649"/>
              <p:cNvSpPr/>
              <p:nvPr/>
            </p:nvSpPr>
            <p:spPr>
              <a:xfrm rot="5400000" flipH="1">
                <a:off x="2384762" y="585719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1" name="Isosceles Triangle 650"/>
              <p:cNvSpPr/>
              <p:nvPr/>
            </p:nvSpPr>
            <p:spPr>
              <a:xfrm rot="16200000">
                <a:off x="2384762" y="1074415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2" name="Isosceles Triangle 651"/>
              <p:cNvSpPr/>
              <p:nvPr/>
            </p:nvSpPr>
            <p:spPr>
              <a:xfrm rot="5400000" flipH="1">
                <a:off x="2384762" y="1569162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3" name="Isosceles Triangle 652"/>
              <p:cNvSpPr/>
              <p:nvPr/>
            </p:nvSpPr>
            <p:spPr>
              <a:xfrm rot="16200000">
                <a:off x="2384762" y="205527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4" name="Isosceles Triangle 653"/>
              <p:cNvSpPr/>
              <p:nvPr/>
            </p:nvSpPr>
            <p:spPr>
              <a:xfrm rot="5400000" flipH="1">
                <a:off x="2384762" y="255001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5" name="Isosceles Triangle 654"/>
              <p:cNvSpPr/>
              <p:nvPr/>
            </p:nvSpPr>
            <p:spPr>
              <a:xfrm rot="16200000">
                <a:off x="2384762" y="303871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6" name="Isosceles Triangle 655"/>
              <p:cNvSpPr/>
              <p:nvPr/>
            </p:nvSpPr>
            <p:spPr>
              <a:xfrm rot="5400000" flipH="1">
                <a:off x="2384762" y="353346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7" name="Isosceles Triangle 656"/>
              <p:cNvSpPr/>
              <p:nvPr/>
            </p:nvSpPr>
            <p:spPr>
              <a:xfrm rot="5400000">
                <a:off x="-62525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8" name="Isosceles Triangle 657"/>
              <p:cNvSpPr/>
              <p:nvPr/>
            </p:nvSpPr>
            <p:spPr>
              <a:xfrm rot="16200000" flipH="1">
                <a:off x="-62523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59" name="Isosceles Triangle 658"/>
              <p:cNvSpPr/>
              <p:nvPr/>
            </p:nvSpPr>
            <p:spPr>
              <a:xfrm rot="5400000">
                <a:off x="-62525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0" name="Isosceles Triangle 659"/>
              <p:cNvSpPr/>
              <p:nvPr/>
            </p:nvSpPr>
            <p:spPr>
              <a:xfrm rot="16200000" flipH="1">
                <a:off x="-62523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1" name="Isosceles Triangle 660"/>
              <p:cNvSpPr/>
              <p:nvPr/>
            </p:nvSpPr>
            <p:spPr>
              <a:xfrm rot="5400000">
                <a:off x="-62525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2" name="Isosceles Triangle 661"/>
              <p:cNvSpPr/>
              <p:nvPr/>
            </p:nvSpPr>
            <p:spPr>
              <a:xfrm rot="16200000">
                <a:off x="752646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3" name="Isosceles Triangle 662"/>
              <p:cNvSpPr/>
              <p:nvPr/>
            </p:nvSpPr>
            <p:spPr>
              <a:xfrm rot="5400000">
                <a:off x="1567816" y="4025620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4" name="Isosceles Triangle 663"/>
              <p:cNvSpPr/>
              <p:nvPr/>
            </p:nvSpPr>
            <p:spPr>
              <a:xfrm rot="16200000" flipH="1">
                <a:off x="1567817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5" name="Isosceles Triangle 664"/>
              <p:cNvSpPr/>
              <p:nvPr/>
            </p:nvSpPr>
            <p:spPr>
              <a:xfrm rot="5400000" flipH="1">
                <a:off x="752646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6" name="Isosceles Triangle 665"/>
              <p:cNvSpPr/>
              <p:nvPr/>
            </p:nvSpPr>
            <p:spPr>
              <a:xfrm rot="16200000">
                <a:off x="752646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7" name="Isosceles Triangle 666"/>
              <p:cNvSpPr/>
              <p:nvPr/>
            </p:nvSpPr>
            <p:spPr>
              <a:xfrm rot="5400000">
                <a:off x="1567816" y="5009063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8" name="Isosceles Triangle 667"/>
              <p:cNvSpPr/>
              <p:nvPr/>
            </p:nvSpPr>
            <p:spPr>
              <a:xfrm rot="16200000" flipH="1">
                <a:off x="1567817" y="5503810"/>
                <a:ext cx="906601" cy="781553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69" name="Isosceles Triangle 668"/>
              <p:cNvSpPr/>
              <p:nvPr/>
            </p:nvSpPr>
            <p:spPr>
              <a:xfrm rot="5400000" flipH="1">
                <a:off x="752646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0" name="Isosceles Triangle 669"/>
              <p:cNvSpPr/>
              <p:nvPr/>
            </p:nvSpPr>
            <p:spPr>
              <a:xfrm rot="16200000">
                <a:off x="752646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1" name="Isosceles Triangle 670"/>
              <p:cNvSpPr/>
              <p:nvPr/>
            </p:nvSpPr>
            <p:spPr>
              <a:xfrm rot="5400000">
                <a:off x="1567816" y="5989918"/>
                <a:ext cx="906602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2" name="Isosceles Triangle 671"/>
              <p:cNvSpPr/>
              <p:nvPr/>
            </p:nvSpPr>
            <p:spPr>
              <a:xfrm rot="16200000">
                <a:off x="2384762" y="4025620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3" name="Isosceles Triangle 672"/>
              <p:cNvSpPr/>
              <p:nvPr/>
            </p:nvSpPr>
            <p:spPr>
              <a:xfrm rot="5400000" flipH="1">
                <a:off x="2384762" y="4520367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4" name="Isosceles Triangle 673"/>
              <p:cNvSpPr/>
              <p:nvPr/>
            </p:nvSpPr>
            <p:spPr>
              <a:xfrm rot="16200000">
                <a:off x="2384762" y="5009063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5" name="Isosceles Triangle 674"/>
              <p:cNvSpPr/>
              <p:nvPr/>
            </p:nvSpPr>
            <p:spPr>
              <a:xfrm rot="5400000" flipH="1">
                <a:off x="2384762" y="5503810"/>
                <a:ext cx="906601" cy="781553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6" name="Isosceles Triangle 675"/>
              <p:cNvSpPr/>
              <p:nvPr/>
            </p:nvSpPr>
            <p:spPr>
              <a:xfrm rot="16200000">
                <a:off x="2384762" y="5989918"/>
                <a:ext cx="906601" cy="781552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7" name="Isosceles Triangle 676"/>
              <p:cNvSpPr/>
              <p:nvPr userDrawn="1"/>
            </p:nvSpPr>
            <p:spPr>
              <a:xfrm flipV="1">
                <a:off x="20320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8" name="Isosceles Triangle 677"/>
              <p:cNvSpPr/>
              <p:nvPr userDrawn="1"/>
            </p:nvSpPr>
            <p:spPr>
              <a:xfrm flipV="1">
                <a:off x="1651549" y="2775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79" name="Isosceles Triangle 678"/>
              <p:cNvSpPr/>
              <p:nvPr userDrawn="1"/>
            </p:nvSpPr>
            <p:spPr>
              <a:xfrm>
                <a:off x="20320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680" name="Isosceles Triangle 679"/>
              <p:cNvSpPr/>
              <p:nvPr userDrawn="1"/>
            </p:nvSpPr>
            <p:spPr>
              <a:xfrm>
                <a:off x="1651549" y="6409621"/>
                <a:ext cx="1554306" cy="445604"/>
              </a:xfrm>
              <a:prstGeom prst="triangle">
                <a:avLst/>
              </a:prstGeom>
              <a:grpFill/>
              <a:ln w="12700">
                <a:solidFill>
                  <a:schemeClr val="bg1">
                    <a:lumMod val="85000"/>
                    <a:alpha val="28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470" name="Freeform: Shape 469"/>
            <p:cNvSpPr/>
            <p:nvPr userDrawn="1"/>
          </p:nvSpPr>
          <p:spPr>
            <a:xfrm flipH="1" flipV="1">
              <a:off x="0" y="2775"/>
              <a:ext cx="753860" cy="432248"/>
            </a:xfrm>
            <a:custGeom>
              <a:avLst/>
              <a:gdLst>
                <a:gd name="connsiteX0" fmla="*/ 753860 w 753860"/>
                <a:gd name="connsiteY0" fmla="*/ 432248 h 432248"/>
                <a:gd name="connsiteX1" fmla="*/ 0 w 753860"/>
                <a:gd name="connsiteY1" fmla="*/ 432248 h 432248"/>
                <a:gd name="connsiteX2" fmla="*/ 753860 w 753860"/>
                <a:gd name="connsiteY2" fmla="*/ 0 h 43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860" h="432248">
                  <a:moveTo>
                    <a:pt x="753860" y="432248"/>
                  </a:moveTo>
                  <a:lnTo>
                    <a:pt x="0" y="432248"/>
                  </a:lnTo>
                  <a:lnTo>
                    <a:pt x="75386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40000"/>
              </a:schemeClr>
            </a:solidFill>
            <a:ln w="12700">
              <a:solidFill>
                <a:schemeClr val="bg1">
                  <a:lumMod val="85000"/>
                  <a:alpha val="2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1" name="Freeform: Shape 470"/>
            <p:cNvSpPr/>
            <p:nvPr userDrawn="1"/>
          </p:nvSpPr>
          <p:spPr>
            <a:xfrm flipH="1">
              <a:off x="0" y="6422977"/>
              <a:ext cx="753860" cy="432248"/>
            </a:xfrm>
            <a:custGeom>
              <a:avLst/>
              <a:gdLst>
                <a:gd name="connsiteX0" fmla="*/ 753860 w 753860"/>
                <a:gd name="connsiteY0" fmla="*/ 0 h 432248"/>
                <a:gd name="connsiteX1" fmla="*/ 0 w 753860"/>
                <a:gd name="connsiteY1" fmla="*/ 432248 h 432248"/>
                <a:gd name="connsiteX2" fmla="*/ 753860 w 753860"/>
                <a:gd name="connsiteY2" fmla="*/ 432248 h 432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3860" h="432248">
                  <a:moveTo>
                    <a:pt x="753860" y="0"/>
                  </a:moveTo>
                  <a:lnTo>
                    <a:pt x="0" y="432248"/>
                  </a:lnTo>
                  <a:lnTo>
                    <a:pt x="753860" y="432248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85000"/>
                  <a:alpha val="2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64" name="Isosceles Triangle 463"/>
          <p:cNvSpPr/>
          <p:nvPr/>
        </p:nvSpPr>
        <p:spPr>
          <a:xfrm>
            <a:off x="706815" y="1246461"/>
            <a:ext cx="2445732" cy="210839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6" name="Isosceles Triangle 465"/>
          <p:cNvSpPr/>
          <p:nvPr/>
        </p:nvSpPr>
        <p:spPr>
          <a:xfrm rot="10800000">
            <a:off x="706815" y="3503133"/>
            <a:ext cx="2445729" cy="2108391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7" name="Isosceles Triangle 466"/>
          <p:cNvSpPr/>
          <p:nvPr/>
        </p:nvSpPr>
        <p:spPr>
          <a:xfrm rot="10800000">
            <a:off x="3473449" y="3503136"/>
            <a:ext cx="2445732" cy="2108388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2" name="Isosceles Triangle 461"/>
          <p:cNvSpPr/>
          <p:nvPr/>
        </p:nvSpPr>
        <p:spPr>
          <a:xfrm rot="10800000" flipH="1">
            <a:off x="2090139" y="1246467"/>
            <a:ext cx="2445725" cy="2108394"/>
          </a:xfrm>
          <a:prstGeom prst="triangl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3" name="Isosceles Triangle 462"/>
          <p:cNvSpPr/>
          <p:nvPr/>
        </p:nvSpPr>
        <p:spPr>
          <a:xfrm flipH="1">
            <a:off x="2090136" y="3503148"/>
            <a:ext cx="2445729" cy="2108391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81440" y="2625487"/>
            <a:ext cx="2461979" cy="158985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9600" b="1" spc="-300" dirty="0">
                <a:ln w="15875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For</a:t>
            </a:r>
            <a:endParaRPr lang="en-US" sz="9600" b="1" spc="-300" dirty="0">
              <a:ln w="15875"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2" name="Isosceles Triangle 681"/>
          <p:cNvSpPr/>
          <p:nvPr/>
        </p:nvSpPr>
        <p:spPr>
          <a:xfrm rot="3600000">
            <a:off x="1907835" y="4087483"/>
            <a:ext cx="970875" cy="836959"/>
          </a:xfrm>
          <a:prstGeom prst="triangle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3" name="Isosceles Triangle 682"/>
          <p:cNvSpPr/>
          <p:nvPr/>
        </p:nvSpPr>
        <p:spPr>
          <a:xfrm rot="3600000" flipH="1">
            <a:off x="916213" y="4893544"/>
            <a:ext cx="1538019" cy="132587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4" name="Isosceles Triangle 683"/>
          <p:cNvSpPr/>
          <p:nvPr/>
        </p:nvSpPr>
        <p:spPr>
          <a:xfrm rot="12600000" flipH="1">
            <a:off x="9245044" y="1606748"/>
            <a:ext cx="366454" cy="315908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81440" y="3628385"/>
            <a:ext cx="6725931" cy="1589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spc="-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Wat</a:t>
            </a:r>
            <a:r>
              <a:rPr lang="en-US" sz="9600" b="1" spc="-3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ch</a:t>
            </a:r>
            <a:r>
              <a:rPr lang="en-US" sz="9600" b="1" spc="-3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ing</a:t>
            </a:r>
            <a:endParaRPr lang="en-US" sz="9600" b="1" spc="-300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81440" y="1639655"/>
            <a:ext cx="5364162" cy="158985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9600" b="1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  <a:endParaRPr lang="en-US" sz="9600" b="1" spc="-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eb45efb-7c2a-446a-b42d-2ee82cc874ce"/>
  <p:tag name="COMMONDATA" val="eyJoZGlkIjoiNWFiZWE1MTA5YmYwYzUwNmE0Y2ZmMjFlMjZkOTg1MDYifQ=="/>
</p:tagLst>
</file>

<file path=ppt/theme/theme1.xml><?xml version="1.0" encoding="utf-8"?>
<a:theme xmlns:a="http://schemas.openxmlformats.org/drawingml/2006/main" name="Office Theme">
  <a:themeElements>
    <a:clrScheme name="#Geo multicolor 01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BA00"/>
      </a:accent1>
      <a:accent2>
        <a:srgbClr val="845BDF"/>
      </a:accent2>
      <a:accent3>
        <a:srgbClr val="EE4AA4"/>
      </a:accent3>
      <a:accent4>
        <a:srgbClr val="0088FF"/>
      </a:accent4>
      <a:accent5>
        <a:srgbClr val="00D3BD"/>
      </a:accent5>
      <a:accent6>
        <a:srgbClr val="CA7896"/>
      </a:accent6>
      <a:hlink>
        <a:srgbClr val="0563C1"/>
      </a:hlink>
      <a:folHlink>
        <a:srgbClr val="954F72"/>
      </a:folHlink>
    </a:clrScheme>
    <a:fontScheme name="Custom 17">
      <a:majorFont>
        <a:latin typeface="Century Gothic"/>
        <a:ea typeface=""/>
        <a:cs typeface=""/>
      </a:majorFont>
      <a:minorFont>
        <a:latin typeface="Work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WPS 演示</Application>
  <PresentationFormat>宽屏</PresentationFormat>
  <Paragraphs>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Century Gothic</vt:lpstr>
      <vt:lpstr>Roboto Condensed Light</vt:lpstr>
      <vt:lpstr>Lato Heavy</vt:lpstr>
      <vt:lpstr>微软雅黑</vt:lpstr>
      <vt:lpstr>Wide Latin</vt:lpstr>
      <vt:lpstr>Calibri</vt:lpstr>
      <vt:lpstr>Work Sans Light</vt:lpstr>
      <vt:lpstr>Segoe Print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Bayu Kresna</dc:creator>
  <cp:lastModifiedBy>MegaFish</cp:lastModifiedBy>
  <cp:revision>513</cp:revision>
  <dcterms:created xsi:type="dcterms:W3CDTF">2019-07-26T02:00:00Z</dcterms:created>
  <dcterms:modified xsi:type="dcterms:W3CDTF">2025-12-19T02:16:00Z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2902EDF91967439CAB83570C423B6C97</vt:lpwstr>
  </property>
  <property fmtid="{D5CDD505-2E9C-101B-9397-08002B2CF9AE}" pid="3" name="KSOProductBuildVer">
    <vt:lpwstr>2052-12.1.0.24034</vt:lpwstr>
  </property>
</Properties>
</file>